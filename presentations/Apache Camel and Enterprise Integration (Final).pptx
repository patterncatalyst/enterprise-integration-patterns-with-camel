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4000" r:id="rId4"/>
    <p:sldMasterId id="2147484001" r:id="rId5"/>
    <p:sldMasterId id="2147484002" r:id="rId6"/>
    <p:sldMasterId id="214748400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 id="374" r:id="rId127"/>
    <p:sldId id="375" r:id="rId128"/>
    <p:sldId id="376" r:id="rId129"/>
    <p:sldId id="377" r:id="rId130"/>
    <p:sldId id="378" r:id="rId131"/>
    <p:sldId id="379" r:id="rId132"/>
    <p:sldId id="380" r:id="rId133"/>
    <p:sldId id="381" r:id="rId134"/>
    <p:sldId id="382" r:id="rId179"/>
  </p:sldIdLst>
  <p:sldSz cy="6858000" cx="12192000"/>
  <p:notesSz cx="6858000" cy="9144000"/>
  <p:embeddedFontLst>
    <p:embeddedFont>
      <p:font typeface="Roboto Mono Medium"/>
      <p:regular r:id="rId135"/>
      <p:bold r:id="rId136"/>
      <p:italic r:id="rId137"/>
      <p:boldItalic r:id="rId138"/>
    </p:embeddedFont>
    <p:embeddedFont>
      <p:font typeface="Red Hat Text Medium"/>
      <p:regular r:id="rId139"/>
      <p:bold r:id="rId140"/>
      <p:italic r:id="rId141"/>
      <p:boldItalic r:id="rId142"/>
    </p:embeddedFont>
    <p:embeddedFont>
      <p:font typeface="Proxima Nova"/>
      <p:regular r:id="rId143"/>
      <p:bold r:id="rId144"/>
      <p:italic r:id="rId145"/>
      <p:boldItalic r:id="rId146"/>
    </p:embeddedFont>
    <p:embeddedFont>
      <p:font typeface="Red Hat Display Medium"/>
      <p:regular r:id="rId147"/>
      <p:bold r:id="rId148"/>
      <p:italic r:id="rId149"/>
      <p:boldItalic r:id="rId150"/>
    </p:embeddedFont>
    <p:embeddedFont>
      <p:font typeface="Overpass SemiBold"/>
      <p:regular r:id="rId151"/>
      <p:bold r:id="rId152"/>
      <p:italic r:id="rId153"/>
      <p:boldItalic r:id="rId154"/>
    </p:embeddedFont>
    <p:embeddedFont>
      <p:font typeface="Red Hat Text"/>
      <p:regular r:id="rId155"/>
      <p:bold r:id="rId156"/>
      <p:italic r:id="rId157"/>
      <p:boldItalic r:id="rId158"/>
    </p:embeddedFont>
    <p:embeddedFont>
      <p:font typeface="Roboto Mono"/>
      <p:regular r:id="rId159"/>
      <p:bold r:id="rId160"/>
      <p:italic r:id="rId161"/>
      <p:boldItalic r:id="rId162"/>
    </p:embeddedFont>
    <p:embeddedFont>
      <p:font typeface="IBM Plex Sans"/>
      <p:regular r:id="rId163"/>
      <p:bold r:id="rId164"/>
      <p:italic r:id="rId165"/>
      <p:boldItalic r:id="rId166"/>
    </p:embeddedFont>
    <p:embeddedFont>
      <p:font typeface="Overpass"/>
      <p:regular r:id="rId167"/>
      <p:bold r:id="rId168"/>
      <p:italic r:id="rId169"/>
      <p:boldItalic r:id="rId170"/>
    </p:embeddedFont>
    <p:embeddedFont>
      <p:font typeface="Red Hat Display"/>
      <p:regular r:id="rId171"/>
      <p:bold r:id="rId172"/>
      <p:italic r:id="rId173"/>
      <p:boldItalic r:id="rId174"/>
    </p:embeddedFont>
    <p:embeddedFont>
      <p:font typeface="Overpass Light"/>
      <p:regular r:id="rId175"/>
      <p:bold r:id="rId176"/>
      <p:italic r:id="rId177"/>
      <p:boldItalic r:id="rId1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CFA5E3-6099-4B1C-A1CF-5C20B782E30B}">
  <a:tblStyle styleId="{56CFA5E3-6099-4B1C-A1CF-5C20B782E30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5FCCA32-EB7B-440F-B020-37AF4B710CA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 Id="rId127" Type="http://schemas.openxmlformats.org/officeDocument/2006/relationships/slide" Target="slides/slide119.xml"/><Relationship Id="rId128" Type="http://schemas.openxmlformats.org/officeDocument/2006/relationships/slide" Target="slides/slide120.xml"/><Relationship Id="rId129" Type="http://schemas.openxmlformats.org/officeDocument/2006/relationships/slide" Target="slides/slide121.xml"/><Relationship Id="rId130" Type="http://schemas.openxmlformats.org/officeDocument/2006/relationships/slide" Target="slides/slide122.xml"/><Relationship Id="rId131" Type="http://schemas.openxmlformats.org/officeDocument/2006/relationships/slide" Target="slides/slide123.xml"/><Relationship Id="rId132" Type="http://schemas.openxmlformats.org/officeDocument/2006/relationships/slide" Target="slides/slide124.xml"/><Relationship Id="rId133" Type="http://schemas.openxmlformats.org/officeDocument/2006/relationships/slide" Target="slides/slide125.xml"/><Relationship Id="rId134" Type="http://schemas.openxmlformats.org/officeDocument/2006/relationships/slide" Target="slides/slide126.xml"/><Relationship Id="rId135" Type="http://schemas.openxmlformats.org/officeDocument/2006/relationships/font" Target="fonts/RobotoMonoMedium-regular.fntdata"/><Relationship Id="rId136" Type="http://schemas.openxmlformats.org/officeDocument/2006/relationships/font" Target="fonts/RobotoMonoMedium-bold.fntdata"/><Relationship Id="rId137" Type="http://schemas.openxmlformats.org/officeDocument/2006/relationships/font" Target="fonts/RobotoMonoMedium-italic.fntdata"/><Relationship Id="rId138" Type="http://schemas.openxmlformats.org/officeDocument/2006/relationships/font" Target="fonts/RobotoMonoMedium-boldItalic.fntdata"/><Relationship Id="rId139" Type="http://schemas.openxmlformats.org/officeDocument/2006/relationships/font" Target="fonts/RedHatTextMedium-regular.fntdata"/><Relationship Id="rId140" Type="http://schemas.openxmlformats.org/officeDocument/2006/relationships/font" Target="fonts/RedHatTextMedium-bold.fntdata"/><Relationship Id="rId141" Type="http://schemas.openxmlformats.org/officeDocument/2006/relationships/font" Target="fonts/RedHatTextMedium-italic.fntdata"/><Relationship Id="rId142" Type="http://schemas.openxmlformats.org/officeDocument/2006/relationships/font" Target="fonts/RedHatTextMedium-boldItalic.fntdata"/><Relationship Id="rId143" Type="http://schemas.openxmlformats.org/officeDocument/2006/relationships/font" Target="fonts/ProximaNova-regular.fntdata"/><Relationship Id="rId144" Type="http://schemas.openxmlformats.org/officeDocument/2006/relationships/font" Target="fonts/ProximaNova-bold.fntdata"/><Relationship Id="rId145" Type="http://schemas.openxmlformats.org/officeDocument/2006/relationships/font" Target="fonts/ProximaNova-italic.fntdata"/><Relationship Id="rId146" Type="http://schemas.openxmlformats.org/officeDocument/2006/relationships/font" Target="fonts/ProximaNova-boldItalic.fntdata"/><Relationship Id="rId147" Type="http://schemas.openxmlformats.org/officeDocument/2006/relationships/font" Target="fonts/RedHatDisplayMedium-regular.fntdata"/><Relationship Id="rId148" Type="http://schemas.openxmlformats.org/officeDocument/2006/relationships/font" Target="fonts/RedHatDisplayMedium-bold.fntdata"/><Relationship Id="rId149" Type="http://schemas.openxmlformats.org/officeDocument/2006/relationships/font" Target="fonts/RedHatDisplayMedium-italic.fntdata"/><Relationship Id="rId150" Type="http://schemas.openxmlformats.org/officeDocument/2006/relationships/font" Target="fonts/RedHatDisplayMedium-boldItalic.fntdata"/><Relationship Id="rId151" Type="http://schemas.openxmlformats.org/officeDocument/2006/relationships/font" Target="fonts/OverpassSemiBold-regular.fntdata"/><Relationship Id="rId152" Type="http://schemas.openxmlformats.org/officeDocument/2006/relationships/font" Target="fonts/OverpassSemiBold-bold.fntdata"/><Relationship Id="rId153" Type="http://schemas.openxmlformats.org/officeDocument/2006/relationships/font" Target="fonts/OverpassSemiBold-italic.fntdata"/><Relationship Id="rId154" Type="http://schemas.openxmlformats.org/officeDocument/2006/relationships/font" Target="fonts/OverpassSemiBold-boldItalic.fntdata"/><Relationship Id="rId155" Type="http://schemas.openxmlformats.org/officeDocument/2006/relationships/font" Target="fonts/RedHatText-regular.fntdata"/><Relationship Id="rId156" Type="http://schemas.openxmlformats.org/officeDocument/2006/relationships/font" Target="fonts/RedHatText-bold.fntdata"/><Relationship Id="rId157" Type="http://schemas.openxmlformats.org/officeDocument/2006/relationships/font" Target="fonts/RedHatText-italic.fntdata"/><Relationship Id="rId158" Type="http://schemas.openxmlformats.org/officeDocument/2006/relationships/font" Target="fonts/RedHatText-boldItalic.fntdata"/><Relationship Id="rId159" Type="http://schemas.openxmlformats.org/officeDocument/2006/relationships/font" Target="fonts/RobotoMono-regular.fntdata"/><Relationship Id="rId160" Type="http://schemas.openxmlformats.org/officeDocument/2006/relationships/font" Target="fonts/RobotoMono-bold.fntdata"/><Relationship Id="rId161" Type="http://schemas.openxmlformats.org/officeDocument/2006/relationships/font" Target="fonts/RobotoMono-italic.fntdata"/><Relationship Id="rId162" Type="http://schemas.openxmlformats.org/officeDocument/2006/relationships/font" Target="fonts/RobotoMono-boldItalic.fntdata"/><Relationship Id="rId163" Type="http://schemas.openxmlformats.org/officeDocument/2006/relationships/font" Target="fonts/IBMPlexSans-regular.fntdata"/><Relationship Id="rId164" Type="http://schemas.openxmlformats.org/officeDocument/2006/relationships/font" Target="fonts/IBMPlexSans-bold.fntdata"/><Relationship Id="rId165" Type="http://schemas.openxmlformats.org/officeDocument/2006/relationships/font" Target="fonts/IBMPlexSans-italic.fntdata"/><Relationship Id="rId166" Type="http://schemas.openxmlformats.org/officeDocument/2006/relationships/font" Target="fonts/IBMPlexSans-boldItalic.fntdata"/><Relationship Id="rId167" Type="http://schemas.openxmlformats.org/officeDocument/2006/relationships/font" Target="fonts/Overpass-regular.fntdata"/><Relationship Id="rId168" Type="http://schemas.openxmlformats.org/officeDocument/2006/relationships/font" Target="fonts/Overpass-bold.fntdata"/><Relationship Id="rId169" Type="http://schemas.openxmlformats.org/officeDocument/2006/relationships/font" Target="fonts/Overpass-italic.fntdata"/><Relationship Id="rId170" Type="http://schemas.openxmlformats.org/officeDocument/2006/relationships/font" Target="fonts/Overpass-boldItalic.fntdata"/><Relationship Id="rId171" Type="http://schemas.openxmlformats.org/officeDocument/2006/relationships/font" Target="fonts/RedHatDisplay-regular.fntdata"/><Relationship Id="rId172" Type="http://schemas.openxmlformats.org/officeDocument/2006/relationships/font" Target="fonts/RedHatDisplay-bold.fntdata"/><Relationship Id="rId173" Type="http://schemas.openxmlformats.org/officeDocument/2006/relationships/font" Target="fonts/RedHatDisplay-italic.fntdata"/><Relationship Id="rId174" Type="http://schemas.openxmlformats.org/officeDocument/2006/relationships/font" Target="fonts/RedHatDisplay-boldItalic.fntdata"/><Relationship Id="rId175" Type="http://schemas.openxmlformats.org/officeDocument/2006/relationships/font" Target="fonts/OverpassLight-regular.fntdata"/><Relationship Id="rId176" Type="http://schemas.openxmlformats.org/officeDocument/2006/relationships/font" Target="fonts/OverpassLight-bold.fntdata"/><Relationship Id="rId177" Type="http://schemas.openxmlformats.org/officeDocument/2006/relationships/font" Target="fonts/OverpassLight-italic.fntdata"/><Relationship Id="rId178" Type="http://schemas.openxmlformats.org/officeDocument/2006/relationships/font" Target="fonts/OverpassLight-boldItalic.fntdata"/><Relationship Id="rId179" Type="http://schemas.openxmlformats.org/officeDocument/2006/relationships/slide" Target="slides/slide1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client=firefox-b-1-d&amp;sca_esv=b43256377a6bce0c&amp;cs=0&amp;sxsrf=AE3TifNWMzLp-MtOSIIXFuzW1sussn27AQ%3A1757729830450&amp;q=get+operations&amp;sa=X&amp;ved=2ahUKEwjjm4Tx1dSPAxVylokEHYgGEQYQxccNegQIBRAB&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3" Type="http://schemas.openxmlformats.org/officeDocument/2006/relationships/hyperlink" Target="https://www.google.com/search?client=firefox-b-1-d&amp;sca_esv=b43256377a6bce0c&amp;cs=0&amp;sxsrf=AE3TifNWMzLp-MtOSIIXFuzW1sussn27AQ%3A1757729830450&amp;q=get+operations&amp;sa=X&amp;ved=2ahUKEwjjm4Tx1dSPAxVylokEHYgGEQYQxccNegQIBRAB&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4" Type="http://schemas.openxmlformats.org/officeDocument/2006/relationships/hyperlink" Target="https://www.google.com/search?client=firefox-b-1-d&amp;sca_esv=b43256377a6bce0c&amp;cs=0&amp;sxsrf=AE3TifNWMzLp-MtOSIIXFuzW1sussn27AQ%3A1757729830450&amp;q=Hazelcast&amp;sa=X&amp;ved=2ahUKEwjjm4Tx1dSPAxVylokEHYgGEQYQxccNegQIIRAB&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5" Type="http://schemas.openxmlformats.org/officeDocument/2006/relationships/hyperlink" Target="https://www.google.com/search?client=firefox-b-1-d&amp;sca_esv=b43256377a6bce0c&amp;cs=0&amp;sxsrf=AE3TifNWMzLp-MtOSIIXFuzW1sussn27AQ%3A1757729830450&amp;q=Hazelcast&amp;sa=X&amp;ved=2ahUKEwjjm4Tx1dSPAxVylokEHYgGEQYQxccNegQIIRAB&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6" Type="http://schemas.openxmlformats.org/officeDocument/2006/relationships/hyperlink" Target="https://www.google.com/search?client=firefox-b-1-d&amp;sca_esv=b43256377a6bce0c&amp;cs=0&amp;sxsrf=AE3TifNWMzLp-MtOSIIXFuzW1sussn27AQ%3A1757729830450&amp;q=Efficiency+for+Large+Payloads&amp;sa=X&amp;ved=2ahUKEwjjm4Tx1dSPAxVylokEHYgGEQYQxccNegQILhAD&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7" Type="http://schemas.openxmlformats.org/officeDocument/2006/relationships/hyperlink" Target="https://www.google.com/search?client=firefox-b-1-d&amp;sca_esv=b43256377a6bce0c&amp;cs=0&amp;sxsrf=AE3TifNWMzLp-MtOSIIXFuzW1sussn27AQ%3A1757729830450&amp;q=Efficiency+for+Large+Payloads&amp;sa=X&amp;ved=2ahUKEwjjm4Tx1dSPAxVylokEHYgGEQYQxccNegQILhAD&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8" Type="http://schemas.openxmlformats.org/officeDocument/2006/relationships/hyperlink" Target="https://www.google.com/search?client=firefox-b-1-d&amp;sca_esv=b43256377a6bce0c&amp;cs=0&amp;sxsrf=AE3TifNWMzLp-MtOSIIXFuzW1sussn27AQ%3A1757729830450&amp;q=Sensitive+Data+Protection&amp;sa=X&amp;ved=2ahUKEwjjm4Tx1dSPAxVylokEHYgGEQYQxccNegQIOxAD&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9" Type="http://schemas.openxmlformats.org/officeDocument/2006/relationships/hyperlink" Target="https://www.google.com/search?client=firefox-b-1-d&amp;sca_esv=b43256377a6bce0c&amp;cs=0&amp;sxsrf=AE3TifNWMzLp-MtOSIIXFuzW1sussn27AQ%3A1757729830450&amp;q=Sensitive+Data+Protection&amp;sa=X&amp;ved=2ahUKEwjjm4Tx1dSPAxVylokEHYgGEQYQxccNegQIOxAD&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10" Type="http://schemas.openxmlformats.org/officeDocument/2006/relationships/hyperlink" Target="https://www.google.com/search?client=firefox-b-1-d&amp;sca_esv=b43256377a6bce0c&amp;cs=0&amp;sxsrf=AE3TifNWMzLp-MtOSIIXFuzW1sussn27AQ%3A1757729830450&amp;q=Handling+Unreliable+External+Systems&amp;sa=X&amp;ved=2ahUKEwjjm4Tx1dSPAxVylokEHYgGEQYQxccNegQIOhAD&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11" Type="http://schemas.openxmlformats.org/officeDocument/2006/relationships/hyperlink" Target="https://www.google.com/search?client=firefox-b-1-d&amp;sca_esv=b43256377a6bce0c&amp;cs=0&amp;sxsrf=AE3TifNWMzLp-MtOSIIXFuzW1sussn27AQ%3A1757729830450&amp;q=Handling+Unreliable+External+Systems&amp;sa=X&amp;ved=2ahUKEwjjm4Tx1dSPAxVylokEHYgGEQYQxccNegQIOhAD&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 Id="rId12" Type="http://schemas.openxmlformats.org/officeDocument/2006/relationships/hyperlink" Target="https://www.google.com/search?client=firefox-b-1-d&amp;sca_esv=b43256377a6bce0c&amp;cs=0&amp;sxsrf=AE3TifNWMzLp-MtOSIIXFuzW1sussn27AQ%3A1757729830450&amp;q=Enterprise+Integration+Pattern&amp;sa=X&amp;ved=2ahUKEwjjm4Tx1dSPAxVylokEHYgGEQYQxccNegQIQRAB&amp;mstk=AUtExfAEO2DlCwtzb9uIDGRnzXHg38NDgv4UNHvCVgZcIzTYm3YXCG1sFUgglqHCJohrrFvy-WBeuZilAOxoOXYXH_amE_HCN1i_IfaEuz7kdkSpzFIKSvEdMXhuQLVJEmdHs5o7L2apghwgGALg1rLjqZpEjxfamtci-nwsq-kNJ86wuYNqHd_K-E5yPh-8eIjoJrfrMmJVqVgkKUozttCyYOCEi-W8Edm7Ij5d2cUe_ZjlPgtWtyZL_svSyn7kuXNOSUOlCivr4oxXcUcxT5QdGYRcK2jxGzpud8XIOdH7tsd0uA&amp;csui=3"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client=firefox-b-1-d&amp;cs=0&amp;sca_esv=b43256377a6bce0c&amp;sxsrf=AE3TifNLpxbSGBSDFoyv6E5lwrBxh65Kww%3A1757729973464&amp;q=Content-Based+Router&amp;sa=X&amp;ved=2ahUKEwik35611tSPAxVPz_ACHWHhKJEQxccNegQIBBAB&amp;mstk=AUtExfDtHra1_yjMXDZsrozLyXvV11QCoERbdSXWM12VwLyU7A4887tTW8Am1oW2pgzqHzsIc9xOI8_ulzpxEfAZ2fwccG1gtk00TdNvxPt_b320GC-nXiPHge9QORlEvqg-QqskFFiWT-raDBKLouOQjmLsuEDiLZKwgqDC2l_F4YeTy3iKsI-ZmhauRIZjk5H-o_ENExYkCZV7_cmhHwCvS5sZSsm2YWc1ljOOPXkvNZ10_Z_tcf0KfPNIRlEldElapJKZBzUvh4vWkd6rtWsjRjWGx09xV-V8SjcNoHEz78az2A&amp;csui=3" TargetMode="External"/><Relationship Id="rId3" Type="http://schemas.openxmlformats.org/officeDocument/2006/relationships/hyperlink" Target="https://www.google.com/search?client=firefox-b-1-d&amp;cs=0&amp;sca_esv=b43256377a6bce0c&amp;sxsrf=AE3TifNLpxbSGBSDFoyv6E5lwrBxh65Kww%3A1757729973464&amp;q=Content-Based+Router&amp;sa=X&amp;ved=2ahUKEwik35611tSPAxVPz_ACHWHhKJEQxccNegQIBBAB&amp;mstk=AUtExfDtHra1_yjMXDZsrozLyXvV11QCoERbdSXWM12VwLyU7A4887tTW8Am1oW2pgzqHzsIc9xOI8_ulzpxEfAZ2fwccG1gtk00TdNvxPt_b320GC-nXiPHge9QORlEvqg-QqskFFiWT-raDBKLouOQjmLsuEDiLZKwgqDC2l_F4YeTy3iKsI-ZmhauRIZjk5H-o_ENExYkCZV7_cmhHwCvS5sZSsm2YWc1ljOOPXkvNZ10_Z_tcf0KfPNIRlEldElapJKZBzUvh4vWkd6rtWsjRjWGx09xV-V8SjcNoHEz78az2A&amp;csui=3" TargetMode="External"/><Relationship Id="rId4" Type="http://schemas.openxmlformats.org/officeDocument/2006/relationships/hyperlink" Target="https://www.google.com/search?client=firefox-b-1-d&amp;cs=0&amp;sca_esv=b43256377a6bce0c&amp;sxsrf=AE3TifNLpxbSGBSDFoyv6E5lwrBxh65Kww%3A1757729973464&amp;q=Message+Translator&amp;sa=X&amp;ved=2ahUKEwik35611tSPAxVPz_ACHWHhKJEQxccNegQIBBAC&amp;mstk=AUtExfDtHra1_yjMXDZsrozLyXvV11QCoERbdSXWM12VwLyU7A4887tTW8Am1oW2pgzqHzsIc9xOI8_ulzpxEfAZ2fwccG1gtk00TdNvxPt_b320GC-nXiPHge9QORlEvqg-QqskFFiWT-raDBKLouOQjmLsuEDiLZKwgqDC2l_F4YeTy3iKsI-ZmhauRIZjk5H-o_ENExYkCZV7_cmhHwCvS5sZSsm2YWc1ljOOPXkvNZ10_Z_tcf0KfPNIRlEldElapJKZBzUvh4vWkd6rtWsjRjWGx09xV-V8SjcNoHEz78az2A&amp;csui=3" TargetMode="External"/><Relationship Id="rId5" Type="http://schemas.openxmlformats.org/officeDocument/2006/relationships/hyperlink" Target="https://www.google.com/search?client=firefox-b-1-d&amp;cs=0&amp;sca_esv=b43256377a6bce0c&amp;sxsrf=AE3TifNLpxbSGBSDFoyv6E5lwrBxh65Kww%3A1757729973464&amp;q=Message+Translator&amp;sa=X&amp;ved=2ahUKEwik35611tSPAxVPz_ACHWHhKJEQxccNegQIBBAC&amp;mstk=AUtExfDtHra1_yjMXDZsrozLyXvV11QCoERbdSXWM12VwLyU7A4887tTW8Am1oW2pgzqHzsIc9xOI8_ulzpxEfAZ2fwccG1gtk00TdNvxPt_b320GC-nXiPHge9QORlEvqg-QqskFFiWT-raDBKLouOQjmLsuEDiLZKwgqDC2l_F4YeTy3iKsI-ZmhauRIZjk5H-o_ENExYkCZV7_cmhHwCvS5sZSsm2YWc1ljOOPXkvNZ10_Z_tcf0KfPNIRlEldElapJKZBzUvh4vWkd6rtWsjRjWGx09xV-V8SjcNoHEz78az2A&amp;csui=3"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client=firefox-b-1-d&amp;cs=0&amp;sca_esv=b43256377a6bce0c&amp;sxsrf=AE3TifMbDPd2PJrKRbYgsjvTTuKsFfa6qA%3A1757731782005&amp;q=Camel+K&amp;sa=X&amp;ved=2ahUKEwjV5s2T3dSPAxVplYkEHZ_5GRkQxccNegQIBRAB&amp;mstk=AUtExfDLNfA9rECAPkmCd9hiN3qeY6C924fw8349OsK597IdnvrR9DJcsZH8xIrMFfWbHm_sT3XVXil9dLh1-dTvKYeLiqow94GmfuzwMFdhP23PZ7lJFs11oVmr8wz-nPOCorTcMQv6f38t9E7UjvtTV-8CIQ2LC7gccTNEuMiUk8qFBWoUSSTxrtW5Hmts0nfuFS77N4rikzhQvM4PvA1Wy7bDlHnkkoVkxO96LnyXOCRTd4lbO4DqWTKfTypM5TwnI6sfK5LfFDocPSbAgoI5mElSAXYJy1Ra856ujSRG3n9g-zVINF3hm88ecbfENxJm3Q&amp;csui=3" TargetMode="External"/><Relationship Id="rId3" Type="http://schemas.openxmlformats.org/officeDocument/2006/relationships/hyperlink" Target="https://www.google.com/search?client=firefox-b-1-d&amp;cs=0&amp;sca_esv=b43256377a6bce0c&amp;sxsrf=AE3TifMbDPd2PJrKRbYgsjvTTuKsFfa6qA%3A1757731782005&amp;q=Camel+K&amp;sa=X&amp;ved=2ahUKEwjV5s2T3dSPAxVplYkEHZ_5GRkQxccNegQIBRAB&amp;mstk=AUtExfDLNfA9rECAPkmCd9hiN3qeY6C924fw8349OsK597IdnvrR9DJcsZH8xIrMFfWbHm_sT3XVXil9dLh1-dTvKYeLiqow94GmfuzwMFdhP23PZ7lJFs11oVmr8wz-nPOCorTcMQv6f38t9E7UjvtTV-8CIQ2LC7gccTNEuMiUk8qFBWoUSSTxrtW5Hmts0nfuFS77N4rikzhQvM4PvA1Wy7bDlHnkkoVkxO96LnyXOCRTd4lbO4DqWTKfTypM5TwnI6sfK5LfFDocPSbAgoI5mElSAXYJy1Ra856ujSRG3n9g-zVINF3hm88ecbfENxJm3Q&amp;csui=3" TargetMode="External"/><Relationship Id="rId4" Type="http://schemas.openxmlformats.org/officeDocument/2006/relationships/hyperlink" Target="https://www.google.com/search?client=firefox-b-1-d&amp;cs=0&amp;sca_esv=b43256377a6bce0c&amp;sxsrf=AE3TifMbDPd2PJrKRbYgsjvTTuKsFfa6qA%3A1757731782005&amp;q=Horizontal+Pod+Autoscaler+%28HPA%29&amp;sa=X&amp;ved=2ahUKEwjV5s2T3dSPAxVplYkEHZ_5GRkQxccNegQIBRAC&amp;mstk=AUtExfDLNfA9rECAPkmCd9hiN3qeY6C924fw8349OsK597IdnvrR9DJcsZH8xIrMFfWbHm_sT3XVXil9dLh1-dTvKYeLiqow94GmfuzwMFdhP23PZ7lJFs11oVmr8wz-nPOCorTcMQv6f38t9E7UjvtTV-8CIQ2LC7gccTNEuMiUk8qFBWoUSSTxrtW5Hmts0nfuFS77N4rikzhQvM4PvA1Wy7bDlHnkkoVkxO96LnyXOCRTd4lbO4DqWTKfTypM5TwnI6sfK5LfFDocPSbAgoI5mElSAXYJy1Ra856ujSRG3n9g-zVINF3hm88ecbfENxJm3Q&amp;csui=3" TargetMode="External"/><Relationship Id="rId5" Type="http://schemas.openxmlformats.org/officeDocument/2006/relationships/hyperlink" Target="https://www.google.com/search?client=firefox-b-1-d&amp;cs=0&amp;sca_esv=b43256377a6bce0c&amp;sxsrf=AE3TifMbDPd2PJrKRbYgsjvTTuKsFfa6qA%3A1757731782005&amp;q=Horizontal+Pod+Autoscaler+%28HPA%29&amp;sa=X&amp;ved=2ahUKEwjV5s2T3dSPAxVplYkEHZ_5GRkQxccNegQIBRAC&amp;mstk=AUtExfDLNfA9rECAPkmCd9hiN3qeY6C924fw8349OsK597IdnvrR9DJcsZH8xIrMFfWbHm_sT3XVXil9dLh1-dTvKYeLiqow94GmfuzwMFdhP23PZ7lJFs11oVmr8wz-nPOCorTcMQv6f38t9E7UjvtTV-8CIQ2LC7gccTNEuMiUk8qFBWoUSSTxrtW5Hmts0nfuFS77N4rikzhQvM4PvA1Wy7bDlHnkkoVkxO96LnyXOCRTd4lbO4DqWTKfTypM5TwnI6sfK5LfFDocPSbAgoI5mElSAXYJy1Ra856ujSRG3n9g-zVINF3hm88ecbfENxJm3Q&amp;csui=3" TargetMode="Externa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NBVc_4hGgKQZZm8tFpI3iY5kWhLfUtfHvzud-zY5D0c/edit#slide=id.ge1250ef5e6_0_0" TargetMode="Externa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6" name="Shape 4406"/>
        <p:cNvGrpSpPr/>
        <p:nvPr/>
      </p:nvGrpSpPr>
      <p:grpSpPr>
        <a:xfrm>
          <a:off x="0" y="0"/>
          <a:ext cx="0" cy="0"/>
          <a:chOff x="0" y="0"/>
          <a:chExt cx="0" cy="0"/>
        </a:xfrm>
      </p:grpSpPr>
      <p:sp>
        <p:nvSpPr>
          <p:cNvPr id="4407" name="Google Shape;4407;g13d5b310f8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8" name="Google Shape;4408;g13d5b310f8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6" name="Shape 4416"/>
        <p:cNvGrpSpPr/>
        <p:nvPr/>
      </p:nvGrpSpPr>
      <p:grpSpPr>
        <a:xfrm>
          <a:off x="0" y="0"/>
          <a:ext cx="0" cy="0"/>
          <a:chOff x="0" y="0"/>
          <a:chExt cx="0" cy="0"/>
        </a:xfrm>
      </p:grpSpPr>
      <p:sp>
        <p:nvSpPr>
          <p:cNvPr id="4417" name="Google Shape;4417;g37ea65cee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8" name="Google Shape;4418;g37ea65cee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4" name="Shape 4424"/>
        <p:cNvGrpSpPr/>
        <p:nvPr/>
      </p:nvGrpSpPr>
      <p:grpSpPr>
        <a:xfrm>
          <a:off x="0" y="0"/>
          <a:ext cx="0" cy="0"/>
          <a:chOff x="0" y="0"/>
          <a:chExt cx="0" cy="0"/>
        </a:xfrm>
      </p:grpSpPr>
      <p:sp>
        <p:nvSpPr>
          <p:cNvPr id="4425" name="Google Shape;4425;g37ea65ceeb1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6" name="Google Shape;4426;g37ea65ceeb1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Processed data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0" name="Shape 4460"/>
        <p:cNvGrpSpPr/>
        <p:nvPr/>
      </p:nvGrpSpPr>
      <p:grpSpPr>
        <a:xfrm>
          <a:off x="0" y="0"/>
          <a:ext cx="0" cy="0"/>
          <a:chOff x="0" y="0"/>
          <a:chExt cx="0" cy="0"/>
        </a:xfrm>
      </p:grpSpPr>
      <p:sp>
        <p:nvSpPr>
          <p:cNvPr id="4461" name="Google Shape;4461;g37ea65ceeb1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2" name="Google Shape;4462;g37ea65ceeb1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Faster adoption of emerging technologies</a:t>
            </a:r>
            <a:endParaRPr/>
          </a:p>
          <a:p>
            <a:pPr indent="0" lvl="0" marL="0" rtl="0" algn="l">
              <a:spcBef>
                <a:spcPts val="0"/>
              </a:spcBef>
              <a:spcAft>
                <a:spcPts val="0"/>
              </a:spcAft>
              <a:buNone/>
            </a:pPr>
            <a:r>
              <a:t/>
            </a:r>
            <a:endParaRPr/>
          </a:p>
          <a:p>
            <a:pPr indent="-317500" lvl="0" marL="457200" rtl="0" algn="l">
              <a:lnSpc>
                <a:spcPct val="140000"/>
              </a:lnSpc>
              <a:spcBef>
                <a:spcPts val="100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Ensure consistency and accuracy across the organization</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Embrace new technologies and smoothly modernize while leveraging existing investments</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Faster onboarding of new applications, services and systems</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Ease data exchange of critical information</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Enable agile and proactive decision-making and quickly adjust to time-sensitive policy changes without updating end-user applications</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Add anonymity between producers and consumers of data and protect data and resources during integration</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Avoid large rewrites when changing integrations. Custom-built, one-off integrations are inefficient, unreliable, and costly</a:t>
            </a:r>
            <a:endParaRPr sz="1400">
              <a:solidFill>
                <a:schemeClr val="dk1"/>
              </a:solidFill>
              <a:latin typeface="Red Hat Text"/>
              <a:ea typeface="Red Hat Text"/>
              <a:cs typeface="Red Hat Text"/>
              <a:sym typeface="Red Hat Text"/>
            </a:endParaRPr>
          </a:p>
          <a:p>
            <a:pPr indent="0" lvl="0" marL="0" rtl="0" algn="l">
              <a:spcBef>
                <a:spcPts val="10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Employees can focus on high-value tasks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6" name="Shape 4476"/>
        <p:cNvGrpSpPr/>
        <p:nvPr/>
      </p:nvGrpSpPr>
      <p:grpSpPr>
        <a:xfrm>
          <a:off x="0" y="0"/>
          <a:ext cx="0" cy="0"/>
          <a:chOff x="0" y="0"/>
          <a:chExt cx="0" cy="0"/>
        </a:xfrm>
      </p:grpSpPr>
      <p:sp>
        <p:nvSpPr>
          <p:cNvPr id="4477" name="Google Shape;4477;g37ea65ceeb1_0_4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8" name="Google Shape;4478;g37ea65ceeb1_0_4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integrations require expert knowledge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1" name="Shape 4491"/>
        <p:cNvGrpSpPr/>
        <p:nvPr/>
      </p:nvGrpSpPr>
      <p:grpSpPr>
        <a:xfrm>
          <a:off x="0" y="0"/>
          <a:ext cx="0" cy="0"/>
          <a:chOff x="0" y="0"/>
          <a:chExt cx="0" cy="0"/>
        </a:xfrm>
      </p:grpSpPr>
      <p:sp>
        <p:nvSpPr>
          <p:cNvPr id="4492" name="Google Shape;4492;g37ea65ceeb1_0_4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3" name="Google Shape;4493;g37ea65ceeb1_0_4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40000"/>
              </a:lnSpc>
              <a:spcBef>
                <a:spcPts val="100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Solving a problem: System components operate on different schedules or have varying processing capacities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5" name="Shape 4525"/>
        <p:cNvGrpSpPr/>
        <p:nvPr/>
      </p:nvGrpSpPr>
      <p:grpSpPr>
        <a:xfrm>
          <a:off x="0" y="0"/>
          <a:ext cx="0" cy="0"/>
          <a:chOff x="0" y="0"/>
          <a:chExt cx="0" cy="0"/>
        </a:xfrm>
      </p:grpSpPr>
      <p:sp>
        <p:nvSpPr>
          <p:cNvPr id="4526" name="Google Shape;4526;g37ea65ceeb1_0_4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7" name="Google Shape;4527;g37ea65ceeb1_0_4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1" name="Shape 4541"/>
        <p:cNvGrpSpPr/>
        <p:nvPr/>
      </p:nvGrpSpPr>
      <p:grpSpPr>
        <a:xfrm>
          <a:off x="0" y="0"/>
          <a:ext cx="0" cy="0"/>
          <a:chOff x="0" y="0"/>
          <a:chExt cx="0" cy="0"/>
        </a:xfrm>
      </p:grpSpPr>
      <p:sp>
        <p:nvSpPr>
          <p:cNvPr id="4542" name="Google Shape;4542;g37ea65ceeb1_0_4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3" name="Google Shape;4543;g37ea65ceeb1_0_4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40000"/>
              </a:lnSpc>
              <a:spcBef>
                <a:spcPts val="1000"/>
              </a:spcBef>
              <a:spcAft>
                <a:spcPts val="0"/>
              </a:spcAft>
              <a:buClr>
                <a:srgbClr val="EE0000"/>
              </a:buClr>
              <a:buSzPts val="1400"/>
              <a:buFont typeface="Red Hat Text"/>
              <a:buChar char="▸"/>
            </a:pPr>
            <a:r>
              <a:rPr lang="en" sz="1400">
                <a:solidFill>
                  <a:schemeClr val="dk1"/>
                </a:solidFill>
                <a:latin typeface="Red Hat Text"/>
                <a:ea typeface="Red Hat Text"/>
                <a:cs typeface="Red Hat Text"/>
                <a:sym typeface="Red Hat Text"/>
              </a:rPr>
              <a:t>Data pipeline is a workflow consisting of tasks that </a:t>
            </a:r>
            <a:r>
              <a:rPr b="1" lang="en" sz="1400">
                <a:solidFill>
                  <a:schemeClr val="dk1"/>
                </a:solidFill>
                <a:latin typeface="Red Hat Text"/>
                <a:ea typeface="Red Hat Text"/>
                <a:cs typeface="Red Hat Text"/>
                <a:sym typeface="Red Hat Text"/>
              </a:rPr>
              <a:t>collect, move, and transform</a:t>
            </a:r>
            <a:r>
              <a:rPr lang="en" sz="1400">
                <a:solidFill>
                  <a:schemeClr val="dk1"/>
                </a:solidFill>
                <a:latin typeface="Red Hat Text"/>
                <a:ea typeface="Red Hat Text"/>
                <a:cs typeface="Red Hat Text"/>
                <a:sym typeface="Red Hat Text"/>
              </a:rPr>
              <a:t> raw data from one or more data sources to a </a:t>
            </a:r>
            <a:r>
              <a:rPr b="1" lang="en" sz="1400">
                <a:solidFill>
                  <a:schemeClr val="dk1"/>
                </a:solidFill>
                <a:latin typeface="Red Hat Text"/>
                <a:ea typeface="Red Hat Text"/>
                <a:cs typeface="Red Hat Text"/>
                <a:sym typeface="Red Hat Text"/>
              </a:rPr>
              <a:t>data storage</a:t>
            </a:r>
            <a:endParaRPr b="1"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chemeClr val="dk1"/>
              </a:buClr>
              <a:buSzPts val="1400"/>
              <a:buFont typeface="Red Hat Text"/>
              <a:buChar char="▸"/>
            </a:pPr>
            <a:r>
              <a:rPr lang="en" sz="1400">
                <a:solidFill>
                  <a:schemeClr val="dk1"/>
                </a:solidFill>
                <a:latin typeface="Red Hat Text"/>
                <a:ea typeface="Red Hat Text"/>
                <a:cs typeface="Red Hat Text"/>
                <a:sym typeface="Red Hat Text"/>
              </a:rPr>
              <a:t>Designed to handle varying volumes and types of data</a:t>
            </a:r>
            <a:endParaRPr sz="1400">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b="1" lang="en" sz="1400">
                <a:solidFill>
                  <a:schemeClr val="dk1"/>
                </a:solidFill>
                <a:latin typeface="Red Hat Text"/>
                <a:ea typeface="Red Hat Text"/>
                <a:cs typeface="Red Hat Text"/>
                <a:sym typeface="Red Hat Text"/>
              </a:rPr>
              <a:t>Extract-transform-load (ETL)</a:t>
            </a:r>
            <a:r>
              <a:rPr lang="en" sz="1400">
                <a:solidFill>
                  <a:schemeClr val="dk1"/>
                </a:solidFill>
                <a:latin typeface="Red Hat Text"/>
                <a:ea typeface="Red Hat Text"/>
                <a:cs typeface="Red Hat Text"/>
                <a:sym typeface="Red Hat Text"/>
              </a:rPr>
              <a:t> pipeline extracts data from the source system, transform it into the desired format, and load it into the target system. </a:t>
            </a:r>
            <a:endParaRPr sz="1400">
              <a:solidFill>
                <a:schemeClr val="dk1"/>
              </a:solidFill>
              <a:latin typeface="Red Hat Text"/>
              <a:ea typeface="Red Hat Text"/>
              <a:cs typeface="Red Hat Text"/>
              <a:sym typeface="Red Hat Text"/>
            </a:endParaRPr>
          </a:p>
          <a:p>
            <a:pPr indent="-304800" lvl="1" marL="9144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Extract-load-transform (ELT) pipelines are popular in the cloud-native solutions - transformations can scale horizontally, handling varying volumes of data more efficiently than traditional ETL pipelines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9" name="Shape 4559"/>
        <p:cNvGrpSpPr/>
        <p:nvPr/>
      </p:nvGrpSpPr>
      <p:grpSpPr>
        <a:xfrm>
          <a:off x="0" y="0"/>
          <a:ext cx="0" cy="0"/>
          <a:chOff x="0" y="0"/>
          <a:chExt cx="0" cy="0"/>
        </a:xfrm>
      </p:grpSpPr>
      <p:sp>
        <p:nvSpPr>
          <p:cNvPr id="4560" name="Google Shape;4560;g37ea65ceeb1_0_4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1" name="Google Shape;4561;g37ea65ceeb1_0_4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40000"/>
              </a:lnSpc>
              <a:spcBef>
                <a:spcPts val="1000"/>
              </a:spcBef>
              <a:spcAft>
                <a:spcPts val="0"/>
              </a:spcAft>
              <a:buClr>
                <a:schemeClr val="dk1"/>
              </a:buClr>
              <a:buSzPts val="1100"/>
              <a:buFont typeface="Arial"/>
              <a:buNone/>
            </a:pPr>
            <a:r>
              <a:rPr lang="en" sz="1200">
                <a:solidFill>
                  <a:schemeClr val="dk1"/>
                </a:solidFill>
                <a:latin typeface="Red Hat Text"/>
                <a:ea typeface="Red Hat Text"/>
                <a:cs typeface="Red Hat Text"/>
                <a:sym typeface="Red Hat Text"/>
              </a:rPr>
              <a:t>Validate: Check incoming data for correctness and completeness to prevent errors and inconsistencies downstream.</a:t>
            </a:r>
            <a:endParaRPr sz="1200">
              <a:solidFill>
                <a:schemeClr val="dk1"/>
              </a:solidFill>
              <a:latin typeface="Red Hat Text"/>
              <a:ea typeface="Red Hat Text"/>
              <a:cs typeface="Red Hat Text"/>
              <a:sym typeface="Red Hat Text"/>
            </a:endParaRPr>
          </a:p>
          <a:p>
            <a:pPr indent="-190500" lvl="0" marL="285750" rtl="0" algn="l">
              <a:lnSpc>
                <a:spcPct val="140000"/>
              </a:lnSpc>
              <a:spcBef>
                <a:spcPts val="1000"/>
              </a:spcBef>
              <a:spcAft>
                <a:spcPts val="0"/>
              </a:spcAft>
              <a:buClr>
                <a:srgbClr val="EE0000"/>
              </a:buClr>
              <a:buSzPts val="1200"/>
              <a:buFont typeface="Red Hat Text"/>
              <a:buChar char="▸"/>
            </a:pPr>
            <a:r>
              <a:rPr lang="en" sz="1200">
                <a:solidFill>
                  <a:schemeClr val="dk1"/>
                </a:solidFill>
                <a:latin typeface="Red Hat Text"/>
                <a:ea typeface="Red Hat Text"/>
                <a:cs typeface="Red Hat Text"/>
                <a:sym typeface="Red Hat Text"/>
              </a:rPr>
              <a:t>Data format</a:t>
            </a:r>
            <a:endParaRPr sz="1200">
              <a:solidFill>
                <a:schemeClr val="dk1"/>
              </a:solidFill>
              <a:latin typeface="Red Hat Text"/>
              <a:ea typeface="Red Hat Text"/>
              <a:cs typeface="Red Hat Text"/>
              <a:sym typeface="Red Hat Text"/>
            </a:endParaRPr>
          </a:p>
          <a:p>
            <a:pPr indent="-190500" lvl="0" marL="285750" rtl="0" algn="l">
              <a:lnSpc>
                <a:spcPct val="140000"/>
              </a:lnSpc>
              <a:spcBef>
                <a:spcPts val="0"/>
              </a:spcBef>
              <a:spcAft>
                <a:spcPts val="0"/>
              </a:spcAft>
              <a:buClr>
                <a:srgbClr val="EE0000"/>
              </a:buClr>
              <a:buSzPts val="1200"/>
              <a:buFont typeface="Red Hat Text"/>
              <a:buChar char="▸"/>
            </a:pPr>
            <a:r>
              <a:rPr lang="en" sz="1200">
                <a:solidFill>
                  <a:schemeClr val="dk1"/>
                </a:solidFill>
                <a:latin typeface="Red Hat Text"/>
                <a:ea typeface="Red Hat Text"/>
                <a:cs typeface="Red Hat Text"/>
                <a:sym typeface="Red Hat Text"/>
              </a:rPr>
              <a:t>Data type</a:t>
            </a:r>
            <a:endParaRPr sz="1200">
              <a:solidFill>
                <a:schemeClr val="dk1"/>
              </a:solidFill>
              <a:latin typeface="Red Hat Text"/>
              <a:ea typeface="Red Hat Text"/>
              <a:cs typeface="Red Hat Text"/>
              <a:sym typeface="Red Hat Text"/>
            </a:endParaRPr>
          </a:p>
          <a:p>
            <a:pPr indent="-190500" lvl="0" marL="285750" rtl="0" algn="l">
              <a:lnSpc>
                <a:spcPct val="140000"/>
              </a:lnSpc>
              <a:spcBef>
                <a:spcPts val="0"/>
              </a:spcBef>
              <a:spcAft>
                <a:spcPts val="0"/>
              </a:spcAft>
              <a:buClr>
                <a:srgbClr val="EE0000"/>
              </a:buClr>
              <a:buSzPts val="1200"/>
              <a:buFont typeface="Red Hat Text"/>
              <a:buChar char="▸"/>
            </a:pPr>
            <a:r>
              <a:rPr lang="en" sz="1200">
                <a:solidFill>
                  <a:schemeClr val="dk1"/>
                </a:solidFill>
                <a:latin typeface="Red Hat Text"/>
                <a:ea typeface="Red Hat Text"/>
                <a:cs typeface="Red Hat Text"/>
                <a:sym typeface="Red Hat Text"/>
              </a:rPr>
              <a:t>Value ranges</a:t>
            </a:r>
            <a:endParaRPr sz="1200">
              <a:solidFill>
                <a:schemeClr val="dk1"/>
              </a:solidFill>
              <a:latin typeface="Red Hat Text"/>
              <a:ea typeface="Red Hat Text"/>
              <a:cs typeface="Red Hat Text"/>
              <a:sym typeface="Red Hat Text"/>
            </a:endParaRPr>
          </a:p>
          <a:p>
            <a:pPr indent="0" lvl="0" marL="0" rtl="0" algn="l">
              <a:lnSpc>
                <a:spcPct val="140000"/>
              </a:lnSpc>
              <a:spcBef>
                <a:spcPts val="1000"/>
              </a:spcBef>
              <a:spcAft>
                <a:spcPts val="0"/>
              </a:spcAft>
              <a:buNone/>
            </a:pPr>
            <a:r>
              <a:rPr lang="en" sz="1200">
                <a:solidFill>
                  <a:schemeClr val="dk1"/>
                </a:solidFill>
                <a:latin typeface="Red Hat Text"/>
                <a:ea typeface="Red Hat Text"/>
                <a:cs typeface="Red Hat Text"/>
                <a:sym typeface="Red Hat Text"/>
              </a:rPr>
              <a:t>Enrich: Incorporate related data from other sources to make incoming data more complete and useful</a:t>
            </a:r>
            <a:endParaRPr sz="1200">
              <a:solidFill>
                <a:schemeClr val="dk1"/>
              </a:solidFill>
              <a:latin typeface="Red Hat Text"/>
              <a:ea typeface="Red Hat Text"/>
              <a:cs typeface="Red Hat Text"/>
              <a:sym typeface="Red Hat Text"/>
            </a:endParaRPr>
          </a:p>
          <a:p>
            <a:pPr indent="0" lvl="0" marL="0" rtl="0" algn="l">
              <a:lnSpc>
                <a:spcPct val="140000"/>
              </a:lnSpc>
              <a:spcBef>
                <a:spcPts val="1000"/>
              </a:spcBef>
              <a:spcAft>
                <a:spcPts val="0"/>
              </a:spcAft>
              <a:buNone/>
            </a:pPr>
            <a:r>
              <a:rPr lang="en" sz="1200">
                <a:solidFill>
                  <a:schemeClr val="dk1"/>
                </a:solidFill>
                <a:latin typeface="Red Hat Text"/>
                <a:ea typeface="Red Hat Text"/>
                <a:cs typeface="Red Hat Text"/>
                <a:sym typeface="Red Hat Text"/>
              </a:rPr>
              <a:t>Transform: Convert data from one format or structure to another to align data with the target system interface</a:t>
            </a:r>
            <a:endParaRPr sz="1200">
              <a:solidFill>
                <a:schemeClr val="dk1"/>
              </a:solidFill>
              <a:latin typeface="Red Hat Text"/>
              <a:ea typeface="Red Hat Text"/>
              <a:cs typeface="Red Hat Text"/>
              <a:sym typeface="Red Hat Text"/>
            </a:endParaRPr>
          </a:p>
          <a:p>
            <a:pPr indent="-190500" lvl="0" marL="228600" rtl="0" algn="l">
              <a:lnSpc>
                <a:spcPct val="140000"/>
              </a:lnSpc>
              <a:spcBef>
                <a:spcPts val="1000"/>
              </a:spcBef>
              <a:spcAft>
                <a:spcPts val="0"/>
              </a:spcAft>
              <a:buClr>
                <a:srgbClr val="EE0000"/>
              </a:buClr>
              <a:buSzPts val="1200"/>
              <a:buFont typeface="Red Hat Text"/>
              <a:buChar char="▸"/>
            </a:pPr>
            <a:r>
              <a:rPr lang="en" sz="1200">
                <a:solidFill>
                  <a:schemeClr val="dk1"/>
                </a:solidFill>
                <a:latin typeface="Red Hat Text"/>
                <a:ea typeface="Red Hat Text"/>
                <a:cs typeface="Red Hat Text"/>
                <a:sym typeface="Red Hat Text"/>
              </a:rPr>
              <a:t>Format transformation - JSON &lt;=&gt; XML</a:t>
            </a:r>
            <a:endParaRPr sz="1200">
              <a:solidFill>
                <a:schemeClr val="dk1"/>
              </a:solidFill>
              <a:latin typeface="Red Hat Text"/>
              <a:ea typeface="Red Hat Text"/>
              <a:cs typeface="Red Hat Text"/>
              <a:sym typeface="Red Hat Text"/>
            </a:endParaRPr>
          </a:p>
          <a:p>
            <a:pPr indent="-190500" lvl="0" marL="228600" rtl="0" algn="l">
              <a:lnSpc>
                <a:spcPct val="140000"/>
              </a:lnSpc>
              <a:spcBef>
                <a:spcPts val="0"/>
              </a:spcBef>
              <a:spcAft>
                <a:spcPts val="0"/>
              </a:spcAft>
              <a:buClr>
                <a:srgbClr val="EE0000"/>
              </a:buClr>
              <a:buSzPts val="1200"/>
              <a:buFont typeface="Red Hat Text"/>
              <a:buChar char="▸"/>
            </a:pPr>
            <a:r>
              <a:rPr lang="en" sz="1200">
                <a:solidFill>
                  <a:schemeClr val="dk1"/>
                </a:solidFill>
                <a:latin typeface="Red Hat Text"/>
                <a:ea typeface="Red Hat Text"/>
                <a:cs typeface="Red Hat Text"/>
                <a:sym typeface="Red Hat Text"/>
              </a:rPr>
              <a:t>Data transformation - 1:1, N:1, merging, complex manipulations</a:t>
            </a:r>
            <a:endParaRPr sz="1200">
              <a:solidFill>
                <a:schemeClr val="dk1"/>
              </a:solidFill>
              <a:latin typeface="Red Hat Text"/>
              <a:ea typeface="Red Hat Text"/>
              <a:cs typeface="Red Hat Text"/>
              <a:sym typeface="Red Hat Text"/>
            </a:endParaRPr>
          </a:p>
          <a:p>
            <a:pPr indent="0" lvl="0" marL="0" rtl="0" algn="l">
              <a:spcBef>
                <a:spcPts val="10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3" name="Shape 4583"/>
        <p:cNvGrpSpPr/>
        <p:nvPr/>
      </p:nvGrpSpPr>
      <p:grpSpPr>
        <a:xfrm>
          <a:off x="0" y="0"/>
          <a:ext cx="0" cy="0"/>
          <a:chOff x="0" y="0"/>
          <a:chExt cx="0" cy="0"/>
        </a:xfrm>
      </p:grpSpPr>
      <p:sp>
        <p:nvSpPr>
          <p:cNvPr id="4584" name="Google Shape;4584;g37ea65ceeb1_0_4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5" name="Google Shape;4585;g37ea65ceeb1_0_4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0" name="Shape 4610"/>
        <p:cNvGrpSpPr/>
        <p:nvPr/>
      </p:nvGrpSpPr>
      <p:grpSpPr>
        <a:xfrm>
          <a:off x="0" y="0"/>
          <a:ext cx="0" cy="0"/>
          <a:chOff x="0" y="0"/>
          <a:chExt cx="0" cy="0"/>
        </a:xfrm>
      </p:grpSpPr>
      <p:sp>
        <p:nvSpPr>
          <p:cNvPr id="4611" name="Google Shape;4611;g2afc33a91d4_0_2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2" name="Google Shape;4612;g2afc33a91d4_0_2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8" name="Shape 4618"/>
        <p:cNvGrpSpPr/>
        <p:nvPr/>
      </p:nvGrpSpPr>
      <p:grpSpPr>
        <a:xfrm>
          <a:off x="0" y="0"/>
          <a:ext cx="0" cy="0"/>
          <a:chOff x="0" y="0"/>
          <a:chExt cx="0" cy="0"/>
        </a:xfrm>
      </p:grpSpPr>
      <p:sp>
        <p:nvSpPr>
          <p:cNvPr id="4619" name="Google Shape;4619;g2c8ed0afb4d_0_1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0" name="Google Shape;4620;g2c8ed0afb4d_0_1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focus on the high-level design of how applications interact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6" name="Shape 4636"/>
        <p:cNvGrpSpPr/>
        <p:nvPr/>
      </p:nvGrpSpPr>
      <p:grpSpPr>
        <a:xfrm>
          <a:off x="0" y="0"/>
          <a:ext cx="0" cy="0"/>
          <a:chOff x="0" y="0"/>
          <a:chExt cx="0" cy="0"/>
        </a:xfrm>
      </p:grpSpPr>
      <p:sp>
        <p:nvSpPr>
          <p:cNvPr id="4637" name="Google Shape;4637;g2c8ed0afb4d_0_1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8" name="Google Shape;4638;g2c8ed0afb4d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7" name="Shape 4667"/>
        <p:cNvGrpSpPr/>
        <p:nvPr/>
      </p:nvGrpSpPr>
      <p:grpSpPr>
        <a:xfrm>
          <a:off x="0" y="0"/>
          <a:ext cx="0" cy="0"/>
          <a:chOff x="0" y="0"/>
          <a:chExt cx="0" cy="0"/>
        </a:xfrm>
      </p:grpSpPr>
      <p:sp>
        <p:nvSpPr>
          <p:cNvPr id="4668" name="Google Shape;4668;g2c8ed0afb4d_0_1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9" name="Google Shape;4669;g2c8ed0afb4d_0_1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8" name="Shape 4678"/>
        <p:cNvGrpSpPr/>
        <p:nvPr/>
      </p:nvGrpSpPr>
      <p:grpSpPr>
        <a:xfrm>
          <a:off x="0" y="0"/>
          <a:ext cx="0" cy="0"/>
          <a:chOff x="0" y="0"/>
          <a:chExt cx="0" cy="0"/>
        </a:xfrm>
      </p:grpSpPr>
      <p:sp>
        <p:nvSpPr>
          <p:cNvPr id="4679" name="Google Shape;4679;g2c8ed0afb4d_0_15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0" name="Google Shape;4680;g2c8ed0afb4d_0_15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7" name="Shape 4697"/>
        <p:cNvGrpSpPr/>
        <p:nvPr/>
      </p:nvGrpSpPr>
      <p:grpSpPr>
        <a:xfrm>
          <a:off x="0" y="0"/>
          <a:ext cx="0" cy="0"/>
          <a:chOff x="0" y="0"/>
          <a:chExt cx="0" cy="0"/>
        </a:xfrm>
      </p:grpSpPr>
      <p:sp>
        <p:nvSpPr>
          <p:cNvPr id="4698" name="Google Shape;4698;g2c8ed0afb4d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9" name="Google Shape;4699;g2c8ed0afb4d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5" name="Shape 4735"/>
        <p:cNvGrpSpPr/>
        <p:nvPr/>
      </p:nvGrpSpPr>
      <p:grpSpPr>
        <a:xfrm>
          <a:off x="0" y="0"/>
          <a:ext cx="0" cy="0"/>
          <a:chOff x="0" y="0"/>
          <a:chExt cx="0" cy="0"/>
        </a:xfrm>
      </p:grpSpPr>
      <p:sp>
        <p:nvSpPr>
          <p:cNvPr id="4736" name="Google Shape;4736;g2c8ed0afb4d_0_1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7" name="Google Shape;4737;g2c8ed0afb4d_0_1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5" name="Shape 4755"/>
        <p:cNvGrpSpPr/>
        <p:nvPr/>
      </p:nvGrpSpPr>
      <p:grpSpPr>
        <a:xfrm>
          <a:off x="0" y="0"/>
          <a:ext cx="0" cy="0"/>
          <a:chOff x="0" y="0"/>
          <a:chExt cx="0" cy="0"/>
        </a:xfrm>
      </p:grpSpPr>
      <p:sp>
        <p:nvSpPr>
          <p:cNvPr id="4756" name="Google Shape;4756;g2c8ed0afb4d_0_1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7" name="Google Shape;4757;g2c8ed0afb4d_0_1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4" name="Shape 4774"/>
        <p:cNvGrpSpPr/>
        <p:nvPr/>
      </p:nvGrpSpPr>
      <p:grpSpPr>
        <a:xfrm>
          <a:off x="0" y="0"/>
          <a:ext cx="0" cy="0"/>
          <a:chOff x="0" y="0"/>
          <a:chExt cx="0" cy="0"/>
        </a:xfrm>
      </p:grpSpPr>
      <p:sp>
        <p:nvSpPr>
          <p:cNvPr id="4775" name="Google Shape;4775;g2c8ed0afb4d_0_1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6" name="Google Shape;4776;g2c8ed0afb4d_0_1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0" name="Shape 4790"/>
        <p:cNvGrpSpPr/>
        <p:nvPr/>
      </p:nvGrpSpPr>
      <p:grpSpPr>
        <a:xfrm>
          <a:off x="0" y="0"/>
          <a:ext cx="0" cy="0"/>
          <a:chOff x="0" y="0"/>
          <a:chExt cx="0" cy="0"/>
        </a:xfrm>
      </p:grpSpPr>
      <p:sp>
        <p:nvSpPr>
          <p:cNvPr id="4791" name="Google Shape;4791;g2c8ed0afb4d_0_1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2" name="Google Shape;4792;g2c8ed0afb4d_0_1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8" name="Shape 4798"/>
        <p:cNvGrpSpPr/>
        <p:nvPr/>
      </p:nvGrpSpPr>
      <p:grpSpPr>
        <a:xfrm>
          <a:off x="0" y="0"/>
          <a:ext cx="0" cy="0"/>
          <a:chOff x="0" y="0"/>
          <a:chExt cx="0" cy="0"/>
        </a:xfrm>
      </p:grpSpPr>
      <p:sp>
        <p:nvSpPr>
          <p:cNvPr id="4799" name="Google Shape;4799;g2c8ed0afb4d_0_1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0" name="Google Shape;4800;g2c8ed0afb4d_0_1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1" name="Shape 4811"/>
        <p:cNvGrpSpPr/>
        <p:nvPr/>
      </p:nvGrpSpPr>
      <p:grpSpPr>
        <a:xfrm>
          <a:off x="0" y="0"/>
          <a:ext cx="0" cy="0"/>
          <a:chOff x="0" y="0"/>
          <a:chExt cx="0" cy="0"/>
        </a:xfrm>
      </p:grpSpPr>
      <p:sp>
        <p:nvSpPr>
          <p:cNvPr id="4812" name="Google Shape;4812;g2c8ed0afb4d_0_1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3" name="Google Shape;4813;g2c8ed0afb4d_0_1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000">
                <a:solidFill>
                  <a:schemeClr val="dk1"/>
                </a:solidFill>
                <a:latin typeface="Red Hat Text"/>
                <a:ea typeface="Red Hat Text"/>
                <a:cs typeface="Red Hat Text"/>
                <a:sym typeface="Red Hat Text"/>
              </a:rPr>
              <a:t>REST DSL to be replaced with rest().openapi().specification(...)</a:t>
            </a:r>
            <a:endParaRPr sz="1000">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6" name="Shape 4826"/>
        <p:cNvGrpSpPr/>
        <p:nvPr/>
      </p:nvGrpSpPr>
      <p:grpSpPr>
        <a:xfrm>
          <a:off x="0" y="0"/>
          <a:ext cx="0" cy="0"/>
          <a:chOff x="0" y="0"/>
          <a:chExt cx="0" cy="0"/>
        </a:xfrm>
      </p:grpSpPr>
      <p:sp>
        <p:nvSpPr>
          <p:cNvPr id="4827" name="Google Shape;4827;g2c7daa43ec7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8" name="Google Shape;4828;g2c7daa43ec7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6" name="Shape 4836"/>
        <p:cNvGrpSpPr/>
        <p:nvPr/>
      </p:nvGrpSpPr>
      <p:grpSpPr>
        <a:xfrm>
          <a:off x="0" y="0"/>
          <a:ext cx="0" cy="0"/>
          <a:chOff x="0" y="0"/>
          <a:chExt cx="0" cy="0"/>
        </a:xfrm>
      </p:grpSpPr>
      <p:sp>
        <p:nvSpPr>
          <p:cNvPr id="4837" name="Google Shape;4837;g1f50d6992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8" name="Google Shape;4838;g1f50d6992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8" name="Shape 4848"/>
        <p:cNvGrpSpPr/>
        <p:nvPr/>
      </p:nvGrpSpPr>
      <p:grpSpPr>
        <a:xfrm>
          <a:off x="0" y="0"/>
          <a:ext cx="0" cy="0"/>
          <a:chOff x="0" y="0"/>
          <a:chExt cx="0" cy="0"/>
        </a:xfrm>
      </p:grpSpPr>
      <p:sp>
        <p:nvSpPr>
          <p:cNvPr id="4849" name="Google Shape;4849;g2c7daa43ec7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0" name="Google Shape;4850;g2c7daa43ec7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8" name="Shape 4858"/>
        <p:cNvGrpSpPr/>
        <p:nvPr/>
      </p:nvGrpSpPr>
      <p:grpSpPr>
        <a:xfrm>
          <a:off x="0" y="0"/>
          <a:ext cx="0" cy="0"/>
          <a:chOff x="0" y="0"/>
          <a:chExt cx="0" cy="0"/>
        </a:xfrm>
      </p:grpSpPr>
      <p:sp>
        <p:nvSpPr>
          <p:cNvPr id="4859" name="Google Shape;4859;g1f4e9b0e977_0_1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0" name="Google Shape;4860;g1f4e9b0e977_0_1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8" name="Shape 4868"/>
        <p:cNvGrpSpPr/>
        <p:nvPr/>
      </p:nvGrpSpPr>
      <p:grpSpPr>
        <a:xfrm>
          <a:off x="0" y="0"/>
          <a:ext cx="0" cy="0"/>
          <a:chOff x="0" y="0"/>
          <a:chExt cx="0" cy="0"/>
        </a:xfrm>
      </p:grpSpPr>
      <p:sp>
        <p:nvSpPr>
          <p:cNvPr id="4869" name="Google Shape;4869;g2b8aa887e0f_0_3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0" name="Google Shape;4870;g2b8aa887e0f_0_3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2" name="Shape 4882"/>
        <p:cNvGrpSpPr/>
        <p:nvPr/>
      </p:nvGrpSpPr>
      <p:grpSpPr>
        <a:xfrm>
          <a:off x="0" y="0"/>
          <a:ext cx="0" cy="0"/>
          <a:chOff x="0" y="0"/>
          <a:chExt cx="0" cy="0"/>
        </a:xfrm>
      </p:grpSpPr>
      <p:sp>
        <p:nvSpPr>
          <p:cNvPr id="4883" name="Google Shape;4883;g2032d22489a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4" name="Google Shape;4884;g2032d22489a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8" name="Shape 4918"/>
        <p:cNvGrpSpPr/>
        <p:nvPr/>
      </p:nvGrpSpPr>
      <p:grpSpPr>
        <a:xfrm>
          <a:off x="0" y="0"/>
          <a:ext cx="0" cy="0"/>
          <a:chOff x="0" y="0"/>
          <a:chExt cx="0" cy="0"/>
        </a:xfrm>
      </p:grpSpPr>
      <p:sp>
        <p:nvSpPr>
          <p:cNvPr id="4919" name="Google Shape;4919;g16b84bf8f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0" name="Google Shape;4920;g16b84bf8f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Because Sources/Sinks/Actions are in essence (to put it simply) Camel Consumers/Producers/EIPs, they are placed in a Camel route in the same locations, and can co-exist with other Camel K code lines.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1" name="Shape 4971"/>
        <p:cNvGrpSpPr/>
        <p:nvPr/>
      </p:nvGrpSpPr>
      <p:grpSpPr>
        <a:xfrm>
          <a:off x="0" y="0"/>
          <a:ext cx="0" cy="0"/>
          <a:chOff x="0" y="0"/>
          <a:chExt cx="0" cy="0"/>
        </a:xfrm>
      </p:grpSpPr>
      <p:sp>
        <p:nvSpPr>
          <p:cNvPr id="4972" name="Google Shape;4972;g16b84bf8f57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3" name="Google Shape;4973;g16b84bf8f57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(Same slide but using AMQ-Streams platform)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example shows the same any-to-any Kamelet Bindings (as seen in the KB intro slides) but with the AMQ-Streams platform in between.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channel any input data source into AMQ-Streams. Any client or application connected to AMQ-Streams is a potential consumer</a:t>
            </a:r>
            <a:endParaRPr/>
          </a:p>
          <a:p>
            <a:pPr indent="0" lvl="0" marL="0" rtl="0" algn="l">
              <a:spcBef>
                <a:spcPts val="0"/>
              </a:spcBef>
              <a:spcAft>
                <a:spcPts val="0"/>
              </a:spcAft>
              <a:buNone/>
            </a:pPr>
            <a:r>
              <a:rPr lang="en"/>
              <a:t>Likewise we can export any AMQ-Streams events to the outside world via Sink Kamelets and thus, any Kafka client or application connected to AMQ-Streams becomes a potential data producer to external entities.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3" name="Shape 5033"/>
        <p:cNvGrpSpPr/>
        <p:nvPr/>
      </p:nvGrpSpPr>
      <p:grpSpPr>
        <a:xfrm>
          <a:off x="0" y="0"/>
          <a:ext cx="0" cy="0"/>
          <a:chOff x="0" y="0"/>
          <a:chExt cx="0" cy="0"/>
        </a:xfrm>
      </p:grpSpPr>
      <p:sp>
        <p:nvSpPr>
          <p:cNvPr id="5034" name="Google Shape;5034;g37e9261edf5_0_1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5" name="Google Shape;5035;g37e9261edf5_0_1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1" name="Shape 5041"/>
        <p:cNvGrpSpPr/>
        <p:nvPr/>
      </p:nvGrpSpPr>
      <p:grpSpPr>
        <a:xfrm>
          <a:off x="0" y="0"/>
          <a:ext cx="0" cy="0"/>
          <a:chOff x="0" y="0"/>
          <a:chExt cx="0" cy="0"/>
        </a:xfrm>
      </p:grpSpPr>
      <p:sp>
        <p:nvSpPr>
          <p:cNvPr id="5042" name="Google Shape;5042;g37ea65ceeb1_0_3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3" name="Google Shape;5043;g37ea65ceeb1_0_3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of integration patterns leads to efficient solution implementation of connecting disparate systems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4" name="Shape 5084"/>
        <p:cNvGrpSpPr/>
        <p:nvPr/>
      </p:nvGrpSpPr>
      <p:grpSpPr>
        <a:xfrm>
          <a:off x="0" y="0"/>
          <a:ext cx="0" cy="0"/>
          <a:chOff x="0" y="0"/>
          <a:chExt cx="0" cy="0"/>
        </a:xfrm>
      </p:grpSpPr>
      <p:sp>
        <p:nvSpPr>
          <p:cNvPr id="5085" name="Google Shape;5085;g37e9261ed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6" name="Google Shape;5086;g37e9261ed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8" name="Shape 5098"/>
        <p:cNvGrpSpPr/>
        <p:nvPr/>
      </p:nvGrpSpPr>
      <p:grpSpPr>
        <a:xfrm>
          <a:off x="0" y="0"/>
          <a:ext cx="0" cy="0"/>
          <a:chOff x="0" y="0"/>
          <a:chExt cx="0" cy="0"/>
        </a:xfrm>
      </p:grpSpPr>
      <p:sp>
        <p:nvSpPr>
          <p:cNvPr id="5099" name="Google Shape;5099;g37e9261edf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00" name="Google Shape;5100;g37e9261edf5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Universal patterns that are reusable for developers to use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7" name="Shape 5107"/>
        <p:cNvGrpSpPr/>
        <p:nvPr/>
      </p:nvGrpSpPr>
      <p:grpSpPr>
        <a:xfrm>
          <a:off x="0" y="0"/>
          <a:ext cx="0" cy="0"/>
          <a:chOff x="0" y="0"/>
          <a:chExt cx="0" cy="0"/>
        </a:xfrm>
      </p:grpSpPr>
      <p:sp>
        <p:nvSpPr>
          <p:cNvPr id="5108" name="Google Shape;5108;g37e9261ed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9" name="Google Shape;5109;g37e9261ed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6" name="Shape 5136"/>
        <p:cNvGrpSpPr/>
        <p:nvPr/>
      </p:nvGrpSpPr>
      <p:grpSpPr>
        <a:xfrm>
          <a:off x="0" y="0"/>
          <a:ext cx="0" cy="0"/>
          <a:chOff x="0" y="0"/>
          <a:chExt cx="0" cy="0"/>
        </a:xfrm>
      </p:grpSpPr>
      <p:sp>
        <p:nvSpPr>
          <p:cNvPr id="5137" name="Google Shape;5137;g37e9261edf5_0_39: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8" name="Google Shape;5138;g37e9261edf5_0_39:notes"/>
          <p:cNvSpPr txBox="1"/>
          <p:nvPr>
            <p:ph idx="1" type="body"/>
          </p:nvPr>
        </p:nvSpPr>
        <p:spPr>
          <a:xfrm>
            <a:off x="1129553" y="4281382"/>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So, let's start with some of the easy use cases and patterns.</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 Camel is based on Pipes and Filters pattern,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Pipes and Filters architectural style to divides a larger processing task into a sequence of smaller, independent processing steps (Filters) that are connected by channels (Pipes).</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So is Camel… camel moves messages from souce to destination by performing routing and transformation at every step which are connected by pipes</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But even then, there is the question, how do we start… and this where the first pattern comes into play.</a:t>
            </a:r>
            <a:endParaRPr b="0" sz="1400" strike="noStrike">
              <a:solidFill>
                <a:srgbClr val="000000"/>
              </a:solidFill>
              <a:latin typeface="Overpass"/>
              <a:ea typeface="Overpass"/>
              <a:cs typeface="Overpass"/>
              <a:sym typeface="Overpas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7" name="Shape 5147"/>
        <p:cNvGrpSpPr/>
        <p:nvPr/>
      </p:nvGrpSpPr>
      <p:grpSpPr>
        <a:xfrm>
          <a:off x="0" y="0"/>
          <a:ext cx="0" cy="0"/>
          <a:chOff x="0" y="0"/>
          <a:chExt cx="0" cy="0"/>
        </a:xfrm>
      </p:grpSpPr>
      <p:sp>
        <p:nvSpPr>
          <p:cNvPr id="5148" name="Google Shape;5148;g37e9261edf5_0_46: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9" name="Google Shape;5149;g37e9261edf5_0_46: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VETRO is a nice acronym and pattern to keep in mind and start with when creating a Camel route...</a:t>
            </a:r>
            <a:endParaRPr b="0" sz="1400" strike="noStrike">
              <a:solidFill>
                <a:srgbClr val="000000"/>
              </a:solidFill>
              <a:latin typeface="Overpass"/>
              <a:ea typeface="Overpass"/>
              <a:cs typeface="Overpass"/>
              <a:sym typeface="Overpas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8" name="Shape 5158"/>
        <p:cNvGrpSpPr/>
        <p:nvPr/>
      </p:nvGrpSpPr>
      <p:grpSpPr>
        <a:xfrm>
          <a:off x="0" y="0"/>
          <a:ext cx="0" cy="0"/>
          <a:chOff x="0" y="0"/>
          <a:chExt cx="0" cy="0"/>
        </a:xfrm>
      </p:grpSpPr>
      <p:sp>
        <p:nvSpPr>
          <p:cNvPr id="5159" name="Google Shape;5159;g37e9261edf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0" name="Google Shape;5160;g37e9261edf5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Very simple Camel route example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0" name="Shape 5170"/>
        <p:cNvGrpSpPr/>
        <p:nvPr/>
      </p:nvGrpSpPr>
      <p:grpSpPr>
        <a:xfrm>
          <a:off x="0" y="0"/>
          <a:ext cx="0" cy="0"/>
          <a:chOff x="0" y="0"/>
          <a:chExt cx="0" cy="0"/>
        </a:xfrm>
      </p:grpSpPr>
      <p:sp>
        <p:nvSpPr>
          <p:cNvPr id="5171" name="Google Shape;5171;g37e9261edf5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2" name="Google Shape;5172;g37e9261edf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9" name="Shape 5179"/>
        <p:cNvGrpSpPr/>
        <p:nvPr/>
      </p:nvGrpSpPr>
      <p:grpSpPr>
        <a:xfrm>
          <a:off x="0" y="0"/>
          <a:ext cx="0" cy="0"/>
          <a:chOff x="0" y="0"/>
          <a:chExt cx="0" cy="0"/>
        </a:xfrm>
      </p:grpSpPr>
      <p:sp>
        <p:nvSpPr>
          <p:cNvPr id="5180" name="Google Shape;5180;g37e9261edf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1" name="Google Shape;5181;g37e9261edf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5" name="Shape 5215"/>
        <p:cNvGrpSpPr/>
        <p:nvPr/>
      </p:nvGrpSpPr>
      <p:grpSpPr>
        <a:xfrm>
          <a:off x="0" y="0"/>
          <a:ext cx="0" cy="0"/>
          <a:chOff x="0" y="0"/>
          <a:chExt cx="0" cy="0"/>
        </a:xfrm>
      </p:grpSpPr>
      <p:sp>
        <p:nvSpPr>
          <p:cNvPr id="5216" name="Google Shape;5216;g37e9261edf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17" name="Google Shape;5217;g37e9261edf5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Overall architecture of Apache Camel</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6" name="Shape 5226"/>
        <p:cNvGrpSpPr/>
        <p:nvPr/>
      </p:nvGrpSpPr>
      <p:grpSpPr>
        <a:xfrm>
          <a:off x="0" y="0"/>
          <a:ext cx="0" cy="0"/>
          <a:chOff x="0" y="0"/>
          <a:chExt cx="0" cy="0"/>
        </a:xfrm>
      </p:grpSpPr>
      <p:sp>
        <p:nvSpPr>
          <p:cNvPr id="5227" name="Google Shape;5227;g37e9261edf5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8" name="Google Shape;5228;g37e9261edf5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9" name="Shape 5239"/>
        <p:cNvGrpSpPr/>
        <p:nvPr/>
      </p:nvGrpSpPr>
      <p:grpSpPr>
        <a:xfrm>
          <a:off x="0" y="0"/>
          <a:ext cx="0" cy="0"/>
          <a:chOff x="0" y="0"/>
          <a:chExt cx="0" cy="0"/>
        </a:xfrm>
      </p:grpSpPr>
      <p:sp>
        <p:nvSpPr>
          <p:cNvPr id="5240" name="Google Shape;5240;g37e9261edf5_0_11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1" name="Google Shape;5241;g37e9261edf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4" name="Shape 5254"/>
        <p:cNvGrpSpPr/>
        <p:nvPr/>
      </p:nvGrpSpPr>
      <p:grpSpPr>
        <a:xfrm>
          <a:off x="0" y="0"/>
          <a:ext cx="0" cy="0"/>
          <a:chOff x="0" y="0"/>
          <a:chExt cx="0" cy="0"/>
        </a:xfrm>
      </p:grpSpPr>
      <p:sp>
        <p:nvSpPr>
          <p:cNvPr id="5255" name="Google Shape;5255;g37e9261edf5_0_615: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6" name="Google Shape;5256;g37e9261edf5_0_615: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rPr>
              <a:t>The</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Edge Component pattern</a:t>
            </a:r>
            <a:r>
              <a:rPr lang="en">
                <a:solidFill>
                  <a:schemeClr val="dk1"/>
                </a:solidFill>
              </a:rPr>
              <a:t> is a design pattern for Apache Camel that separates the business logic of an integration from the technology-specific details of the endpoints it connects to. It is a specialization of the Ports and Adapters (or Hexagonal Architecture) pattern, applied within a Camel-based application.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approach divides your Camel routes into two distinct layers: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The "Inside" Layer (Core Logic):</a:t>
            </a:r>
            <a:r>
              <a:rPr lang="en">
                <a:solidFill>
                  <a:schemeClr val="dk1"/>
                </a:solidFill>
              </a:rPr>
              <a:t> Contains reusable Camel routes that focus solely on the business logic of the integration. This layer is independent of any specific protocol or transport technology.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The "Outside" Layer (Edge Components/Adapters):</a:t>
            </a:r>
            <a:r>
              <a:rPr lang="en">
                <a:solidFill>
                  <a:schemeClr val="dk1"/>
                </a:solidFill>
              </a:rPr>
              <a:t> Contains Camel routes that act as adapters, handling the specifics of a particular technology or protocol. This includes dealing with message formats, security, transactionality, and error handling for a given endpoint.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 the pattern works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Edge Component pattern uses Camel's internal communication components—such as </a:t>
            </a:r>
            <a:r>
              <a:rPr lang="en">
                <a:solidFill>
                  <a:srgbClr val="188038"/>
                </a:solidFill>
                <a:latin typeface="Roboto Mono"/>
                <a:ea typeface="Roboto Mono"/>
                <a:cs typeface="Roboto Mono"/>
                <a:sym typeface="Roboto Mono"/>
              </a:rPr>
              <a:t>direct</a:t>
            </a:r>
            <a:r>
              <a:rPr lang="en">
                <a:solidFill>
                  <a:schemeClr val="dk1"/>
                </a:solidFill>
              </a:rPr>
              <a:t>, </a:t>
            </a:r>
            <a:r>
              <a:rPr lang="en">
                <a:solidFill>
                  <a:srgbClr val="188038"/>
                </a:solidFill>
                <a:latin typeface="Roboto Mono"/>
                <a:ea typeface="Roboto Mono"/>
                <a:cs typeface="Roboto Mono"/>
                <a:sym typeface="Roboto Mono"/>
              </a:rPr>
              <a:t>seda</a:t>
            </a:r>
            <a:r>
              <a:rPr lang="en">
                <a:solidFill>
                  <a:schemeClr val="dk1"/>
                </a:solidFill>
              </a:rPr>
              <a:t>, and </a:t>
            </a:r>
            <a:r>
              <a:rPr lang="en">
                <a:solidFill>
                  <a:srgbClr val="188038"/>
                </a:solidFill>
                <a:latin typeface="Roboto Mono"/>
                <a:ea typeface="Roboto Mono"/>
                <a:cs typeface="Roboto Mono"/>
                <a:sym typeface="Roboto Mono"/>
              </a:rPr>
              <a:t>vm</a:t>
            </a:r>
            <a:r>
              <a:rPr lang="en">
                <a:solidFill>
                  <a:schemeClr val="dk1"/>
                </a:solidFill>
              </a:rPr>
              <a:t>—to create the connection between the two layers. These components allow you to call one route from another, passing messages in memory.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typical implementation would look like this: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Incoming Message:</a:t>
            </a:r>
            <a:r>
              <a:rPr lang="en">
                <a:solidFill>
                  <a:schemeClr val="dk1"/>
                </a:solidFill>
              </a:rPr>
              <a:t> A route in the "outside" layer listens for incoming messages from a specific technology, like a file system or a REST endpoint.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Protocol-Specific Handling:</a:t>
            </a:r>
            <a:r>
              <a:rPr lang="en">
                <a:solidFill>
                  <a:schemeClr val="dk1"/>
                </a:solidFill>
              </a:rPr>
              <a:t> The route performs any necessary technology-specific logic, such as authentication, protocol-specific error handling, or message format conversion.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Transfer to Core:</a:t>
            </a:r>
            <a:r>
              <a:rPr lang="en">
                <a:solidFill>
                  <a:schemeClr val="dk1"/>
                </a:solidFill>
              </a:rPr>
              <a:t> The message is then passed to the "inside" layer using a </a:t>
            </a:r>
            <a:r>
              <a:rPr lang="en">
                <a:solidFill>
                  <a:srgbClr val="188038"/>
                </a:solidFill>
                <a:latin typeface="Roboto Mono"/>
                <a:ea typeface="Roboto Mono"/>
                <a:cs typeface="Roboto Mono"/>
                <a:sym typeface="Roboto Mono"/>
              </a:rPr>
              <a:t>direct:</a:t>
            </a:r>
            <a:r>
              <a:rPr lang="en">
                <a:solidFill>
                  <a:schemeClr val="dk1"/>
                </a:solidFill>
              </a:rPr>
              <a:t> or </a:t>
            </a:r>
            <a:r>
              <a:rPr lang="en">
                <a:solidFill>
                  <a:srgbClr val="188038"/>
                </a:solidFill>
                <a:latin typeface="Roboto Mono"/>
                <a:ea typeface="Roboto Mono"/>
                <a:cs typeface="Roboto Mono"/>
                <a:sym typeface="Roboto Mono"/>
              </a:rPr>
              <a:t>seda:</a:t>
            </a:r>
            <a:r>
              <a:rPr lang="en">
                <a:solidFill>
                  <a:schemeClr val="dk1"/>
                </a:solidFill>
              </a:rPr>
              <a:t> component.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Business Logic:</a:t>
            </a:r>
            <a:r>
              <a:rPr lang="en">
                <a:solidFill>
                  <a:schemeClr val="dk1"/>
                </a:solidFill>
              </a:rPr>
              <a:t> The route in the "inside" layer, which is completely decoupled from the original protocol, processes the business logic.</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Outgoing Message:</a:t>
            </a:r>
            <a:r>
              <a:rPr lang="en">
                <a:solidFill>
                  <a:schemeClr val="dk1"/>
                </a:solidFill>
              </a:rPr>
              <a:t> After the business logic is complete, the message is passed back out to another "edge" component, which handles the technology-specific details of the response, such as sending an email or updating a database. </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Key benefits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Decoupling:</a:t>
            </a:r>
            <a:r>
              <a:rPr lang="en">
                <a:solidFill>
                  <a:schemeClr val="dk1"/>
                </a:solidFill>
              </a:rPr>
              <a:t> The separation of concerns makes your integration logic cleaner and more maintainable. The core business logic can be tested and reused independently of its transport mechanism.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Reusability:</a:t>
            </a:r>
            <a:r>
              <a:rPr lang="en">
                <a:solidFill>
                  <a:schemeClr val="dk1"/>
                </a:solidFill>
              </a:rPr>
              <a:t> The "inside" routes can be reused by multiple different "edge" components. For example, the same core processing route could be invoked by an FTP component, a JMS component, or a REST component.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Flexibility:</a:t>
            </a:r>
            <a:r>
              <a:rPr lang="en">
                <a:solidFill>
                  <a:schemeClr val="dk1"/>
                </a:solidFill>
              </a:rPr>
              <a:t> It becomes much easier to switch technologies without rewriting your core business logic. If you need to change from a JMS queue to a Kafka topic, you only need to change the corresponding "edge" component.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Improved Testability:</a:t>
            </a:r>
            <a:r>
              <a:rPr lang="en">
                <a:solidFill>
                  <a:schemeClr val="dk1"/>
                </a:solidFill>
              </a:rPr>
              <a:t> By isolating the business logic, you can write unit tests for your core routes without needing to spin up a file server, JMS broker, or other complex services.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Example scenario</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Imagine an order processing application:</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"Outside" Layer:</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FileOrderComponent</a:t>
            </a:r>
            <a:r>
              <a:rPr lang="en">
                <a:solidFill>
                  <a:schemeClr val="dk1"/>
                </a:solidFill>
              </a:rPr>
              <a:t>: A route that consumes an XML file from a file system and parses it.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JmsOrderComponent</a:t>
            </a:r>
            <a:r>
              <a:rPr lang="en">
                <a:solidFill>
                  <a:schemeClr val="dk1"/>
                </a:solidFill>
              </a:rPr>
              <a:t>: A route that consumes an order message from a JMS queue.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Internal Call:</a:t>
            </a:r>
            <a:r>
              <a:rPr lang="en">
                <a:solidFill>
                  <a:schemeClr val="dk1"/>
                </a:solidFill>
              </a:rPr>
              <a:t> Both the </a:t>
            </a:r>
            <a:r>
              <a:rPr lang="en">
                <a:solidFill>
                  <a:srgbClr val="188038"/>
                </a:solidFill>
                <a:latin typeface="Roboto Mono"/>
                <a:ea typeface="Roboto Mono"/>
                <a:cs typeface="Roboto Mono"/>
                <a:sym typeface="Roboto Mono"/>
              </a:rPr>
              <a:t>FileOrderComponent</a:t>
            </a:r>
            <a:r>
              <a:rPr lang="en">
                <a:solidFill>
                  <a:schemeClr val="dk1"/>
                </a:solidFill>
              </a:rPr>
              <a:t> and </a:t>
            </a:r>
            <a:r>
              <a:rPr lang="en">
                <a:solidFill>
                  <a:srgbClr val="188038"/>
                </a:solidFill>
                <a:latin typeface="Roboto Mono"/>
                <a:ea typeface="Roboto Mono"/>
                <a:cs typeface="Roboto Mono"/>
                <a:sym typeface="Roboto Mono"/>
              </a:rPr>
              <a:t>JmsOrderComponent</a:t>
            </a:r>
            <a:r>
              <a:rPr lang="en">
                <a:solidFill>
                  <a:schemeClr val="dk1"/>
                </a:solidFill>
              </a:rPr>
              <a:t> routes call the </a:t>
            </a:r>
            <a:r>
              <a:rPr lang="en">
                <a:solidFill>
                  <a:srgbClr val="188038"/>
                </a:solidFill>
                <a:latin typeface="Roboto Mono"/>
                <a:ea typeface="Roboto Mono"/>
                <a:cs typeface="Roboto Mono"/>
                <a:sym typeface="Roboto Mono"/>
              </a:rPr>
              <a:t>direct:processOrder</a:t>
            </a:r>
            <a:r>
              <a:rPr lang="en">
                <a:solidFill>
                  <a:schemeClr val="dk1"/>
                </a:solidFill>
              </a:rPr>
              <a:t> endpoint after their initial processing.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"Inside" Layer:</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processOrderRoute</a:t>
            </a:r>
            <a:r>
              <a:rPr lang="en">
                <a:solidFill>
                  <a:schemeClr val="dk1"/>
                </a:solidFill>
              </a:rPr>
              <a:t>: A core route that listens on </a:t>
            </a:r>
            <a:r>
              <a:rPr lang="en">
                <a:solidFill>
                  <a:srgbClr val="188038"/>
                </a:solidFill>
                <a:latin typeface="Roboto Mono"/>
                <a:ea typeface="Roboto Mono"/>
                <a:cs typeface="Roboto Mono"/>
                <a:sym typeface="Roboto Mono"/>
              </a:rPr>
              <a:t>direct:processOrder</a:t>
            </a:r>
            <a:r>
              <a:rPr lang="en">
                <a:solidFill>
                  <a:schemeClr val="dk1"/>
                </a:solidFill>
              </a:rPr>
              <a:t>. It contains the business logic for validating and enriching the order data.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Outgoing "Outside" Layer:</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DatabaseComponent</a:t>
            </a:r>
            <a:r>
              <a:rPr lang="en">
                <a:solidFill>
                  <a:schemeClr val="dk1"/>
                </a:solidFill>
              </a:rPr>
              <a:t>: An edge component route that receives the enriched message from the core and persists it in a database. </a:t>
            </a:r>
            <a:endParaRPr>
              <a:solidFill>
                <a:schemeClr val="dk1"/>
              </a:solidFill>
            </a:endParaRPr>
          </a:p>
          <a:p>
            <a:pPr indent="0" lvl="0" marL="0" rtl="0" algn="l">
              <a:spcBef>
                <a:spcPts val="1200"/>
              </a:spcBef>
              <a:spcAft>
                <a:spcPts val="0"/>
              </a:spcAft>
              <a:buNone/>
            </a:pPr>
            <a:r>
              <a:t/>
            </a:r>
            <a:endParaRPr sz="1400">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1" name="Shape 5261"/>
        <p:cNvGrpSpPr/>
        <p:nvPr/>
      </p:nvGrpSpPr>
      <p:grpSpPr>
        <a:xfrm>
          <a:off x="0" y="0"/>
          <a:ext cx="0" cy="0"/>
          <a:chOff x="0" y="0"/>
          <a:chExt cx="0" cy="0"/>
        </a:xfrm>
      </p:grpSpPr>
      <p:sp>
        <p:nvSpPr>
          <p:cNvPr id="5262" name="Google Shape;5262;g37e9261edf5_0_621: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3" name="Google Shape;5263;g37e9261edf5_0_621: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strike="noStrike">
                <a:solidFill>
                  <a:srgbClr val="000000"/>
                </a:solidFill>
                <a:latin typeface="Times New Roman"/>
                <a:ea typeface="Times New Roman"/>
                <a:cs typeface="Times New Roman"/>
                <a:sym typeface="Times New Roman"/>
              </a:rPr>
              <a:t>The solution for the above scenario is to apply the “Separation of Concerns Principle”, or the “Single Responsibility Principle”,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4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400" strike="noStrike">
                <a:solidFill>
                  <a:srgbClr val="000000"/>
                </a:solidFill>
                <a:latin typeface="Overpass"/>
                <a:ea typeface="Overpass"/>
                <a:cs typeface="Overpass"/>
                <a:sym typeface="Overpass"/>
              </a:rPr>
              <a:t>That is to encapsulate endpoint specific processing logic into its own layer and don't allow it to leak into the reusable business layer.</a:t>
            </a:r>
            <a:endParaRPr b="0" sz="1400" strike="noStrike">
              <a:solidFill>
                <a:srgbClr val="000000"/>
              </a:solidFill>
              <a:latin typeface="Overpass"/>
              <a:ea typeface="Overpass"/>
              <a:cs typeface="Overpass"/>
              <a:sym typeface="Overpas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8" name="Shape 5268"/>
        <p:cNvGrpSpPr/>
        <p:nvPr/>
      </p:nvGrpSpPr>
      <p:grpSpPr>
        <a:xfrm>
          <a:off x="0" y="0"/>
          <a:ext cx="0" cy="0"/>
          <a:chOff x="0" y="0"/>
          <a:chExt cx="0" cy="0"/>
        </a:xfrm>
      </p:grpSpPr>
      <p:sp>
        <p:nvSpPr>
          <p:cNvPr id="5269" name="Google Shape;5269;g37ea65ceeb1_0_8916: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0" name="Google Shape;5270;g37ea65ceeb1_0_8916: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The Service Instance Pattern [SOA PATTERNS] is the result of applying horizontal scaling principles to the application layer.</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The main benefit of stateless services is that they are easier to load balance and fail over through the Service Instance Pattern. If the throughput of a service is not high enough, it is easy to start more instances and scale linearly. If a service fails, it is easy to start another instance or fail over to other running service instances.</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6" name="Shape 5276"/>
        <p:cNvGrpSpPr/>
        <p:nvPr/>
      </p:nvGrpSpPr>
      <p:grpSpPr>
        <a:xfrm>
          <a:off x="0" y="0"/>
          <a:ext cx="0" cy="0"/>
          <a:chOff x="0" y="0"/>
          <a:chExt cx="0" cy="0"/>
        </a:xfrm>
      </p:grpSpPr>
      <p:sp>
        <p:nvSpPr>
          <p:cNvPr id="5277" name="Google Shape;5277;g37e9261edf5_0_627: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8" name="Google Shape;5278;g37e9261edf5_0_627: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This is also known as the Runtime Variability Pattern.</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The key for a runtime variability of behaviour is to encapsulate and externalize the varying behaviours from the main processing flow through an extension point. This allows the processing flow and the dynamic behaviour to have independent life cycles and interact through this extension point.</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Properties</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JMX</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Jolokia</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Hawtio</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3" name="Shape 5283"/>
        <p:cNvGrpSpPr/>
        <p:nvPr/>
      </p:nvGrpSpPr>
      <p:grpSpPr>
        <a:xfrm>
          <a:off x="0" y="0"/>
          <a:ext cx="0" cy="0"/>
          <a:chOff x="0" y="0"/>
          <a:chExt cx="0" cy="0"/>
        </a:xfrm>
      </p:grpSpPr>
      <p:sp>
        <p:nvSpPr>
          <p:cNvPr id="5284" name="Google Shape;5284;g37e9261edf5_0_633: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g37e9261edf5_0_633: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1" name="Shape 5291"/>
        <p:cNvGrpSpPr/>
        <p:nvPr/>
      </p:nvGrpSpPr>
      <p:grpSpPr>
        <a:xfrm>
          <a:off x="0" y="0"/>
          <a:ext cx="0" cy="0"/>
          <a:chOff x="0" y="0"/>
          <a:chExt cx="0" cy="0"/>
        </a:xfrm>
      </p:grpSpPr>
      <p:sp>
        <p:nvSpPr>
          <p:cNvPr id="5292" name="Google Shape;5292;g37e9261edf5_0_640: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g37e9261edf5_0_640: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8" name="Shape 5298"/>
        <p:cNvGrpSpPr/>
        <p:nvPr/>
      </p:nvGrpSpPr>
      <p:grpSpPr>
        <a:xfrm>
          <a:off x="0" y="0"/>
          <a:ext cx="0" cy="0"/>
          <a:chOff x="0" y="0"/>
          <a:chExt cx="0" cy="0"/>
        </a:xfrm>
      </p:grpSpPr>
      <p:sp>
        <p:nvSpPr>
          <p:cNvPr id="5299" name="Google Shape;5299;g37e9261edf5_0_646: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Templating engines:</a:t>
            </a:r>
            <a:endParaRPr/>
          </a:p>
          <a:p>
            <a:pPr indent="-298450" lvl="1" marL="914400" rtl="0" algn="l">
              <a:spcBef>
                <a:spcPts val="0"/>
              </a:spcBef>
              <a:spcAft>
                <a:spcPts val="0"/>
              </a:spcAft>
              <a:buSzPts val="1100"/>
              <a:buChar char="○"/>
            </a:pPr>
            <a:r>
              <a:rPr lang="en"/>
              <a:t>A template engine is a tool that generates text output, such as emails, XML, or code, by combining templates with dynamic data. In Apache Camel, templates are primarily used to create layouts while dynamically using exchange data.</a:t>
            </a:r>
            <a:endParaRPr/>
          </a:p>
          <a:p>
            <a:pPr indent="-298450" lvl="0" marL="457200" rtl="0" algn="l">
              <a:spcBef>
                <a:spcPts val="0"/>
              </a:spcBef>
              <a:spcAft>
                <a:spcPts val="0"/>
              </a:spcAft>
              <a:buSzPts val="1100"/>
              <a:buChar char="●"/>
            </a:pPr>
            <a:r>
              <a:rPr lang="en"/>
              <a:t>Scripting engines:</a:t>
            </a:r>
            <a:endParaRPr/>
          </a:p>
          <a:p>
            <a:pPr indent="-298450" lvl="1" marL="914400" rtl="0" algn="l">
              <a:spcBef>
                <a:spcPts val="0"/>
              </a:spcBef>
              <a:spcAft>
                <a:spcPts val="0"/>
              </a:spcAft>
              <a:buSzPts val="1100"/>
              <a:buChar char="○"/>
            </a:pPr>
            <a:r>
              <a:rPr b="1" lang="en">
                <a:solidFill>
                  <a:schemeClr val="dk1"/>
                </a:solidFill>
              </a:rPr>
              <a:t>Simple:</a:t>
            </a:r>
            <a:r>
              <a:rPr lang="en">
                <a:solidFill>
                  <a:schemeClr val="dk1"/>
                </a:solidFill>
              </a:rPr>
              <a:t> Camel's own built-in, lightweight expression language, which is well-suited for common routing tasks. It supports basic expression evaluation without extra dependencies.</a:t>
            </a:r>
            <a:endParaRPr>
              <a:solidFill>
                <a:schemeClr val="dk1"/>
              </a:solidFill>
            </a:endParaRPr>
          </a:p>
          <a:p>
            <a:pPr indent="-298450" lvl="1" marL="914400" rtl="0" algn="l">
              <a:spcBef>
                <a:spcPts val="0"/>
              </a:spcBef>
              <a:spcAft>
                <a:spcPts val="0"/>
              </a:spcAft>
              <a:buSzPts val="1100"/>
              <a:buChar char="○"/>
            </a:pPr>
            <a:r>
              <a:rPr b="1" lang="en">
                <a:solidFill>
                  <a:schemeClr val="dk1"/>
                </a:solidFill>
              </a:rPr>
              <a:t>Groovy:</a:t>
            </a:r>
            <a:r>
              <a:rPr lang="en">
                <a:solidFill>
                  <a:schemeClr val="dk1"/>
                </a:solidFill>
              </a:rPr>
              <a:t> This is a powerful, dynamic language that you can use for more complex scripting within your routes. To use it, you need to add the </a:t>
            </a:r>
            <a:r>
              <a:rPr lang="en">
                <a:solidFill>
                  <a:srgbClr val="188038"/>
                </a:solidFill>
                <a:latin typeface="Roboto Mono"/>
                <a:ea typeface="Roboto Mono"/>
                <a:cs typeface="Roboto Mono"/>
                <a:sym typeface="Roboto Mono"/>
              </a:rPr>
              <a:t>camel-groovy</a:t>
            </a:r>
            <a:r>
              <a:rPr lang="en">
                <a:solidFill>
                  <a:schemeClr val="dk1"/>
                </a:solidFill>
              </a:rPr>
              <a:t> dependency.</a:t>
            </a:r>
            <a:endParaRPr>
              <a:solidFill>
                <a:schemeClr val="dk1"/>
              </a:solidFill>
            </a:endParaRPr>
          </a:p>
          <a:p>
            <a:pPr indent="-298450" lvl="1" marL="914400" rtl="0" algn="l">
              <a:spcBef>
                <a:spcPts val="0"/>
              </a:spcBef>
              <a:spcAft>
                <a:spcPts val="0"/>
              </a:spcAft>
              <a:buSzPts val="1100"/>
              <a:buChar char="○"/>
            </a:pPr>
            <a:r>
              <a:rPr b="1" lang="en">
                <a:solidFill>
                  <a:schemeClr val="dk1"/>
                </a:solidFill>
              </a:rPr>
              <a:t>JavaScript:</a:t>
            </a:r>
            <a:r>
              <a:rPr lang="en">
                <a:solidFill>
                  <a:schemeClr val="dk1"/>
                </a:solidFill>
              </a:rPr>
              <a:t> You can execute JavaScript code within a route to define dynamic logic. It requires the </a:t>
            </a:r>
            <a:r>
              <a:rPr lang="en">
                <a:solidFill>
                  <a:srgbClr val="188038"/>
                </a:solidFill>
                <a:latin typeface="Roboto Mono"/>
                <a:ea typeface="Roboto Mono"/>
                <a:cs typeface="Roboto Mono"/>
                <a:sym typeface="Roboto Mono"/>
              </a:rPr>
              <a:t>camel-js</a:t>
            </a:r>
            <a:r>
              <a:rPr lang="en">
                <a:solidFill>
                  <a:schemeClr val="dk1"/>
                </a:solidFill>
              </a:rPr>
              <a:t> dependency and is available as a DSL in some versions.</a:t>
            </a:r>
            <a:endParaRPr>
              <a:solidFill>
                <a:schemeClr val="dk1"/>
              </a:solidFill>
            </a:endParaRPr>
          </a:p>
          <a:p>
            <a:pPr indent="-298450" lvl="1" marL="914400" rtl="0" algn="l">
              <a:spcBef>
                <a:spcPts val="0"/>
              </a:spcBef>
              <a:spcAft>
                <a:spcPts val="0"/>
              </a:spcAft>
              <a:buSzPts val="1100"/>
              <a:buChar char="○"/>
            </a:pPr>
            <a:r>
              <a:rPr b="1" lang="en">
                <a:solidFill>
                  <a:schemeClr val="dk1"/>
                </a:solidFill>
              </a:rPr>
              <a:t>Java:</a:t>
            </a:r>
            <a:r>
              <a:rPr lang="en">
                <a:solidFill>
                  <a:schemeClr val="dk1"/>
                </a:solidFill>
              </a:rPr>
              <a:t> Using the </a:t>
            </a:r>
            <a:r>
              <a:rPr lang="en">
                <a:solidFill>
                  <a:srgbClr val="188038"/>
                </a:solidFill>
                <a:latin typeface="Roboto Mono"/>
                <a:ea typeface="Roboto Mono"/>
                <a:cs typeface="Roboto Mono"/>
                <a:sym typeface="Roboto Mono"/>
              </a:rPr>
              <a:t>camel-joor</a:t>
            </a:r>
            <a:r>
              <a:rPr lang="en">
                <a:solidFill>
                  <a:schemeClr val="dk1"/>
                </a:solidFill>
              </a:rPr>
              <a:t> dependency, Camel can compile and execute Java code at runtime for expressions.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Scripting engines are central to implementing advanced Enterprise Integration Patterns (EIPs) that require dynamic routing logic.</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b="1" lang="en">
                <a:solidFill>
                  <a:schemeClr val="dk1"/>
                </a:solidFill>
              </a:rPr>
              <a:t>Language Component:</a:t>
            </a:r>
            <a:r>
              <a:rPr lang="en">
                <a:solidFill>
                  <a:schemeClr val="dk1"/>
                </a:solidFill>
              </a:rPr>
              <a:t> The </a:t>
            </a:r>
            <a:r>
              <a:rPr lang="en">
                <a:solidFill>
                  <a:srgbClr val="188038"/>
                </a:solidFill>
                <a:latin typeface="Roboto Mono"/>
                <a:ea typeface="Roboto Mono"/>
                <a:cs typeface="Roboto Mono"/>
                <a:sym typeface="Roboto Mono"/>
              </a:rPr>
              <a:t>language</a:t>
            </a:r>
            <a:r>
              <a:rPr lang="en">
                <a:solidFill>
                  <a:schemeClr val="dk1"/>
                </a:solidFill>
              </a:rPr>
              <a:t> component allows you to send an Exchange to an endpoint that executes a script written in any of Camel's supported languages. The script itself can be specified dynamically using expressions. The URI format is </a:t>
            </a:r>
            <a:r>
              <a:rPr lang="en">
                <a:solidFill>
                  <a:srgbClr val="188038"/>
                </a:solidFill>
                <a:latin typeface="Roboto Mono"/>
                <a:ea typeface="Roboto Mono"/>
                <a:cs typeface="Roboto Mono"/>
                <a:sym typeface="Roboto Mono"/>
              </a:rPr>
              <a:t>language://languageName[:script]</a:t>
            </a:r>
            <a:r>
              <a:rPr lang="en">
                <a:solidFill>
                  <a:schemeClr val="dk1"/>
                </a:solidFill>
              </a:rPr>
              <a:t>.</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b="1" lang="en">
                <a:solidFill>
                  <a:schemeClr val="dk1"/>
                </a:solidFill>
              </a:rPr>
              <a:t>Dynamic Router EIP:</a:t>
            </a:r>
            <a:r>
              <a:rPr lang="en">
                <a:solidFill>
                  <a:schemeClr val="dk1"/>
                </a:solidFill>
              </a:rPr>
              <a:t> The Dynamic Router EIP uses a scripting engine to determine the next endpoint for a message at runtime.</a:t>
            </a:r>
            <a:endParaRPr>
              <a:solidFill>
                <a:schemeClr val="dk1"/>
              </a:solidFill>
            </a:endParaRPr>
          </a:p>
          <a:p>
            <a:pPr indent="-298450" lvl="1" marL="1371600" rtl="0" algn="l">
              <a:lnSpc>
                <a:spcPct val="115000"/>
              </a:lnSpc>
              <a:spcBef>
                <a:spcPts val="0"/>
              </a:spcBef>
              <a:spcAft>
                <a:spcPts val="0"/>
              </a:spcAft>
              <a:buClr>
                <a:schemeClr val="dk1"/>
              </a:buClr>
              <a:buSzPts val="1100"/>
              <a:buChar char="○"/>
            </a:pPr>
            <a:r>
              <a:rPr lang="en">
                <a:solidFill>
                  <a:schemeClr val="dk1"/>
                </a:solidFill>
              </a:rPr>
              <a:t>For example, you can annotate a Java bean method with </a:t>
            </a:r>
            <a:r>
              <a:rPr lang="en">
                <a:solidFill>
                  <a:srgbClr val="188038"/>
                </a:solidFill>
                <a:latin typeface="Roboto Mono"/>
                <a:ea typeface="Roboto Mono"/>
                <a:cs typeface="Roboto Mono"/>
                <a:sym typeface="Roboto Mono"/>
              </a:rPr>
              <a:t>@DynamicRouter</a:t>
            </a:r>
            <a:r>
              <a:rPr lang="en">
                <a:solidFill>
                  <a:schemeClr val="dk1"/>
                </a:solidFill>
              </a:rPr>
              <a:t> and use an expression language like XPath to make a routing decision based on the message content.</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b="1" lang="en">
                <a:solidFill>
                  <a:schemeClr val="dk1"/>
                </a:solidFill>
              </a:rPr>
              <a:t>Recipient List EIP:</a:t>
            </a:r>
            <a:r>
              <a:rPr lang="en">
                <a:solidFill>
                  <a:schemeClr val="dk1"/>
                </a:solidFill>
              </a:rPr>
              <a:t> A variation of the Dynamic Router, the Recipient List also uses expressions to generate a list of endpoint URIs where the message should be sent.</a:t>
            </a:r>
            <a:endParaRPr>
              <a:solidFill>
                <a:schemeClr val="dk1"/>
              </a:solidFill>
            </a:endParaRPr>
          </a:p>
          <a:p>
            <a:pPr indent="-298450" lvl="0" marL="914400" rtl="0" algn="l">
              <a:lnSpc>
                <a:spcPct val="115000"/>
              </a:lnSpc>
              <a:spcBef>
                <a:spcPts val="0"/>
              </a:spcBef>
              <a:spcAft>
                <a:spcPts val="0"/>
              </a:spcAft>
              <a:buClr>
                <a:schemeClr val="dk1"/>
              </a:buClr>
              <a:buSzPts val="1100"/>
              <a:buChar char="●"/>
            </a:pPr>
            <a:r>
              <a:rPr b="1" lang="en">
                <a:solidFill>
                  <a:srgbClr val="188038"/>
                </a:solidFill>
                <a:latin typeface="Roboto Mono"/>
                <a:ea typeface="Roboto Mono"/>
                <a:cs typeface="Roboto Mono"/>
                <a:sym typeface="Roboto Mono"/>
              </a:rPr>
              <a:t>toD</a:t>
            </a:r>
            <a:r>
              <a:rPr b="1" lang="en">
                <a:solidFill>
                  <a:schemeClr val="dk1"/>
                </a:solidFill>
              </a:rPr>
              <a:t> Endpoint:</a:t>
            </a:r>
            <a:r>
              <a:rPr lang="en">
                <a:solidFill>
                  <a:schemeClr val="dk1"/>
                </a:solidFill>
              </a:rPr>
              <a:t> The "to dynamic" (</a:t>
            </a:r>
            <a:r>
              <a:rPr lang="en">
                <a:solidFill>
                  <a:srgbClr val="188038"/>
                </a:solidFill>
                <a:latin typeface="Roboto Mono"/>
                <a:ea typeface="Roboto Mono"/>
                <a:cs typeface="Roboto Mono"/>
                <a:sym typeface="Roboto Mono"/>
              </a:rPr>
              <a:t>toD</a:t>
            </a:r>
            <a:r>
              <a:rPr lang="en">
                <a:solidFill>
                  <a:schemeClr val="dk1"/>
                </a:solidFill>
              </a:rPr>
              <a:t>) EIP can use a simple expression or other scripting language to construct an endpoint URI at runtime, allowing for highly flexible routing. </a:t>
            </a:r>
            <a:endParaRPr>
              <a:solidFill>
                <a:schemeClr val="dk1"/>
              </a:solidFill>
            </a:endParaRPr>
          </a:p>
        </p:txBody>
      </p:sp>
      <p:sp>
        <p:nvSpPr>
          <p:cNvPr id="5300" name="Google Shape;5300;g37e9261edf5_0_646: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6" name="Shape 5306"/>
        <p:cNvGrpSpPr/>
        <p:nvPr/>
      </p:nvGrpSpPr>
      <p:grpSpPr>
        <a:xfrm>
          <a:off x="0" y="0"/>
          <a:ext cx="0" cy="0"/>
          <a:chOff x="0" y="0"/>
          <a:chExt cx="0" cy="0"/>
        </a:xfrm>
      </p:grpSpPr>
      <p:sp>
        <p:nvSpPr>
          <p:cNvPr id="5307" name="Google Shape;5307;g37ea65ceeb1_1_87: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8" name="Google Shape;5308;g37ea65ceeb1_1_87: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rPr>
              <a:t>How it works: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Attach a Routing Slip:</a:t>
            </a:r>
            <a:r>
              <a:rPr lang="en">
                <a:solidFill>
                  <a:schemeClr val="dk1"/>
                </a:solidFill>
              </a:rPr>
              <a:t> A "routing slip" is attached to each message, which explicitly specifies the sequence of processing steps (endpoints) the message should follow. This slip is typically stored in a message header.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Special Message Router:</a:t>
            </a:r>
            <a:r>
              <a:rPr lang="en">
                <a:solidFill>
                  <a:schemeClr val="dk1"/>
                </a:solidFill>
              </a:rPr>
              <a:t> A special message router component in Camel reads this routing slip.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Sequential Routing:</a:t>
            </a:r>
            <a:r>
              <a:rPr lang="en">
                <a:solidFill>
                  <a:schemeClr val="dk1"/>
                </a:solidFill>
              </a:rPr>
              <a:t> The router then directs the message to the first endpoint specified in the slip. After processing at that endpoint, the message is then automatically routed to the next endpoint in the slip, and so on, until all endpoints in the slip have been visited.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Key characteristics: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Dynamic Sequencing:</a:t>
            </a:r>
            <a:br>
              <a:rPr b="1" lang="en">
                <a:solidFill>
                  <a:schemeClr val="dk1"/>
                </a:solidFill>
              </a:rPr>
            </a:br>
            <a:r>
              <a:rPr lang="en">
                <a:solidFill>
                  <a:schemeClr val="dk1"/>
                </a:solidFill>
              </a:rPr>
              <a:t> The order of processing steps can be determined dynamically at runtime based on message content or other criteria, rather than being fixed in the route definition.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Sequential Processing:</a:t>
            </a:r>
            <a:br>
              <a:rPr b="1" lang="en">
                <a:solidFill>
                  <a:schemeClr val="dk1"/>
                </a:solidFill>
              </a:rPr>
            </a:br>
            <a:r>
              <a:rPr lang="en">
                <a:solidFill>
                  <a:schemeClr val="dk1"/>
                </a:solidFill>
              </a:rPr>
              <a:t> Unlike the Recipient List pattern where a message is sent to multiple destinations simultaneously, the Routing Slip ensures that the message flows through the specified endpoints one after another.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Output as Input:</a:t>
            </a:r>
            <a:br>
              <a:rPr b="1" lang="en">
                <a:solidFill>
                  <a:schemeClr val="dk1"/>
                </a:solidFill>
              </a:rPr>
            </a:br>
            <a:r>
              <a:rPr lang="en">
                <a:solidFill>
                  <a:schemeClr val="dk1"/>
                </a:solidFill>
              </a:rPr>
              <a:t> The output of one processing step effectively becomes the input for the subsequent step in the routing slip.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Implementation in Apache Camel: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You can implement the Routing Slip EIP in Apache Camel using various methods: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Using a Bean:</a:t>
            </a:r>
            <a:r>
              <a:rPr lang="en">
                <a:solidFill>
                  <a:schemeClr val="dk1"/>
                </a:solidFill>
              </a:rPr>
              <a:t> A Java bean can be used to compute the routing slip header dynamically based on the message content or other factors.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Using an Expression:</a:t>
            </a:r>
            <a:r>
              <a:rPr lang="en">
                <a:solidFill>
                  <a:schemeClr val="dk1"/>
                </a:solidFill>
              </a:rPr>
              <a:t> Camel expressions can be used to generate the routing slip dynamically.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Using the </a:t>
            </a:r>
            <a:r>
              <a:rPr lang="en">
                <a:solidFill>
                  <a:srgbClr val="188038"/>
                </a:solidFill>
                <a:latin typeface="Roboto Mono"/>
                <a:ea typeface="Roboto Mono"/>
                <a:cs typeface="Roboto Mono"/>
                <a:sym typeface="Roboto Mono"/>
              </a:rPr>
              <a:t>@RoutingSlip</a:t>
            </a:r>
            <a:r>
              <a:rPr lang="en">
                <a:solidFill>
                  <a:schemeClr val="dk1"/>
                </a:solidFill>
              </a:rPr>
              <a:t> Annotation: In a POJO (Plain Old Java Object) method, the </a:t>
            </a:r>
            <a:r>
              <a:rPr lang="en">
                <a:solidFill>
                  <a:srgbClr val="188038"/>
                </a:solidFill>
                <a:latin typeface="Roboto Mono"/>
                <a:ea typeface="Roboto Mono"/>
                <a:cs typeface="Roboto Mono"/>
                <a:sym typeface="Roboto Mono"/>
              </a:rPr>
              <a:t>@RoutingSlip</a:t>
            </a:r>
            <a:r>
              <a:rPr lang="en">
                <a:solidFill>
                  <a:schemeClr val="dk1"/>
                </a:solidFill>
              </a:rPr>
              <a:t> annotation can be used to define a method that returns the routing slip.</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4" name="Shape 5314"/>
        <p:cNvGrpSpPr/>
        <p:nvPr/>
      </p:nvGrpSpPr>
      <p:grpSpPr>
        <a:xfrm>
          <a:off x="0" y="0"/>
          <a:ext cx="0" cy="0"/>
          <a:chOff x="0" y="0"/>
          <a:chExt cx="0" cy="0"/>
        </a:xfrm>
      </p:grpSpPr>
      <p:sp>
        <p:nvSpPr>
          <p:cNvPr id="5315" name="Google Shape;5315;g37ea65ceeb1_1_108: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6" name="Google Shape;5316;g37ea65ceeb1_1_108: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In this example, the </a:t>
            </a:r>
            <a:r>
              <a:rPr lang="en">
                <a:solidFill>
                  <a:srgbClr val="188038"/>
                </a:solidFill>
                <a:latin typeface="Roboto Mono"/>
                <a:ea typeface="Roboto Mono"/>
                <a:cs typeface="Roboto Mono"/>
                <a:sym typeface="Roboto Mono"/>
              </a:rPr>
              <a:t>direct:start</a:t>
            </a:r>
            <a:r>
              <a:rPr lang="en">
                <a:solidFill>
                  <a:schemeClr val="dk1"/>
                </a:solidFill>
              </a:rPr>
              <a:t> route sets a header named </a:t>
            </a:r>
            <a:r>
              <a:rPr lang="en">
                <a:solidFill>
                  <a:srgbClr val="188038"/>
                </a:solidFill>
                <a:latin typeface="Roboto Mono"/>
                <a:ea typeface="Roboto Mono"/>
                <a:cs typeface="Roboto Mono"/>
                <a:sym typeface="Roboto Mono"/>
              </a:rPr>
              <a:t>myRoutingSlip</a:t>
            </a:r>
            <a:r>
              <a:rPr lang="en">
                <a:solidFill>
                  <a:schemeClr val="dk1"/>
                </a:solidFill>
              </a:rPr>
              <a:t> with a comma-separated list of endpoints. The </a:t>
            </a:r>
            <a:r>
              <a:rPr lang="en">
                <a:solidFill>
                  <a:srgbClr val="188038"/>
                </a:solidFill>
                <a:latin typeface="Roboto Mono"/>
                <a:ea typeface="Roboto Mono"/>
                <a:cs typeface="Roboto Mono"/>
                <a:sym typeface="Roboto Mono"/>
              </a:rPr>
              <a:t>routingSlip(header("myRoutingSlip"))</a:t>
            </a:r>
            <a:r>
              <a:rPr lang="en">
                <a:solidFill>
                  <a:schemeClr val="dk1"/>
                </a:solidFill>
              </a:rPr>
              <a:t> then instructs Camel to route the message sequentially through </a:t>
            </a:r>
            <a:r>
              <a:rPr lang="en">
                <a:solidFill>
                  <a:srgbClr val="188038"/>
                </a:solidFill>
                <a:latin typeface="Roboto Mono"/>
                <a:ea typeface="Roboto Mono"/>
                <a:cs typeface="Roboto Mono"/>
                <a:sym typeface="Roboto Mono"/>
              </a:rPr>
              <a:t>direct:step1</a:t>
            </a:r>
            <a:r>
              <a:rPr lang="en">
                <a:solidFill>
                  <a:schemeClr val="dk1"/>
                </a:solidFill>
              </a:rPr>
              <a:t>, </a:t>
            </a:r>
            <a:r>
              <a:rPr lang="en">
                <a:solidFill>
                  <a:srgbClr val="188038"/>
                </a:solidFill>
                <a:latin typeface="Roboto Mono"/>
                <a:ea typeface="Roboto Mono"/>
                <a:cs typeface="Roboto Mono"/>
                <a:sym typeface="Roboto Mono"/>
              </a:rPr>
              <a:t>direct:step2</a:t>
            </a:r>
            <a:r>
              <a:rPr lang="en">
                <a:solidFill>
                  <a:schemeClr val="dk1"/>
                </a:solidFill>
              </a:rPr>
              <a:t>, and </a:t>
            </a:r>
            <a:r>
              <a:rPr lang="en">
                <a:solidFill>
                  <a:srgbClr val="188038"/>
                </a:solidFill>
                <a:latin typeface="Roboto Mono"/>
                <a:ea typeface="Roboto Mono"/>
                <a:cs typeface="Roboto Mono"/>
                <a:sym typeface="Roboto Mono"/>
              </a:rPr>
              <a:t>direct:step3</a:t>
            </a:r>
            <a:r>
              <a:rPr lang="en">
                <a:solidFill>
                  <a:schemeClr val="dk1"/>
                </a:solidFill>
              </a:rPr>
              <a:t>.</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2" name="Shape 5322"/>
        <p:cNvGrpSpPr/>
        <p:nvPr/>
      </p:nvGrpSpPr>
      <p:grpSpPr>
        <a:xfrm>
          <a:off x="0" y="0"/>
          <a:ext cx="0" cy="0"/>
          <a:chOff x="0" y="0"/>
          <a:chExt cx="0" cy="0"/>
        </a:xfrm>
      </p:grpSpPr>
      <p:sp>
        <p:nvSpPr>
          <p:cNvPr id="5323" name="Google Shape;5323;g37ea65ceeb1_1_0: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4" name="Google Shape;5324;g37ea65ceeb1_1_0: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Unlike the standard Routing Slip, which is evaluated only once, the Dynamic Router continuously re-evaluates the routing slip on-the-fly to determine the subsequent destinationv</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Clr>
                <a:schemeClr val="dk1"/>
              </a:buClr>
              <a:buSzPts val="1100"/>
              <a:buFont typeface="Arial"/>
              <a:buNone/>
            </a:pPr>
            <a:r>
              <a:rPr b="1" lang="en">
                <a:solidFill>
                  <a:schemeClr val="dk1"/>
                </a:solidFill>
              </a:rPr>
              <a:t>Dynamic Routing Slip:</a:t>
            </a:r>
            <a:br>
              <a:rPr b="1" lang="en">
                <a:solidFill>
                  <a:schemeClr val="dk1"/>
                </a:solidFill>
              </a:rPr>
            </a:br>
            <a:r>
              <a:rPr lang="en">
                <a:solidFill>
                  <a:schemeClr val="dk1"/>
                </a:solidFill>
              </a:rPr>
              <a:t> The core of the Dynamic Router is a dynamic routing slip, which is an expression that provides the endpoint URI(s) for the next processing step. This expression is re-evaluated after each step.</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Expression-based:</a:t>
            </a:r>
            <a:br>
              <a:rPr b="1" lang="en">
                <a:solidFill>
                  <a:schemeClr val="dk1"/>
                </a:solidFill>
              </a:rPr>
            </a:br>
            <a:r>
              <a:rPr lang="en">
                <a:solidFill>
                  <a:schemeClr val="dk1"/>
                </a:solidFill>
              </a:rPr>
              <a:t> The dynamic routing slip can be computed using various expressions, such as methods on a bean, simple expressions, or other Camel expression languages.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Continuation and Termination:</a:t>
            </a:r>
            <a:br>
              <a:rPr b="1" lang="en">
                <a:solidFill>
                  <a:schemeClr val="dk1"/>
                </a:solidFill>
              </a:rPr>
            </a:br>
            <a:r>
              <a:rPr lang="en">
                <a:solidFill>
                  <a:schemeClr val="dk1"/>
                </a:solidFill>
              </a:rPr>
              <a:t> The routing continues as long as the expression returns a non-null value (indicating the next endpoint). When the expression returns </a:t>
            </a:r>
            <a:r>
              <a:rPr lang="en">
                <a:solidFill>
                  <a:srgbClr val="188038"/>
                </a:solidFill>
                <a:latin typeface="Roboto Mono"/>
                <a:ea typeface="Roboto Mono"/>
                <a:cs typeface="Roboto Mono"/>
                <a:sym typeface="Roboto Mono"/>
              </a:rPr>
              <a:t>null</a:t>
            </a:r>
            <a:r>
              <a:rPr lang="en">
                <a:solidFill>
                  <a:schemeClr val="dk1"/>
                </a:solidFill>
              </a:rPr>
              <a:t>, the dynamic routing sequence terminates.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Flexibility:</a:t>
            </a:r>
            <a:br>
              <a:rPr b="1" lang="en">
                <a:solidFill>
                  <a:schemeClr val="dk1"/>
                </a:solidFill>
              </a:rPr>
            </a:br>
            <a:r>
              <a:rPr lang="en">
                <a:solidFill>
                  <a:schemeClr val="dk1"/>
                </a:solidFill>
              </a:rPr>
              <a:t> This pattern provides significant flexibility, allowing the routing logic to adapt to changing conditions or external configurations without requiring code modifications.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Use Cases:</a:t>
            </a:r>
            <a:br>
              <a:rPr b="1" lang="en">
                <a:solidFill>
                  <a:schemeClr val="dk1"/>
                </a:solidFill>
              </a:rPr>
            </a:br>
            <a:r>
              <a:rPr lang="en">
                <a:solidFill>
                  <a:schemeClr val="dk1"/>
                </a:solidFill>
              </a:rPr>
              <a:t> It is particularly useful for scenarios involving conditional routing, content-based routing, load balancing, or implementing a process manager where the sequence of steps is not fixed at design time.</a:t>
            </a:r>
            <a:endParaRPr>
              <a:solidFill>
                <a:schemeClr val="dk1"/>
              </a:solidFill>
            </a:endParaRPr>
          </a:p>
          <a:p>
            <a:pPr indent="0" lvl="0" marL="0" rtl="0" algn="l">
              <a:spcBef>
                <a:spcPts val="0"/>
              </a:spcBef>
              <a:spcAft>
                <a:spcPts val="0"/>
              </a:spcAft>
              <a:buNone/>
            </a:pPr>
            <a:r>
              <a:t/>
            </a:r>
            <a:endParaRPr>
              <a:latin typeface="Overpass"/>
              <a:ea typeface="Overpass"/>
              <a:cs typeface="Overpass"/>
              <a:sym typeface="Overpass"/>
            </a:endParaRPr>
          </a:p>
          <a:p>
            <a:pPr indent="0" lvl="0" marL="0" rtl="0" algn="l">
              <a:spcBef>
                <a:spcPts val="0"/>
              </a:spcBef>
              <a:spcAft>
                <a:spcPts val="0"/>
              </a:spcAft>
              <a:buClr>
                <a:schemeClr val="dk1"/>
              </a:buClr>
              <a:buSzPts val="1100"/>
              <a:buFont typeface="Arial"/>
              <a:buNone/>
            </a:pPr>
            <a:r>
              <a:rPr lang="en">
                <a:solidFill>
                  <a:schemeClr val="dk1"/>
                </a:solidFill>
              </a:rPr>
              <a:t>Important considerations: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Ensure the expression used for the dynamic router eventually returns </a:t>
            </a:r>
            <a:r>
              <a:rPr lang="en">
                <a:solidFill>
                  <a:srgbClr val="188038"/>
                </a:solidFill>
                <a:latin typeface="Roboto Mono"/>
                <a:ea typeface="Roboto Mono"/>
                <a:cs typeface="Roboto Mono"/>
                <a:sym typeface="Roboto Mono"/>
              </a:rPr>
              <a:t>null</a:t>
            </a:r>
            <a:r>
              <a:rPr lang="en">
                <a:solidFill>
                  <a:schemeClr val="dk1"/>
                </a:solidFill>
              </a:rPr>
              <a:t> to prevent infinite loops.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Be mindful of thread safety if the bean or logic used to compute the slip maintains state.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Consider the potential overhead of creating numerous dynamic endpoints if the expression generates a wide variety of unique endpoint URIs. The </a:t>
            </a:r>
            <a:r>
              <a:rPr lang="en">
                <a:solidFill>
                  <a:srgbClr val="188038"/>
                </a:solidFill>
                <a:latin typeface="Roboto Mono"/>
                <a:ea typeface="Roboto Mono"/>
                <a:cs typeface="Roboto Mono"/>
                <a:sym typeface="Roboto Mono"/>
              </a:rPr>
              <a:t>toD</a:t>
            </a:r>
            <a:r>
              <a:rPr lang="en">
                <a:solidFill>
                  <a:schemeClr val="dk1"/>
                </a:solidFill>
              </a:rPr>
              <a:t> EIP, for instance, offers caching mechanisms to mitigate this.</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0" name="Shape 5330"/>
        <p:cNvGrpSpPr/>
        <p:nvPr/>
      </p:nvGrpSpPr>
      <p:grpSpPr>
        <a:xfrm>
          <a:off x="0" y="0"/>
          <a:ext cx="0" cy="0"/>
          <a:chOff x="0" y="0"/>
          <a:chExt cx="0" cy="0"/>
        </a:xfrm>
      </p:grpSpPr>
      <p:sp>
        <p:nvSpPr>
          <p:cNvPr id="5331" name="Google Shape;5331;g37ea65ceeb1_1_7: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2" name="Google Shape;5332;g37ea65ceeb1_1_7: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rPr lang="en">
                <a:latin typeface="Overpass"/>
                <a:ea typeface="Overpass"/>
                <a:cs typeface="Overpass"/>
                <a:sym typeface="Overpass"/>
              </a:rPr>
              <a:t>how to implement a complete, end-to-end Content Based Routing solution using Apache Camel, AtlasMap and Quarkus as a developer platform, including: Drools DMN Engine, Kogito. Apache Kafka is used in this solution as a message broker. Content based routing overview Here is the Enterprise Integration Pattern (EIP) diagram of the flow, annotated with some details of the components used: The focus of this solution is routing healthcare-related messages; for this demo example, messages are routed accordingly to the following decision table rules:</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8" name="Shape 5338"/>
        <p:cNvGrpSpPr/>
        <p:nvPr/>
      </p:nvGrpSpPr>
      <p:grpSpPr>
        <a:xfrm>
          <a:off x="0" y="0"/>
          <a:ext cx="0" cy="0"/>
          <a:chOff x="0" y="0"/>
          <a:chExt cx="0" cy="0"/>
        </a:xfrm>
      </p:grpSpPr>
      <p:sp>
        <p:nvSpPr>
          <p:cNvPr id="5339" name="Google Shape;5339;g37ea65ceeb1_1_14: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0" name="Google Shape;5340;g37ea65ceeb1_1_14: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This means the destinations for a message are not fixed in the route definition but are instead evaluated at runtime, often based on the message content or headers.</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rPr>
              <a:t>Key characteristics and features of the Recipient List EIP: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Dynamic Routing:</a:t>
            </a:r>
            <a:br>
              <a:rPr b="1" lang="en">
                <a:solidFill>
                  <a:schemeClr val="dk1"/>
                </a:solidFill>
              </a:rPr>
            </a:br>
            <a:r>
              <a:rPr lang="en">
                <a:solidFill>
                  <a:schemeClr val="dk1"/>
                </a:solidFill>
              </a:rPr>
              <a:t> The primary purpose is to send the same message to multiple, dynamically determined recipients.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Recipient Determination:</a:t>
            </a:r>
            <a:br>
              <a:rPr b="1" lang="en">
                <a:solidFill>
                  <a:schemeClr val="dk1"/>
                </a:solidFill>
              </a:rPr>
            </a:br>
            <a:r>
              <a:rPr lang="en">
                <a:solidFill>
                  <a:schemeClr val="dk1"/>
                </a:solidFill>
              </a:rPr>
              <a:t> The list of recipients can be specified using various expressions, such as: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Header values:</a:t>
            </a:r>
            <a:r>
              <a:rPr lang="en">
                <a:solidFill>
                  <a:schemeClr val="dk1"/>
                </a:solidFill>
              </a:rPr>
              <a:t> Extracting a comma-separated string of endpoint URIs from a message header.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Expression languages:</a:t>
            </a:r>
            <a:r>
              <a:rPr lang="en">
                <a:solidFill>
                  <a:schemeClr val="dk1"/>
                </a:solidFill>
              </a:rPr>
              <a:t> Using Camel Simple, XPath, Groovy, or other expression languages to compute the recipient list.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Processing Modes: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Sequential (default):</a:t>
            </a:r>
            <a:r>
              <a:rPr lang="en">
                <a:solidFill>
                  <a:schemeClr val="dk1"/>
                </a:solidFill>
              </a:rPr>
              <a:t> Messages are sent to recipients one after another.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Parallel:</a:t>
            </a:r>
            <a:r>
              <a:rPr lang="en">
                <a:solidFill>
                  <a:schemeClr val="dk1"/>
                </a:solidFill>
              </a:rPr>
              <a:t> Messages are sent to recipients concurrently, which can improve performance for independent processing.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Aggregation (Optional):</a:t>
            </a:r>
            <a:br>
              <a:rPr b="1" lang="en">
                <a:solidFill>
                  <a:schemeClr val="dk1"/>
                </a:solidFill>
              </a:rPr>
            </a:br>
            <a:r>
              <a:rPr lang="en">
                <a:solidFill>
                  <a:schemeClr val="dk1"/>
                </a:solidFill>
              </a:rPr>
              <a:t> When using parallel processing or if replies are expected, an </a:t>
            </a:r>
            <a:r>
              <a:rPr lang="en">
                <a:solidFill>
                  <a:srgbClr val="188038"/>
                </a:solidFill>
                <a:latin typeface="Roboto Mono"/>
                <a:ea typeface="Roboto Mono"/>
                <a:cs typeface="Roboto Mono"/>
                <a:sym typeface="Roboto Mono"/>
              </a:rPr>
              <a:t>AggregationStrategy</a:t>
            </a:r>
            <a:r>
              <a:rPr lang="en">
                <a:solidFill>
                  <a:schemeClr val="dk1"/>
                </a:solidFill>
              </a:rPr>
              <a:t> can be defined to combine the responses from multiple recipients into a single outgoing message.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Error Handling:</a:t>
            </a:r>
            <a:br>
              <a:rPr b="1" lang="en">
                <a:solidFill>
                  <a:schemeClr val="dk1"/>
                </a:solidFill>
              </a:rPr>
            </a:br>
            <a:r>
              <a:rPr lang="en">
                <a:solidFill>
                  <a:schemeClr val="dk1"/>
                </a:solidFill>
              </a:rPr>
              <a:t> Options like </a:t>
            </a:r>
            <a:r>
              <a:rPr lang="en">
                <a:solidFill>
                  <a:srgbClr val="188038"/>
                </a:solidFill>
                <a:latin typeface="Roboto Mono"/>
                <a:ea typeface="Roboto Mono"/>
                <a:cs typeface="Roboto Mono"/>
                <a:sym typeface="Roboto Mono"/>
              </a:rPr>
              <a:t>ignoreInvalidEndpoints</a:t>
            </a:r>
            <a:r>
              <a:rPr lang="en">
                <a:solidFill>
                  <a:schemeClr val="dk1"/>
                </a:solidFill>
              </a:rPr>
              <a:t> allow for graceful handling of situations where a dynamically determined endpoint URI is invalid or unavailable.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Configuration:</a:t>
            </a:r>
            <a:br>
              <a:rPr b="1" lang="en">
                <a:solidFill>
                  <a:schemeClr val="dk1"/>
                </a:solidFill>
              </a:rPr>
            </a:br>
            <a:r>
              <a:rPr lang="en">
                <a:solidFill>
                  <a:schemeClr val="dk1"/>
                </a:solidFill>
              </a:rPr>
              <a:t> The Recipient List EIP can be configured in various ways within Camel routes, including using Java DSL or XML DSL.</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6" name="Shape 5346"/>
        <p:cNvGrpSpPr/>
        <p:nvPr/>
      </p:nvGrpSpPr>
      <p:grpSpPr>
        <a:xfrm>
          <a:off x="0" y="0"/>
          <a:ext cx="0" cy="0"/>
          <a:chOff x="0" y="0"/>
          <a:chExt cx="0" cy="0"/>
        </a:xfrm>
      </p:grpSpPr>
      <p:sp>
        <p:nvSpPr>
          <p:cNvPr id="5347" name="Google Shape;5347;g37ea65ceeb1_1_21: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8" name="Google Shape;5348;g37ea65ceeb1_1_21: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This pattern is particularly useful in scenarios where you need to collect and process information from various sources or consolidate fragmented data before further processing.</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rPr>
              <a:t>how it works: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Correlation Expression:</a:t>
            </a:r>
            <a:br>
              <a:rPr b="1" lang="en">
                <a:solidFill>
                  <a:schemeClr val="dk1"/>
                </a:solidFill>
              </a:rPr>
            </a:br>
            <a:r>
              <a:rPr lang="en">
                <a:solidFill>
                  <a:schemeClr val="dk1"/>
                </a:solidFill>
              </a:rPr>
              <a:t> This expression defines how messages are grouped together. It's evaluated on each incoming message to produce a "correlation key." Messages with the same correlation key are then aggregated into the same batch. For instance, you might use a customer ID from the message header or body as the correlation key to aggregate all orders from a specific customer.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Completion Condition:</a:t>
            </a:r>
            <a:br>
              <a:rPr b="1" lang="en">
                <a:solidFill>
                  <a:schemeClr val="dk1"/>
                </a:solidFill>
              </a:rPr>
            </a:br>
            <a:r>
              <a:rPr lang="en">
                <a:solidFill>
                  <a:schemeClr val="dk1"/>
                </a:solidFill>
              </a:rPr>
              <a:t> This determines when a batch of messages is considered complete and ready for release. You can specify a simple size limit (e.g., aggregate 10 messages), a timeout (e.g., release messages after 5 seconds), or a more complex predicate condition that evaluates message content to determine completeness (e.g., release when a specific "end of batch" message arrives).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Aggregation Strategy:</a:t>
            </a:r>
            <a:br>
              <a:rPr b="1" lang="en">
                <a:solidFill>
                  <a:schemeClr val="dk1"/>
                </a:solidFill>
              </a:rPr>
            </a:br>
            <a:r>
              <a:rPr lang="en">
                <a:solidFill>
                  <a:schemeClr val="dk1"/>
                </a:solidFill>
              </a:rPr>
              <a:t> This is a crucial component that defines how the individual messages within a correlated batch are combined into a single outgoing message. You implement the </a:t>
            </a:r>
            <a:r>
              <a:rPr lang="en">
                <a:solidFill>
                  <a:srgbClr val="188038"/>
                </a:solidFill>
                <a:latin typeface="Roboto Mono"/>
                <a:ea typeface="Roboto Mono"/>
                <a:cs typeface="Roboto Mono"/>
                <a:sym typeface="Roboto Mono"/>
              </a:rPr>
              <a:t>AggregationStrategy</a:t>
            </a:r>
            <a:r>
              <a:rPr lang="en">
                <a:solidFill>
                  <a:schemeClr val="dk1"/>
                </a:solidFill>
              </a:rPr>
              <a:t> interface, providing logic to merge the incoming exchanges into a single result exchange. This could involve combining message bodies, headers, or other relevant data.</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4" name="Shape 5354"/>
        <p:cNvGrpSpPr/>
        <p:nvPr/>
      </p:nvGrpSpPr>
      <p:grpSpPr>
        <a:xfrm>
          <a:off x="0" y="0"/>
          <a:ext cx="0" cy="0"/>
          <a:chOff x="0" y="0"/>
          <a:chExt cx="0" cy="0"/>
        </a:xfrm>
      </p:grpSpPr>
      <p:sp>
        <p:nvSpPr>
          <p:cNvPr id="5355" name="Google Shape;5355;g37ea65ceeb1_1_28: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6" name="Google Shape;5356;g37ea65ceeb1_1_28: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This is particularly useful when the initial message lacks certain information required for further processing, and this missing data can be retrieved from another system or resource.</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Clr>
                <a:schemeClr val="dk1"/>
              </a:buClr>
              <a:buSzPts val="1100"/>
              <a:buFont typeface="Arial"/>
              <a:buNone/>
            </a:pPr>
            <a:r>
              <a:rPr lang="en">
                <a:solidFill>
                  <a:schemeClr val="dk1"/>
                </a:solidFill>
              </a:rPr>
              <a:t>How it works: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Incoming Message:</a:t>
            </a:r>
            <a:br>
              <a:rPr b="1" lang="en">
                <a:solidFill>
                  <a:schemeClr val="dk1"/>
                </a:solidFill>
              </a:rPr>
            </a:br>
            <a:r>
              <a:rPr lang="en">
                <a:solidFill>
                  <a:schemeClr val="dk1"/>
                </a:solidFill>
              </a:rPr>
              <a:t> A message enters a Camel route, containing some initial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Enrichment Request:</a:t>
            </a:r>
            <a:br>
              <a:rPr b="1" lang="en">
                <a:solidFill>
                  <a:schemeClr val="dk1"/>
                </a:solidFill>
              </a:rPr>
            </a:br>
            <a:r>
              <a:rPr lang="en">
                <a:solidFill>
                  <a:schemeClr val="dk1"/>
                </a:solidFill>
              </a:rPr>
              <a:t> The Content Enricher component sends a request to an external resource (e.g., a database, a web service, another Camel endpoint) to retrieve the missing information.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Resource Exchange:</a:t>
            </a:r>
            <a:br>
              <a:rPr b="1" lang="en">
                <a:solidFill>
                  <a:schemeClr val="dk1"/>
                </a:solidFill>
              </a:rPr>
            </a:br>
            <a:r>
              <a:rPr lang="en">
                <a:solidFill>
                  <a:schemeClr val="dk1"/>
                </a:solidFill>
              </a:rPr>
              <a:t> The external resource provides the requested data, which forms a "resource exchange."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Aggregation:</a:t>
            </a:r>
            <a:br>
              <a:rPr b="1" lang="en">
                <a:solidFill>
                  <a:schemeClr val="dk1"/>
                </a:solidFill>
              </a:rPr>
            </a:br>
            <a:r>
              <a:rPr lang="en">
                <a:solidFill>
                  <a:schemeClr val="dk1"/>
                </a:solidFill>
              </a:rPr>
              <a:t> An </a:t>
            </a:r>
            <a:r>
              <a:rPr lang="en">
                <a:solidFill>
                  <a:srgbClr val="188038"/>
                </a:solidFill>
                <a:latin typeface="Roboto Mono"/>
                <a:ea typeface="Roboto Mono"/>
                <a:cs typeface="Roboto Mono"/>
                <a:sym typeface="Roboto Mono"/>
              </a:rPr>
              <a:t>AggregationStrategy</a:t>
            </a:r>
            <a:r>
              <a:rPr lang="en">
                <a:solidFill>
                  <a:schemeClr val="dk1"/>
                </a:solidFill>
              </a:rPr>
              <a:t> is used to combine the original incoming message (from the "original exchange") with the data obtained from the external resource (from the "resource exchange"). This strategy defines how the two pieces of information are merged into a single, enriched message.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Enriched Message:</a:t>
            </a:r>
            <a:br>
              <a:rPr b="1" lang="en">
                <a:solidFill>
                  <a:schemeClr val="dk1"/>
                </a:solidFill>
              </a:rPr>
            </a:br>
            <a:r>
              <a:rPr lang="en">
                <a:solidFill>
                  <a:schemeClr val="dk1"/>
                </a:solidFill>
              </a:rPr>
              <a:t> The resulting enriched message, now containing all necessary data, continues its journey through the Camel route.</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2" name="Shape 5362"/>
        <p:cNvGrpSpPr/>
        <p:nvPr/>
      </p:nvGrpSpPr>
      <p:grpSpPr>
        <a:xfrm>
          <a:off x="0" y="0"/>
          <a:ext cx="0" cy="0"/>
          <a:chOff x="0" y="0"/>
          <a:chExt cx="0" cy="0"/>
        </a:xfrm>
      </p:grpSpPr>
      <p:sp>
        <p:nvSpPr>
          <p:cNvPr id="5363" name="Google Shape;5363;g37ea65ceeb1_1_124: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4" name="Google Shape;5364;g37ea65ceeb1_1_124: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rPr>
              <a:t>In this 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An incoming message to </a:t>
            </a:r>
            <a:r>
              <a:rPr lang="en">
                <a:solidFill>
                  <a:srgbClr val="188038"/>
                </a:solidFill>
                <a:latin typeface="Roboto Mono"/>
                <a:ea typeface="Roboto Mono"/>
                <a:cs typeface="Roboto Mono"/>
                <a:sym typeface="Roboto Mono"/>
              </a:rPr>
              <a:t>direct:start</a:t>
            </a:r>
            <a:r>
              <a:rPr lang="en">
                <a:solidFill>
                  <a:schemeClr val="dk1"/>
                </a:solidFill>
              </a:rPr>
              <a:t> is enriched.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lang="en">
                <a:solidFill>
                  <a:srgbClr val="188038"/>
                </a:solidFill>
                <a:latin typeface="Roboto Mono"/>
                <a:ea typeface="Roboto Mono"/>
                <a:cs typeface="Roboto Mono"/>
                <a:sym typeface="Roboto Mono"/>
              </a:rPr>
              <a:t>enrich</a:t>
            </a:r>
            <a:r>
              <a:rPr lang="en">
                <a:solidFill>
                  <a:schemeClr val="dk1"/>
                </a:solidFill>
              </a:rPr>
              <a:t> EIP calls </a:t>
            </a:r>
            <a:r>
              <a:rPr lang="en">
                <a:solidFill>
                  <a:srgbClr val="188038"/>
                </a:solidFill>
                <a:latin typeface="Roboto Mono"/>
                <a:ea typeface="Roboto Mono"/>
                <a:cs typeface="Roboto Mono"/>
                <a:sym typeface="Roboto Mono"/>
              </a:rPr>
              <a:t>direct:lookupService</a:t>
            </a:r>
            <a:r>
              <a:rPr lang="en">
                <a:solidFill>
                  <a:schemeClr val="dk1"/>
                </a:solidFill>
              </a:rPr>
              <a:t> to get additional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direct:lookupService</a:t>
            </a:r>
            <a:r>
              <a:rPr lang="en">
                <a:solidFill>
                  <a:schemeClr val="dk1"/>
                </a:solidFill>
              </a:rPr>
              <a:t> then calls an external HTTP service, using the body of the original message as an ID in the URL.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MyAggregationStrategy</a:t>
            </a:r>
            <a:r>
              <a:rPr lang="en">
                <a:solidFill>
                  <a:schemeClr val="dk1"/>
                </a:solidFill>
              </a:rPr>
              <a:t> (your custom implementation) combines the original message and the response from the HTTP service.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enriched message is then logged.</a:t>
            </a:r>
            <a:endParaRPr>
              <a:solidFill>
                <a:schemeClr val="dk1"/>
              </a:solidFill>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1" name="Shape 5371"/>
        <p:cNvGrpSpPr/>
        <p:nvPr/>
      </p:nvGrpSpPr>
      <p:grpSpPr>
        <a:xfrm>
          <a:off x="0" y="0"/>
          <a:ext cx="0" cy="0"/>
          <a:chOff x="0" y="0"/>
          <a:chExt cx="0" cy="0"/>
        </a:xfrm>
      </p:grpSpPr>
      <p:sp>
        <p:nvSpPr>
          <p:cNvPr id="5372" name="Google Shape;5372;g37ea65ceeb1_1_35: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3" name="Google Shape;5373;g37ea65ceeb1_1_35: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The "claim check" or "key" points to the message's location in temporary storage, such as a database or file system. This makes messages smaller and more efficient to transmit, with the original content retrieved from storage later using the key via</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get operations</a:t>
            </a:r>
            <a:r>
              <a:rPr lang="en">
                <a:solidFill>
                  <a:schemeClr val="dk1"/>
                </a:solidFill>
              </a:rPr>
              <a:t> on the Claim Check EIP.</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Clr>
                <a:schemeClr val="dk1"/>
              </a:buClr>
              <a:buSzPts val="1100"/>
              <a:buFont typeface="Arial"/>
              <a:buNone/>
            </a:pPr>
            <a:r>
              <a:rPr lang="en">
                <a:solidFill>
                  <a:schemeClr val="dk1"/>
                </a:solidFill>
              </a:rPr>
              <a:t>How it Works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1. </a:t>
            </a:r>
            <a:r>
              <a:rPr b="1" lang="en">
                <a:solidFill>
                  <a:schemeClr val="dk1"/>
                </a:solidFill>
              </a:rPr>
              <a:t>Producer Action</a:t>
            </a:r>
            <a:r>
              <a:rPr lang="en">
                <a:solidFill>
                  <a:schemeClr val="dk1"/>
                </a:solidFill>
              </a:rPr>
              <a:t>:</a:t>
            </a:r>
            <a:br>
              <a:rPr lang="en">
                <a:solidFill>
                  <a:schemeClr val="dk1"/>
                </a:solidFill>
              </a:rPr>
            </a:br>
            <a:r>
              <a:rPr lang="en">
                <a:solidFill>
                  <a:schemeClr val="dk1"/>
                </a:solidFill>
              </a:rPr>
              <a:t> A message producer encounters a large payload. Instead of sending the full content, it stores the large content in a temporary store (like a database,</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Hazelcast</a:t>
            </a:r>
            <a:r>
              <a:rPr lang="en">
                <a:solidFill>
                  <a:schemeClr val="dk1"/>
                </a:solidFill>
              </a:rPr>
              <a:t>, or even a file system) and generates a unique key.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2. </a:t>
            </a:r>
            <a:r>
              <a:rPr b="1" lang="en">
                <a:solidFill>
                  <a:schemeClr val="dk1"/>
                </a:solidFill>
              </a:rPr>
              <a:t>Message Content Update</a:t>
            </a:r>
            <a:r>
              <a:rPr lang="en">
                <a:solidFill>
                  <a:schemeClr val="dk1"/>
                </a:solidFill>
              </a:rPr>
              <a:t>:</a:t>
            </a:r>
            <a:br>
              <a:rPr lang="en">
                <a:solidFill>
                  <a:schemeClr val="dk1"/>
                </a:solidFill>
              </a:rPr>
            </a:br>
            <a:r>
              <a:rPr lang="en">
                <a:solidFill>
                  <a:schemeClr val="dk1"/>
                </a:solidFill>
              </a:rPr>
              <a:t> The producer then replaces the original large message content with this unique key (the claim check).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3. </a:t>
            </a:r>
            <a:r>
              <a:rPr b="1" lang="en">
                <a:solidFill>
                  <a:schemeClr val="dk1"/>
                </a:solidFill>
              </a:rPr>
              <a:t>Message Transmission</a:t>
            </a:r>
            <a:r>
              <a:rPr lang="en">
                <a:solidFill>
                  <a:schemeClr val="dk1"/>
                </a:solidFill>
              </a:rPr>
              <a:t>:</a:t>
            </a:r>
            <a:br>
              <a:rPr lang="en">
                <a:solidFill>
                  <a:schemeClr val="dk1"/>
                </a:solidFill>
              </a:rPr>
            </a:br>
            <a:r>
              <a:rPr lang="en">
                <a:solidFill>
                  <a:schemeClr val="dk1"/>
                </a:solidFill>
              </a:rPr>
              <a:t> This smaller message, containing only the identifier, is then sent through the messaging system.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4. </a:t>
            </a:r>
            <a:r>
              <a:rPr b="1" lang="en">
                <a:solidFill>
                  <a:schemeClr val="dk1"/>
                </a:solidFill>
              </a:rPr>
              <a:t>Consumer Action</a:t>
            </a:r>
            <a:r>
              <a:rPr lang="en">
                <a:solidFill>
                  <a:schemeClr val="dk1"/>
                </a:solidFill>
              </a:rPr>
              <a:t>:</a:t>
            </a:r>
            <a:br>
              <a:rPr lang="en">
                <a:solidFill>
                  <a:schemeClr val="dk1"/>
                </a:solidFill>
              </a:rPr>
            </a:br>
            <a:r>
              <a:rPr lang="en">
                <a:solidFill>
                  <a:schemeClr val="dk1"/>
                </a:solidFill>
              </a:rPr>
              <a:t> A consumer that receives the message can use the claim check to retrieve the original, large message content from the temporary store. This is done using a </a:t>
            </a:r>
            <a:r>
              <a:rPr lang="en">
                <a:solidFill>
                  <a:srgbClr val="188038"/>
                </a:solidFill>
                <a:latin typeface="Roboto Mono"/>
                <a:ea typeface="Roboto Mono"/>
                <a:cs typeface="Roboto Mono"/>
                <a:sym typeface="Roboto Mono"/>
              </a:rPr>
              <a:t>get</a:t>
            </a:r>
            <a:r>
              <a:rPr lang="en">
                <a:solidFill>
                  <a:schemeClr val="dk1"/>
                </a:solidFill>
              </a:rPr>
              <a:t> or </a:t>
            </a:r>
            <a:r>
              <a:rPr lang="en">
                <a:solidFill>
                  <a:srgbClr val="188038"/>
                </a:solidFill>
                <a:latin typeface="Roboto Mono"/>
                <a:ea typeface="Roboto Mono"/>
                <a:cs typeface="Roboto Mono"/>
                <a:sym typeface="Roboto Mono"/>
              </a:rPr>
              <a:t>get and remove</a:t>
            </a:r>
            <a:r>
              <a:rPr lang="en">
                <a:solidFill>
                  <a:schemeClr val="dk1"/>
                </a:solidFill>
              </a:rPr>
              <a:t> operation on the Claim Check EIP.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Why Use It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u="sng">
                <a:solidFill>
                  <a:schemeClr val="hlink"/>
                </a:solidFill>
                <a:hlinkClick r:id="rId6"/>
              </a:rPr>
              <a:t>Efficiency for Large Payloads</a:t>
            </a:r>
            <a:r>
              <a:rPr lang="en" u="sng">
                <a:solidFill>
                  <a:schemeClr val="hlink"/>
                </a:solidFill>
                <a:hlinkClick r:id="rId7"/>
              </a:rPr>
              <a:t>: .</a:t>
            </a:r>
            <a:endParaRPr u="sng">
              <a:solidFill>
                <a:schemeClr val="hlink"/>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By not including massive data directly in messages, the pattern significantly reduces message size, making transmission and processing more efficient and less resource-intensive. </a:t>
            </a:r>
            <a:endParaRPr>
              <a:solidFill>
                <a:schemeClr val="dk1"/>
              </a:solidFill>
            </a:endParaRPr>
          </a:p>
          <a:p>
            <a:pPr indent="0" lvl="0" marL="0" rtl="0" algn="l">
              <a:spcBef>
                <a:spcPts val="0"/>
              </a:spcBef>
              <a:spcAft>
                <a:spcPts val="0"/>
              </a:spcAft>
              <a:buClr>
                <a:schemeClr val="dk1"/>
              </a:buClr>
              <a:buSzPts val="1100"/>
              <a:buFont typeface="Arial"/>
              <a:buNone/>
            </a:pPr>
            <a:r>
              <a:rPr b="1" lang="en" u="sng">
                <a:solidFill>
                  <a:schemeClr val="hlink"/>
                </a:solidFill>
                <a:hlinkClick r:id="rId8"/>
              </a:rPr>
              <a:t>Sensitive Data Protection</a:t>
            </a:r>
            <a:r>
              <a:rPr lang="en" u="sng">
                <a:solidFill>
                  <a:schemeClr val="hlink"/>
                </a:solidFill>
                <a:hlinkClick r:id="rId9"/>
              </a:rPr>
              <a:t>: .</a:t>
            </a:r>
            <a:endParaRPr u="sng">
              <a:solidFill>
                <a:schemeClr val="hlink"/>
              </a:solidFill>
            </a:endParaRPr>
          </a:p>
          <a:p>
            <a:pPr indent="0" lvl="0" marL="0" rtl="0" algn="l">
              <a:spcBef>
                <a:spcPts val="0"/>
              </a:spcBef>
              <a:spcAft>
                <a:spcPts val="0"/>
              </a:spcAft>
              <a:buClr>
                <a:schemeClr val="dk1"/>
              </a:buClr>
              <a:buSzPts val="1100"/>
              <a:buFont typeface="Arial"/>
              <a:buNone/>
            </a:pPr>
            <a:r>
              <a:rPr lang="en">
                <a:solidFill>
                  <a:schemeClr val="dk1"/>
                </a:solidFill>
              </a:rPr>
              <a:t>It allows sensitive or private information to be stored separately and only be made accessible to trusted parties who have the claim check. </a:t>
            </a:r>
            <a:endParaRPr>
              <a:solidFill>
                <a:schemeClr val="dk1"/>
              </a:solidFill>
            </a:endParaRPr>
          </a:p>
          <a:p>
            <a:pPr indent="0" lvl="0" marL="0" rtl="0" algn="l">
              <a:spcBef>
                <a:spcPts val="0"/>
              </a:spcBef>
              <a:spcAft>
                <a:spcPts val="0"/>
              </a:spcAft>
              <a:buClr>
                <a:schemeClr val="dk1"/>
              </a:buClr>
              <a:buSzPts val="1100"/>
              <a:buFont typeface="Arial"/>
              <a:buNone/>
            </a:pPr>
            <a:r>
              <a:rPr b="1" lang="en" u="sng">
                <a:solidFill>
                  <a:schemeClr val="hlink"/>
                </a:solidFill>
                <a:hlinkClick r:id="rId10"/>
              </a:rPr>
              <a:t>Handling Unreliable External Systems</a:t>
            </a:r>
            <a:r>
              <a:rPr lang="en" u="sng">
                <a:solidFill>
                  <a:schemeClr val="hlink"/>
                </a:solidFill>
                <a:hlinkClick r:id="rId11"/>
              </a:rPr>
              <a:t>: .</a:t>
            </a:r>
            <a:endParaRPr u="sng">
              <a:solidFill>
                <a:schemeClr val="hlink"/>
              </a:solidFill>
            </a:endParaRPr>
          </a:p>
          <a:p>
            <a:pPr indent="0" lvl="0" marL="0" rtl="0" algn="l">
              <a:spcBef>
                <a:spcPts val="0"/>
              </a:spcBef>
              <a:spcAft>
                <a:spcPts val="0"/>
              </a:spcAft>
              <a:buClr>
                <a:schemeClr val="dk1"/>
              </a:buClr>
              <a:buSzPts val="1100"/>
              <a:buFont typeface="Arial"/>
              <a:buNone/>
            </a:pPr>
            <a:r>
              <a:rPr lang="en">
                <a:solidFill>
                  <a:schemeClr val="dk1"/>
                </a:solidFill>
              </a:rPr>
              <a:t>It provides a way to process data that cannot be directly sent to a third-party system, by storing the data and giving the third party a reference to retrieve it later.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In Apache Camel</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Claim Check EIP (</a:t>
            </a:r>
            <a:r>
              <a:rPr lang="en" u="sng">
                <a:solidFill>
                  <a:schemeClr val="hlink"/>
                </a:solidFill>
                <a:hlinkClick r:id="rId12"/>
              </a:rPr>
              <a:t>Enterprise Integration Pattern</a:t>
            </a:r>
            <a:r>
              <a:rPr lang="en">
                <a:solidFill>
                  <a:schemeClr val="dk1"/>
                </a:solidFill>
              </a:rPr>
              <a:t>) directly supports this pattern.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can use it with operations like </a:t>
            </a:r>
            <a:r>
              <a:rPr lang="en">
                <a:solidFill>
                  <a:srgbClr val="188038"/>
                </a:solidFill>
                <a:latin typeface="Roboto Mono"/>
                <a:ea typeface="Roboto Mono"/>
                <a:cs typeface="Roboto Mono"/>
                <a:sym typeface="Roboto Mono"/>
              </a:rPr>
              <a:t>set</a:t>
            </a:r>
            <a:r>
              <a:rPr lang="en">
                <a:solidFill>
                  <a:schemeClr val="dk1"/>
                </a:solidFill>
              </a:rPr>
              <a:t> to store a new claim check (replacing the message with the key) and </a:t>
            </a:r>
            <a:r>
              <a:rPr lang="en">
                <a:solidFill>
                  <a:srgbClr val="188038"/>
                </a:solidFill>
                <a:latin typeface="Roboto Mono"/>
                <a:ea typeface="Roboto Mono"/>
                <a:cs typeface="Roboto Mono"/>
                <a:sym typeface="Roboto Mono"/>
              </a:rPr>
              <a:t>get</a:t>
            </a:r>
            <a:r>
              <a:rPr lang="en">
                <a:solidFill>
                  <a:schemeClr val="dk1"/>
                </a:solidFill>
              </a:rPr>
              <a:t> or </a:t>
            </a:r>
            <a:r>
              <a:rPr lang="en">
                <a:solidFill>
                  <a:srgbClr val="188038"/>
                </a:solidFill>
                <a:latin typeface="Roboto Mono"/>
                <a:ea typeface="Roboto Mono"/>
                <a:cs typeface="Roboto Mono"/>
                <a:sym typeface="Roboto Mono"/>
              </a:rPr>
              <a:t>get and remove</a:t>
            </a:r>
            <a:r>
              <a:rPr lang="en">
                <a:solidFill>
                  <a:schemeClr val="dk1"/>
                </a:solidFill>
              </a:rPr>
              <a:t> to retrieve the original message content.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Camel's implementation can temporarily store message content in its internal memory store or a user-provided external store, such as a database or a cache like Hazelcast. </a:t>
            </a:r>
            <a:endParaRPr>
              <a:solidFill>
                <a:schemeClr val="dk1"/>
              </a:solidFill>
            </a:endParaRPr>
          </a:p>
          <a:p>
            <a:pPr indent="0" lvl="0" marL="0" rtl="0" algn="l">
              <a:spcBef>
                <a:spcPts val="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9" name="Shape 5379"/>
        <p:cNvGrpSpPr/>
        <p:nvPr/>
      </p:nvGrpSpPr>
      <p:grpSpPr>
        <a:xfrm>
          <a:off x="0" y="0"/>
          <a:ext cx="0" cy="0"/>
          <a:chOff x="0" y="0"/>
          <a:chExt cx="0" cy="0"/>
        </a:xfrm>
      </p:grpSpPr>
      <p:sp>
        <p:nvSpPr>
          <p:cNvPr id="5380" name="Google Shape;5380;g37ea65ceeb1_1_42: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1" name="Google Shape;5381;g37ea65ceeb1_1_42: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rPr>
              <a:t>It achieves this by using a</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Content-Based Router</a:t>
            </a:r>
            <a:r>
              <a:rPr lang="en">
                <a:solidFill>
                  <a:schemeClr val="dk1"/>
                </a:solidFill>
              </a:rPr>
              <a:t> to detect the format of each incoming message and then directing it to the appropriate</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Message Translator</a:t>
            </a:r>
            <a:r>
              <a:rPr lang="en">
                <a:solidFill>
                  <a:schemeClr val="dk1"/>
                </a:solidFill>
              </a:rPr>
              <a:t> for conversion into the single, common format.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How it Works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Message Detection</a:t>
            </a:r>
            <a:r>
              <a:rPr lang="en">
                <a:solidFill>
                  <a:schemeClr val="dk1"/>
                </a:solidFill>
              </a:rPr>
              <a:t>:</a:t>
            </a:r>
            <a:br>
              <a:rPr lang="en">
                <a:solidFill>
                  <a:schemeClr val="dk1"/>
                </a:solidFill>
              </a:rPr>
            </a:br>
            <a:r>
              <a:rPr lang="en">
                <a:solidFill>
                  <a:schemeClr val="dk1"/>
                </a:solidFill>
              </a:rPr>
              <a:t> A Content-Based Router examines an incoming message to determine its format (e.g., XML, JSON, CSV).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Routing to Translator</a:t>
            </a:r>
            <a:r>
              <a:rPr lang="en">
                <a:solidFill>
                  <a:schemeClr val="dk1"/>
                </a:solidFill>
              </a:rPr>
              <a:t>:</a:t>
            </a:r>
            <a:br>
              <a:rPr lang="en">
                <a:solidFill>
                  <a:schemeClr val="dk1"/>
                </a:solidFill>
              </a:rPr>
            </a:br>
            <a:r>
              <a:rPr lang="en">
                <a:solidFill>
                  <a:schemeClr val="dk1"/>
                </a:solidFill>
              </a:rPr>
              <a:t> Based on the detected format, the router directs the message to a specific Message Translator. </a:t>
            </a:r>
            <a:endParaRPr>
              <a:solidFill>
                <a:schemeClr val="dk1"/>
              </a:solidFill>
            </a:endParaRPr>
          </a:p>
          <a:p>
            <a:pPr indent="-298450" lvl="0" marL="457200" rtl="0" algn="l">
              <a:spcBef>
                <a:spcPts val="0"/>
              </a:spcBef>
              <a:spcAft>
                <a:spcPts val="0"/>
              </a:spcAft>
              <a:buClr>
                <a:schemeClr val="dk1"/>
              </a:buClr>
              <a:buSzPts val="1100"/>
              <a:buChar char="●"/>
            </a:pPr>
            <a:r>
              <a:rPr b="1" lang="en">
                <a:solidFill>
                  <a:schemeClr val="dk1"/>
                </a:solidFill>
              </a:rPr>
              <a:t>Transformation</a:t>
            </a:r>
            <a:r>
              <a:rPr lang="en">
                <a:solidFill>
                  <a:schemeClr val="dk1"/>
                </a:solidFill>
              </a:rPr>
              <a:t>:</a:t>
            </a:r>
            <a:br>
              <a:rPr lang="en">
                <a:solidFill>
                  <a:schemeClr val="dk1"/>
                </a:solidFill>
              </a:rPr>
            </a:br>
            <a:r>
              <a:rPr lang="en">
                <a:solidFill>
                  <a:schemeClr val="dk1"/>
                </a:solidFill>
              </a:rPr>
              <a:t> The chosen Message Translator converts the message from its original format into a canonical, or common, format. </a:t>
            </a:r>
            <a:endParaRPr>
              <a:solidFill>
                <a:schemeClr val="dk1"/>
              </a:solidFill>
            </a:endParaRPr>
          </a:p>
          <a:p>
            <a:pPr indent="-298450" lvl="0" marL="457200" rtl="0" algn="l">
              <a:spcBef>
                <a:spcPts val="0"/>
              </a:spcBef>
              <a:spcAft>
                <a:spcPts val="0"/>
              </a:spcAft>
              <a:buClr>
                <a:schemeClr val="dk1"/>
              </a:buClr>
              <a:buSzPts val="1100"/>
              <a:buChar char="●"/>
            </a:pPr>
            <a:r>
              <a:rPr b="1" lang="en">
                <a:solidFill>
                  <a:schemeClr val="dk1"/>
                </a:solidFill>
              </a:rPr>
              <a:t>Common Format</a:t>
            </a:r>
            <a:r>
              <a:rPr lang="en">
                <a:solidFill>
                  <a:schemeClr val="dk1"/>
                </a:solidFill>
              </a:rPr>
              <a:t>:</a:t>
            </a:r>
            <a:br>
              <a:rPr lang="en">
                <a:solidFill>
                  <a:schemeClr val="dk1"/>
                </a:solidFill>
              </a:rPr>
            </a:br>
            <a:r>
              <a:rPr lang="en">
                <a:solidFill>
                  <a:schemeClr val="dk1"/>
                </a:solidFill>
              </a:rPr>
              <a:t> All messages are processed in this single, standardized format, allowing for consistent handling downstream. </a:t>
            </a:r>
            <a:endParaRPr>
              <a:solidFill>
                <a:schemeClr val="dk1"/>
              </a:solidFill>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7" name="Shape 5387"/>
        <p:cNvGrpSpPr/>
        <p:nvPr/>
      </p:nvGrpSpPr>
      <p:grpSpPr>
        <a:xfrm>
          <a:off x="0" y="0"/>
          <a:ext cx="0" cy="0"/>
          <a:chOff x="0" y="0"/>
          <a:chExt cx="0" cy="0"/>
        </a:xfrm>
      </p:grpSpPr>
      <p:sp>
        <p:nvSpPr>
          <p:cNvPr id="5388" name="Google Shape;5388;g37ea65ceeb1_1_49: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9" name="Google Shape;5389;g37ea65ceeb1_1_49: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Clr>
                <a:schemeClr val="dk1"/>
              </a:buClr>
              <a:buSzPts val="1100"/>
              <a:buFont typeface="Arial"/>
              <a:buNone/>
            </a:pPr>
            <a:r>
              <a:rPr lang="en">
                <a:solidFill>
                  <a:schemeClr val="dk1"/>
                </a:solidFill>
              </a:rPr>
              <a:t>It allows for the processing of a composite message by: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Splitting</a:t>
            </a:r>
            <a:r>
              <a:rPr lang="en">
                <a:solidFill>
                  <a:schemeClr val="dk1"/>
                </a:solidFill>
              </a:rPr>
              <a:t>: the main message into individual sub-messages.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Routing</a:t>
            </a:r>
            <a:r>
              <a:rPr lang="en">
                <a:solidFill>
                  <a:schemeClr val="dk1"/>
                </a:solidFill>
              </a:rPr>
              <a:t>: each sub-message to its appropriate destination or processor for individual handling.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Aggregating</a:t>
            </a:r>
            <a:r>
              <a:rPr lang="en">
                <a:solidFill>
                  <a:schemeClr val="dk1"/>
                </a:solidFill>
              </a:rPr>
              <a:t>: the responses or results from the processing of the sub-messages back into a single, unified message.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Implementation in Apache Camel: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Camel primarily implements the Composed Message Processor pattern using the Splitter EIP, which has built-in aggregation capabilities.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Splitter:</a:t>
            </a:r>
            <a:br>
              <a:rPr b="1" lang="en">
                <a:solidFill>
                  <a:schemeClr val="dk1"/>
                </a:solidFill>
              </a:rPr>
            </a:br>
            <a:r>
              <a:rPr lang="en">
                <a:solidFill>
                  <a:schemeClr val="dk1"/>
                </a:solidFill>
              </a:rPr>
              <a:t> The </a:t>
            </a:r>
            <a:r>
              <a:rPr lang="en">
                <a:solidFill>
                  <a:srgbClr val="188038"/>
                </a:solidFill>
                <a:latin typeface="Roboto Mono"/>
                <a:ea typeface="Roboto Mono"/>
                <a:cs typeface="Roboto Mono"/>
                <a:sym typeface="Roboto Mono"/>
              </a:rPr>
              <a:t>splitter</a:t>
            </a:r>
            <a:r>
              <a:rPr lang="en">
                <a:solidFill>
                  <a:schemeClr val="dk1"/>
                </a:solidFill>
              </a:rPr>
              <a:t> EIP breaks down a message into smaller, individual messages based on a defined expression (e.g., a collection in the message body). Each split message is then processed independently.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Aggregation:</a:t>
            </a:r>
            <a:br>
              <a:rPr b="1" lang="en">
                <a:solidFill>
                  <a:schemeClr val="dk1"/>
                </a:solidFill>
              </a:rPr>
            </a:br>
            <a:r>
              <a:rPr lang="en">
                <a:solidFill>
                  <a:schemeClr val="dk1"/>
                </a:solidFill>
              </a:rPr>
              <a:t> After individual processing, the results of these sub-messages are often re-aggregated back into a single message using an </a:t>
            </a:r>
            <a:r>
              <a:rPr lang="en">
                <a:solidFill>
                  <a:srgbClr val="188038"/>
                </a:solidFill>
                <a:latin typeface="Roboto Mono"/>
                <a:ea typeface="Roboto Mono"/>
                <a:cs typeface="Roboto Mono"/>
                <a:sym typeface="Roboto Mono"/>
              </a:rPr>
              <a:t>aggregationStrategy</a:t>
            </a:r>
            <a:r>
              <a:rPr lang="en">
                <a:solidFill>
                  <a:schemeClr val="dk1"/>
                </a:solidFill>
              </a:rPr>
              <a:t>. This strategy defines how the individual responses are combined.</a:t>
            </a:r>
            <a:endParaRPr>
              <a:solidFill>
                <a:schemeClr val="dk1"/>
              </a:solidFill>
            </a:endParaRPr>
          </a:p>
          <a:p>
            <a:pPr indent="0" lvl="0" marL="0" rtl="0" algn="l">
              <a:spcBef>
                <a:spcPts val="1200"/>
              </a:spcBef>
              <a:spcAft>
                <a:spcPts val="0"/>
              </a:spcAft>
              <a:buNone/>
            </a:pPr>
            <a:r>
              <a:rPr lang="en">
                <a:solidFill>
                  <a:schemeClr val="dk1"/>
                </a:solidFill>
              </a:rPr>
              <a:t>Example Scenario:</a:t>
            </a:r>
            <a:endParaRPr>
              <a:solidFill>
                <a:schemeClr val="dk1"/>
              </a:solidFill>
            </a:endParaRPr>
          </a:p>
          <a:p>
            <a:pPr indent="0" lvl="0" marL="0" rtl="0" algn="l">
              <a:spcBef>
                <a:spcPts val="0"/>
              </a:spcBef>
              <a:spcAft>
                <a:spcPts val="0"/>
              </a:spcAft>
              <a:buNone/>
            </a:pPr>
            <a:r>
              <a:rPr lang="en">
                <a:solidFill>
                  <a:schemeClr val="dk1"/>
                </a:solidFill>
              </a:rPr>
              <a:t>Consider an order processing system where a single order message contains multiple order items. The Composed Message Processor pattern can be applied as follows: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Split:</a:t>
            </a:r>
            <a:r>
              <a:rPr lang="en">
                <a:solidFill>
                  <a:schemeClr val="dk1"/>
                </a:solidFill>
              </a:rPr>
              <a:t> The incoming order message is split into individual order item messages.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Route:</a:t>
            </a:r>
            <a:r>
              <a:rPr lang="en">
                <a:solidFill>
                  <a:schemeClr val="dk1"/>
                </a:solidFill>
              </a:rPr>
              <a:t> Each order item message is routed to a specific inventory service (e.g., widget inventory, gadget inventory) for stock availability checks.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Aggregate:</a:t>
            </a:r>
            <a:r>
              <a:rPr lang="en">
                <a:solidFill>
                  <a:schemeClr val="dk1"/>
                </a:solidFill>
              </a:rPr>
              <a:t> The results from each inventory check are then aggregated back into a single order status message, indicating whether the entire order can be fulfilled.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While the Splitter with its built-in aggregation is the primary mechanism, the Aggregator EIP can also be used in conjunction with the Splitter for more advanced aggregation scenarios, especially when grouping into multiple aggregation groups is required.</a:t>
            </a:r>
            <a:endParaRPr>
              <a:solidFill>
                <a:schemeClr val="dk1"/>
              </a:solidFill>
            </a:endParaRPr>
          </a:p>
          <a:p>
            <a:pPr indent="0" lvl="0" marL="0" rtl="0" algn="l">
              <a:spcBef>
                <a:spcPts val="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5" name="Shape 5395"/>
        <p:cNvGrpSpPr/>
        <p:nvPr/>
      </p:nvGrpSpPr>
      <p:grpSpPr>
        <a:xfrm>
          <a:off x="0" y="0"/>
          <a:ext cx="0" cy="0"/>
          <a:chOff x="0" y="0"/>
          <a:chExt cx="0" cy="0"/>
        </a:xfrm>
      </p:grpSpPr>
      <p:sp>
        <p:nvSpPr>
          <p:cNvPr id="5396" name="Google Shape;5396;g37ea65ceeb1_1_56: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7" name="Google Shape;5397;g37ea65ceeb1_1_56: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It is often implemented using a combination of the </a:t>
            </a:r>
            <a:r>
              <a:rPr b="1" lang="en">
                <a:solidFill>
                  <a:schemeClr val="dk1"/>
                </a:solidFill>
              </a:rPr>
              <a:t>Recipient List</a:t>
            </a:r>
            <a:r>
              <a:rPr lang="en">
                <a:solidFill>
                  <a:schemeClr val="dk1"/>
                </a:solidFill>
              </a:rPr>
              <a:t> and </a:t>
            </a:r>
            <a:r>
              <a:rPr b="1" lang="en">
                <a:solidFill>
                  <a:schemeClr val="dk1"/>
                </a:solidFill>
              </a:rPr>
              <a:t>Aggregator</a:t>
            </a:r>
            <a:r>
              <a:rPr lang="en">
                <a:solidFill>
                  <a:schemeClr val="dk1"/>
                </a:solidFill>
              </a:rPr>
              <a:t> EIPs. This pattern is ideal for scenarios like finding the best price from several vendors or collecting data from different backend systems to present a consolidated view.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Recipient List:</a:t>
            </a:r>
            <a:r>
              <a:rPr lang="en">
                <a:solidFill>
                  <a:schemeClr val="dk1"/>
                </a:solidFill>
              </a:rPr>
              <a:t> This component sends the original message to a dynamically generated list of endpoints. The list can be constructed from a message header or from other dynamic sources.</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Aggregator:</a:t>
            </a:r>
            <a:r>
              <a:rPr lang="en">
                <a:solidFill>
                  <a:schemeClr val="dk1"/>
                </a:solidFill>
              </a:rPr>
              <a:t> This component collects the individual responses from each recipient. It uses a </a:t>
            </a:r>
            <a:r>
              <a:rPr lang="en">
                <a:solidFill>
                  <a:srgbClr val="188038"/>
                </a:solidFill>
                <a:latin typeface="Roboto Mono"/>
                <a:ea typeface="Roboto Mono"/>
                <a:cs typeface="Roboto Mono"/>
                <a:sym typeface="Roboto Mono"/>
              </a:rPr>
              <a:t>CorrelationExpression</a:t>
            </a:r>
            <a:r>
              <a:rPr lang="en">
                <a:solidFill>
                  <a:schemeClr val="dk1"/>
                </a:solidFill>
              </a:rPr>
              <a:t> to link the responses to the original request and a custom </a:t>
            </a:r>
            <a:r>
              <a:rPr lang="en">
                <a:solidFill>
                  <a:srgbClr val="188038"/>
                </a:solidFill>
                <a:latin typeface="Roboto Mono"/>
                <a:ea typeface="Roboto Mono"/>
                <a:cs typeface="Roboto Mono"/>
                <a:sym typeface="Roboto Mono"/>
              </a:rPr>
              <a:t>AggregationStrategy</a:t>
            </a:r>
            <a:r>
              <a:rPr lang="en">
                <a:solidFill>
                  <a:schemeClr val="dk1"/>
                </a:solidFill>
              </a:rPr>
              <a:t> to merge the multiple responses into a single message.</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Aggregation Strategy:</a:t>
            </a:r>
            <a:r>
              <a:rPr lang="en">
                <a:solidFill>
                  <a:schemeClr val="dk1"/>
                </a:solidFill>
              </a:rPr>
              <a:t> This is a custom Java class that defines the logic for how responses are combined. For example, it might select the best price, sum up numerical values, or combine data from different sources into a single object.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Modes of operation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Camel supports the scatter-gather EIP in two primary modes: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Request/Reply Mode (Synchronous):</a:t>
            </a:r>
            <a:r>
              <a:rPr lang="en">
                <a:solidFill>
                  <a:schemeClr val="dk1"/>
                </a:solidFill>
              </a:rPr>
              <a:t> The aggregated response is sent back to the original message sender.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One-Way Mode (Asynchronous):</a:t>
            </a:r>
            <a:r>
              <a:rPr lang="en">
                <a:solidFill>
                  <a:schemeClr val="dk1"/>
                </a:solidFill>
              </a:rPr>
              <a:t> The responses are aggregated separately, allowing the main message thread to continue without waiting for a reply.</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3" name="Shape 5403"/>
        <p:cNvGrpSpPr/>
        <p:nvPr/>
      </p:nvGrpSpPr>
      <p:grpSpPr>
        <a:xfrm>
          <a:off x="0" y="0"/>
          <a:ext cx="0" cy="0"/>
          <a:chOff x="0" y="0"/>
          <a:chExt cx="0" cy="0"/>
        </a:xfrm>
      </p:grpSpPr>
      <p:sp>
        <p:nvSpPr>
          <p:cNvPr id="5404" name="Google Shape;5404;g37ea65ceeb1_1_63: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5" name="Google Shape;5405;g37ea65ceeb1_1_63: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latin typeface="Times New Roman"/>
                <a:ea typeface="Times New Roman"/>
                <a:cs typeface="Times New Roman"/>
                <a:sym typeface="Times New Roman"/>
              </a:rPr>
              <a:t>It ensures that a consumer only receives and processes messages that match a specific set of criteria. This is particularly useful for decoupling message consumers from the message provider, allowing consumers to express interest only in certain types of messages.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Clr>
                <a:schemeClr val="dk1"/>
              </a:buClr>
              <a:buSzPts val="1100"/>
              <a:buFont typeface="Arial"/>
              <a:buNone/>
            </a:pPr>
            <a:r>
              <a:rPr b="1" lang="en">
                <a:solidFill>
                  <a:schemeClr val="dk1"/>
                </a:solidFill>
              </a:rPr>
              <a:t>Key benefits of the selective consumer pattern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Decoupling:</a:t>
            </a:r>
            <a:r>
              <a:rPr lang="en">
                <a:solidFill>
                  <a:schemeClr val="dk1"/>
                </a:solidFill>
              </a:rPr>
              <a:t> Consumers don't need to know how or why messages are filtered, only that they will receive the ones they want.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Performance:</a:t>
            </a:r>
            <a:r>
              <a:rPr lang="en">
                <a:solidFill>
                  <a:schemeClr val="dk1"/>
                </a:solidFill>
              </a:rPr>
              <a:t> When filtering is done at the message broker level (like with JMS selectors), it reduces network traffic and processing load on the consumer.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Flexibility:</a:t>
            </a:r>
            <a:r>
              <a:rPr lang="en">
                <a:solidFill>
                  <a:schemeClr val="dk1"/>
                </a:solidFill>
              </a:rPr>
              <a:t> It's easy to add new consumers for different types of messages without altering the producers or the underlying messaging infrastructure.</a:t>
            </a:r>
            <a:endParaRPr>
              <a:solidFill>
                <a:schemeClr val="dk1"/>
              </a:solidFill>
            </a:endParaRPr>
          </a:p>
          <a:p>
            <a:pPr indent="0" lvl="0" marL="0" rtl="0" algn="l">
              <a:spcBef>
                <a:spcPts val="1200"/>
              </a:spcBef>
              <a:spcAft>
                <a:spcPts val="0"/>
              </a:spcAft>
              <a:buNone/>
            </a:pPr>
            <a:r>
              <a:rPr b="1" lang="en">
                <a:solidFill>
                  <a:schemeClr val="dk1"/>
                </a:solidFill>
              </a:rPr>
              <a:t>Key benefits of the selective consumer pattern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Decoupling:</a:t>
            </a:r>
            <a:r>
              <a:rPr lang="en">
                <a:solidFill>
                  <a:schemeClr val="dk1"/>
                </a:solidFill>
              </a:rPr>
              <a:t> Consumers don't need to know how or why messages are filtered, only that they will receive the ones they want.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Performance:</a:t>
            </a:r>
            <a:r>
              <a:rPr lang="en">
                <a:solidFill>
                  <a:schemeClr val="dk1"/>
                </a:solidFill>
              </a:rPr>
              <a:t> When filtering is done at the message broker level (like with JMS selectors), it reduces network traffic and processing load on the consumer.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Flexibility:</a:t>
            </a:r>
            <a:r>
              <a:rPr lang="en">
                <a:solidFill>
                  <a:schemeClr val="dk1"/>
                </a:solidFill>
              </a:rPr>
              <a:t> It's easy to add new consumers for different types of messages without altering the producers or the underlying messaging infrastructure.</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1" name="Shape 5411"/>
        <p:cNvGrpSpPr/>
        <p:nvPr/>
      </p:nvGrpSpPr>
      <p:grpSpPr>
        <a:xfrm>
          <a:off x="0" y="0"/>
          <a:ext cx="0" cy="0"/>
          <a:chOff x="0" y="0"/>
          <a:chExt cx="0" cy="0"/>
        </a:xfrm>
      </p:grpSpPr>
      <p:sp>
        <p:nvSpPr>
          <p:cNvPr id="5412" name="Google Shape;5412;g37ea65ceeb1_1_77: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3" name="Google Shape;5413;g37ea65ceeb1_1_77: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e.g., a sequence number in a header or message body), and then delivers them to an output channel in the correct, sequential order. This is crucial in scenarios where message delivery order is not guaranteed by the messaging system, but the application requires ordered processing.</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rPr>
              <a:t>Configuration Options: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Both batch and stream resequencers offer various configuration options to fine-tune their behavior, such 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Capacity:</a:t>
            </a:r>
            <a:r>
              <a:rPr lang="en">
                <a:solidFill>
                  <a:schemeClr val="dk1"/>
                </a:solidFill>
              </a:rPr>
              <a:t> The size of the internal queue for holding out-of-sequence messages.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Timeout:</a:t>
            </a:r>
            <a:r>
              <a:rPr lang="en">
                <a:solidFill>
                  <a:schemeClr val="dk1"/>
                </a:solidFill>
              </a:rPr>
              <a:t> The maximum time to wait for missing messages or to form a batch.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Comparator:</a:t>
            </a:r>
            <a:r>
              <a:rPr lang="en">
                <a:solidFill>
                  <a:schemeClr val="dk1"/>
                </a:solidFill>
              </a:rPr>
              <a:t> A custom comparator can be provided for more complex resequencing logic.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Ignore Invalid Exchanges:</a:t>
            </a:r>
            <a:r>
              <a:rPr lang="en">
                <a:solidFill>
                  <a:schemeClr val="dk1"/>
                </a:solidFill>
              </a:rPr>
              <a:t> Whether to ignore or throw an exception for messages that cannot be resequenced.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Key Benefits: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Ensures ordered message processing in distributed systems.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Handles out-of-order message delivery gracefully.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Provides flexibility with batch and stream resequencing modes.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Integrates seamlessly with other Apache Camel EIPs and components.</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9" name="Shape 5419"/>
        <p:cNvGrpSpPr/>
        <p:nvPr/>
      </p:nvGrpSpPr>
      <p:grpSpPr>
        <a:xfrm>
          <a:off x="0" y="0"/>
          <a:ext cx="0" cy="0"/>
          <a:chOff x="0" y="0"/>
          <a:chExt cx="0" cy="0"/>
        </a:xfrm>
      </p:grpSpPr>
      <p:sp>
        <p:nvSpPr>
          <p:cNvPr id="5420" name="Google Shape;5420;g37ea65ceeb1_1_152: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1" name="Google Shape;5421;g37ea65ceeb1_1_152: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100"/>
              <a:buNone/>
            </a:pPr>
            <a:r>
              <a:rPr lang="en">
                <a:latin typeface="Times New Roman"/>
                <a:ea typeface="Times New Roman"/>
                <a:cs typeface="Times New Roman"/>
                <a:sym typeface="Times New Roman"/>
              </a:rPr>
              <a:t>e.g., a sequence number in a header or message body), and then delivers them to an output channel in the correct, sequential order. This is crucial in scenarios where message delivery order is not guaranteed by the messaging system, but the application requires ordered processing.</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SzPts val="1100"/>
              <a:buNone/>
            </a:pPr>
            <a:r>
              <a:rPr lang="en">
                <a:solidFill>
                  <a:schemeClr val="dk1"/>
                </a:solidFill>
              </a:rPr>
              <a:t>Configuration Options:</a:t>
            </a:r>
            <a:endParaRPr>
              <a:solidFill>
                <a:schemeClr val="dk1"/>
              </a:solidFill>
            </a:endParaRPr>
          </a:p>
          <a:p>
            <a:pPr indent="0" lvl="0" marL="0" rtl="0" algn="l">
              <a:spcBef>
                <a:spcPts val="0"/>
              </a:spcBef>
              <a:spcAft>
                <a:spcPts val="0"/>
              </a:spcAft>
              <a:buSzPts val="1100"/>
              <a:buNone/>
            </a:pPr>
            <a:r>
              <a:rPr lang="en">
                <a:solidFill>
                  <a:schemeClr val="dk1"/>
                </a:solidFill>
              </a:rPr>
              <a:t>Both batch and stream resequencers offer various configuration options to fine-tune their behavior, such 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Capacity:</a:t>
            </a:r>
            <a:r>
              <a:rPr lang="en">
                <a:solidFill>
                  <a:schemeClr val="dk1"/>
                </a:solidFill>
              </a:rPr>
              <a:t> The size of the internal queue for holding out-of-sequence messages.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Timeout:</a:t>
            </a:r>
            <a:r>
              <a:rPr lang="en">
                <a:solidFill>
                  <a:schemeClr val="dk1"/>
                </a:solidFill>
              </a:rPr>
              <a:t> The maximum time to wait for missing messages or to form a batch.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Comparator:</a:t>
            </a:r>
            <a:r>
              <a:rPr lang="en">
                <a:solidFill>
                  <a:schemeClr val="dk1"/>
                </a:solidFill>
              </a:rPr>
              <a:t> A custom comparator can be provided for more complex resequencing logic.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Ignore Invalid Exchanges:</a:t>
            </a:r>
            <a:r>
              <a:rPr lang="en">
                <a:solidFill>
                  <a:schemeClr val="dk1"/>
                </a:solidFill>
              </a:rPr>
              <a:t> Whether to ignore or throw an exception for messages that cannot be resequenced.</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Key Benefits: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Ensures ordered message processing in distributed systems.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Handles out-of-order message delivery gracefully.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Provides flexibility with batch and stream resequencing modes.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Integrates seamlessly with other Apache Camel EIPs and components.</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2" name="Shape 5432"/>
        <p:cNvGrpSpPr/>
        <p:nvPr/>
      </p:nvGrpSpPr>
      <p:grpSpPr>
        <a:xfrm>
          <a:off x="0" y="0"/>
          <a:ext cx="0" cy="0"/>
          <a:chOff x="0" y="0"/>
          <a:chExt cx="0" cy="0"/>
        </a:xfrm>
      </p:grpSpPr>
      <p:sp>
        <p:nvSpPr>
          <p:cNvPr id="5433" name="Google Shape;5433;g37e9261edf5_0_653: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g37e9261edf5_0_653: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0" name="Shape 5440"/>
        <p:cNvGrpSpPr/>
        <p:nvPr/>
      </p:nvGrpSpPr>
      <p:grpSpPr>
        <a:xfrm>
          <a:off x="0" y="0"/>
          <a:ext cx="0" cy="0"/>
          <a:chOff x="0" y="0"/>
          <a:chExt cx="0" cy="0"/>
        </a:xfrm>
      </p:grpSpPr>
      <p:sp>
        <p:nvSpPr>
          <p:cNvPr id="5441" name="Google Shape;5441;g37e9261edf5_0_660: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g37e9261edf5_0_660: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7" name="Shape 5447"/>
        <p:cNvGrpSpPr/>
        <p:nvPr/>
      </p:nvGrpSpPr>
      <p:grpSpPr>
        <a:xfrm>
          <a:off x="0" y="0"/>
          <a:ext cx="0" cy="0"/>
          <a:chOff x="0" y="0"/>
          <a:chExt cx="0" cy="0"/>
        </a:xfrm>
      </p:grpSpPr>
      <p:sp>
        <p:nvSpPr>
          <p:cNvPr id="5448" name="Google Shape;5448;g37e9261edf5_0_666: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crucial to understand that a given transaction is associated with only the current thread. You must not create a thread pool in the middle of a transactional route because the processing in the new threads will not participate in the current transaction.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If you want to break a route into fragments and have each route fragment participate in the current transaction, you can use </a:t>
            </a:r>
            <a:r>
              <a:rPr lang="en">
                <a:solidFill>
                  <a:srgbClr val="188038"/>
                </a:solidFill>
                <a:latin typeface="Roboto Mono"/>
                <a:ea typeface="Roboto Mono"/>
                <a:cs typeface="Roboto Mono"/>
                <a:sym typeface="Roboto Mono"/>
              </a:rPr>
              <a:t>direct:</a:t>
            </a:r>
            <a:r>
              <a:rPr lang="en">
                <a:solidFill>
                  <a:schemeClr val="dk1"/>
                </a:solidFill>
              </a:rPr>
              <a:t> endpoints. </a:t>
            </a:r>
            <a:endParaRPr/>
          </a:p>
        </p:txBody>
      </p:sp>
      <p:sp>
        <p:nvSpPr>
          <p:cNvPr id="5449" name="Google Shape;5449;g37e9261edf5_0_666: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7" name="Shape 5457"/>
        <p:cNvGrpSpPr/>
        <p:nvPr/>
      </p:nvGrpSpPr>
      <p:grpSpPr>
        <a:xfrm>
          <a:off x="0" y="0"/>
          <a:ext cx="0" cy="0"/>
          <a:chOff x="0" y="0"/>
          <a:chExt cx="0" cy="0"/>
        </a:xfrm>
      </p:grpSpPr>
      <p:sp>
        <p:nvSpPr>
          <p:cNvPr id="5458" name="Google Shape;5458;g37e9261edf5_0_675: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g37e9261edf5_0_675: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4" name="Shape 5464"/>
        <p:cNvGrpSpPr/>
        <p:nvPr/>
      </p:nvGrpSpPr>
      <p:grpSpPr>
        <a:xfrm>
          <a:off x="0" y="0"/>
          <a:ext cx="0" cy="0"/>
          <a:chOff x="0" y="0"/>
          <a:chExt cx="0" cy="0"/>
        </a:xfrm>
      </p:grpSpPr>
      <p:sp>
        <p:nvSpPr>
          <p:cNvPr id="5465" name="Google Shape;5465;g37e9261edf5_0_681: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g37e9261edf5_0_681: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1" name="Shape 5471"/>
        <p:cNvGrpSpPr/>
        <p:nvPr/>
      </p:nvGrpSpPr>
      <p:grpSpPr>
        <a:xfrm>
          <a:off x="0" y="0"/>
          <a:ext cx="0" cy="0"/>
          <a:chOff x="0" y="0"/>
          <a:chExt cx="0" cy="0"/>
        </a:xfrm>
      </p:grpSpPr>
      <p:sp>
        <p:nvSpPr>
          <p:cNvPr id="5472" name="Google Shape;5472;g37e9261edf5_0_687: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3" name="Google Shape;5473;g37e9261edf5_0_687:notes"/>
          <p:cNvSpPr txBox="1"/>
          <p:nvPr>
            <p:ph idx="1" type="body"/>
          </p:nvPr>
        </p:nvSpPr>
        <p:spPr>
          <a:xfrm>
            <a:off x="427871" y="4412945"/>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strike="noStrike">
                <a:solidFill>
                  <a:srgbClr val="000000"/>
                </a:solidFill>
                <a:latin typeface="Times New Roman"/>
                <a:ea typeface="Times New Roman"/>
                <a:cs typeface="Times New Roman"/>
                <a:sym typeface="Times New Roman"/>
              </a:rPr>
              <a:t>By their very nature integration applications have to interact with other systems over the network. With dynamic cloud-based environments becoming the norm, and the microservices architectural style partitioning applications into more granular services, the successful service communication has become a fundamental prerequisite for many distributed applications. Services that communicate with other services must be able to handle transient failures that can occur in downstream systems transparently, and continue operating without any disruption. As a transient failure can be considered an infrastructure-level fault, a loss of network connectivity, timeouts and throttling applied by busy services, etc. These conditions occur infrequently and they are typically self- correcting, and usually retrying an operation succeeds.</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9" name="Shape 5479"/>
        <p:cNvGrpSpPr/>
        <p:nvPr/>
      </p:nvGrpSpPr>
      <p:grpSpPr>
        <a:xfrm>
          <a:off x="0" y="0"/>
          <a:ext cx="0" cy="0"/>
          <a:chOff x="0" y="0"/>
          <a:chExt cx="0" cy="0"/>
        </a:xfrm>
      </p:grpSpPr>
      <p:sp>
        <p:nvSpPr>
          <p:cNvPr id="5480" name="Google Shape;5480;g37e9261edf5_0_694: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g37e9261edf5_0_694: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7" name="Shape 5487"/>
        <p:cNvGrpSpPr/>
        <p:nvPr/>
      </p:nvGrpSpPr>
      <p:grpSpPr>
        <a:xfrm>
          <a:off x="0" y="0"/>
          <a:ext cx="0" cy="0"/>
          <a:chOff x="0" y="0"/>
          <a:chExt cx="0" cy="0"/>
        </a:xfrm>
      </p:grpSpPr>
      <p:sp>
        <p:nvSpPr>
          <p:cNvPr id="5488" name="Google Shape;5488;g37e9261edf5_0_701: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89" name="Google Shape;5489;g37e9261edf5_0_701: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5" name="Shape 5495"/>
        <p:cNvGrpSpPr/>
        <p:nvPr/>
      </p:nvGrpSpPr>
      <p:grpSpPr>
        <a:xfrm>
          <a:off x="0" y="0"/>
          <a:ext cx="0" cy="0"/>
          <a:chOff x="0" y="0"/>
          <a:chExt cx="0" cy="0"/>
        </a:xfrm>
      </p:grpSpPr>
      <p:sp>
        <p:nvSpPr>
          <p:cNvPr id="5496" name="Google Shape;5496;g37e9261edf5_0_708: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g37e9261edf5_0_708: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3" name="Shape 5503"/>
        <p:cNvGrpSpPr/>
        <p:nvPr/>
      </p:nvGrpSpPr>
      <p:grpSpPr>
        <a:xfrm>
          <a:off x="0" y="0"/>
          <a:ext cx="0" cy="0"/>
          <a:chOff x="0" y="0"/>
          <a:chExt cx="0" cy="0"/>
        </a:xfrm>
      </p:grpSpPr>
      <p:sp>
        <p:nvSpPr>
          <p:cNvPr id="5504" name="Google Shape;5504;g37e9261edf5_0_715: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g37e9261edf5_0_715: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1" name="Shape 5511"/>
        <p:cNvGrpSpPr/>
        <p:nvPr/>
      </p:nvGrpSpPr>
      <p:grpSpPr>
        <a:xfrm>
          <a:off x="0" y="0"/>
          <a:ext cx="0" cy="0"/>
          <a:chOff x="0" y="0"/>
          <a:chExt cx="0" cy="0"/>
        </a:xfrm>
      </p:grpSpPr>
      <p:sp>
        <p:nvSpPr>
          <p:cNvPr id="5512" name="Google Shape;5512;g37ea65ceeb1_0_9034: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g37ea65ceeb1_0_9034: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8" name="Shape 5518"/>
        <p:cNvGrpSpPr/>
        <p:nvPr/>
      </p:nvGrpSpPr>
      <p:grpSpPr>
        <a:xfrm>
          <a:off x="0" y="0"/>
          <a:ext cx="0" cy="0"/>
          <a:chOff x="0" y="0"/>
          <a:chExt cx="0" cy="0"/>
        </a:xfrm>
      </p:grpSpPr>
      <p:sp>
        <p:nvSpPr>
          <p:cNvPr id="5519" name="Google Shape;5519;g37e9261edf5_0_722: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g37e9261edf5_0_722: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8" name="Shape 5528"/>
        <p:cNvGrpSpPr/>
        <p:nvPr/>
      </p:nvGrpSpPr>
      <p:grpSpPr>
        <a:xfrm>
          <a:off x="0" y="0"/>
          <a:ext cx="0" cy="0"/>
          <a:chOff x="0" y="0"/>
          <a:chExt cx="0" cy="0"/>
        </a:xfrm>
      </p:grpSpPr>
      <p:sp>
        <p:nvSpPr>
          <p:cNvPr id="5529" name="Google Shape;5529;g37e9261edf5_0_731: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g37e9261edf5_0_731: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7" name="Shape 5537"/>
        <p:cNvGrpSpPr/>
        <p:nvPr/>
      </p:nvGrpSpPr>
      <p:grpSpPr>
        <a:xfrm>
          <a:off x="0" y="0"/>
          <a:ext cx="0" cy="0"/>
          <a:chOff x="0" y="0"/>
          <a:chExt cx="0" cy="0"/>
        </a:xfrm>
      </p:grpSpPr>
      <p:sp>
        <p:nvSpPr>
          <p:cNvPr id="5538" name="Google Shape;5538;g37ea65ceeb1_1_169: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Integration with Resilience Libraries:</a:t>
            </a:r>
            <a:br>
              <a:rPr b="1" lang="en">
                <a:solidFill>
                  <a:schemeClr val="dk1"/>
                </a:solidFill>
              </a:rPr>
            </a:br>
            <a:r>
              <a:rPr lang="en">
                <a:solidFill>
                  <a:schemeClr val="dk1"/>
                </a:solidFill>
              </a:rPr>
              <a:t> Apache Camel integrates with resilience libraries like Resilience4j (and historically Hystrix) to implement the Circuit Breaker EIP. Resilience4j is the recommended and actively maintained option.</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Circuit Breaker EIP:</a:t>
            </a:r>
            <a:br>
              <a:rPr b="1" lang="en">
                <a:solidFill>
                  <a:schemeClr val="dk1"/>
                </a:solidFill>
              </a:rPr>
            </a:br>
            <a:r>
              <a:rPr lang="en">
                <a:solidFill>
                  <a:schemeClr val="dk1"/>
                </a:solidFill>
              </a:rPr>
              <a:t> You can apply the Circuit Breaker EIP to a specific part of your Camel route that interacts with a potentially unreliable service. This EIP acts as a proxy, monitoring calls to the protected service.</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Fallback Mechanism:</a:t>
            </a:r>
            <a:br>
              <a:rPr b="1" lang="en">
                <a:solidFill>
                  <a:schemeClr val="dk1"/>
                </a:solidFill>
              </a:rPr>
            </a:br>
            <a:r>
              <a:rPr lang="en">
                <a:solidFill>
                  <a:schemeClr val="dk1"/>
                </a:solidFill>
              </a:rPr>
              <a:t> When the circuit is Open, or if a call fails while in the Closed or Half-Open state, you can define a fallback mechanism within your Camel route. This allows you to provide an alternative response or handle the failure gracefully without impacting the overall system.</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Configuration:</a:t>
            </a:r>
            <a:br>
              <a:rPr b="1" lang="en">
                <a:solidFill>
                  <a:schemeClr val="dk1"/>
                </a:solidFill>
              </a:rPr>
            </a:br>
            <a:r>
              <a:rPr lang="en">
                <a:solidFill>
                  <a:schemeClr val="dk1"/>
                </a:solidFill>
              </a:rPr>
              <a:t> You can configure various parameters for the circuit breaker, such as: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Failure thresholds (how many failures trigger the open state).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Timeout durations (how long to wait for a response from the protected service).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Delay in the open state before transitioning to half-open.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Number of calls in the half-open state.</a:t>
            </a:r>
            <a:endParaRPr>
              <a:solidFill>
                <a:schemeClr val="dk1"/>
              </a:solidFill>
            </a:endParaRPr>
          </a:p>
          <a:p>
            <a:pPr indent="0" lvl="0" marL="0" rtl="0" algn="l">
              <a:spcBef>
                <a:spcPts val="1200"/>
              </a:spcBef>
              <a:spcAft>
                <a:spcPts val="0"/>
              </a:spcAft>
              <a:buNone/>
            </a:pPr>
            <a:r>
              <a:t/>
            </a:r>
            <a:endParaRPr/>
          </a:p>
        </p:txBody>
      </p:sp>
      <p:sp>
        <p:nvSpPr>
          <p:cNvPr id="5539" name="Google Shape;5539;g37ea65ceeb1_1_169: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6" name="Shape 5546"/>
        <p:cNvGrpSpPr/>
        <p:nvPr/>
      </p:nvGrpSpPr>
      <p:grpSpPr>
        <a:xfrm>
          <a:off x="0" y="0"/>
          <a:ext cx="0" cy="0"/>
          <a:chOff x="0" y="0"/>
          <a:chExt cx="0" cy="0"/>
        </a:xfrm>
      </p:grpSpPr>
      <p:sp>
        <p:nvSpPr>
          <p:cNvPr id="5547" name="Google Shape;5547;g37e9261edf5_0_739: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g37e9261edf5_0_739: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4" name="Shape 5554"/>
        <p:cNvGrpSpPr/>
        <p:nvPr/>
      </p:nvGrpSpPr>
      <p:grpSpPr>
        <a:xfrm>
          <a:off x="0" y="0"/>
          <a:ext cx="0" cy="0"/>
          <a:chOff x="0" y="0"/>
          <a:chExt cx="0" cy="0"/>
        </a:xfrm>
      </p:grpSpPr>
      <p:sp>
        <p:nvSpPr>
          <p:cNvPr id="5555" name="Google Shape;5555;g37e9261edf5_0_746: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g37e9261edf5_0_746: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4" name="Shape 5564"/>
        <p:cNvGrpSpPr/>
        <p:nvPr/>
      </p:nvGrpSpPr>
      <p:grpSpPr>
        <a:xfrm>
          <a:off x="0" y="0"/>
          <a:ext cx="0" cy="0"/>
          <a:chOff x="0" y="0"/>
          <a:chExt cx="0" cy="0"/>
        </a:xfrm>
      </p:grpSpPr>
      <p:sp>
        <p:nvSpPr>
          <p:cNvPr id="5565" name="Google Shape;5565;g37ea65ceeb1_0_9042: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g37ea65ceeb1_0_9042: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2" name="Shape 5572"/>
        <p:cNvGrpSpPr/>
        <p:nvPr/>
      </p:nvGrpSpPr>
      <p:grpSpPr>
        <a:xfrm>
          <a:off x="0" y="0"/>
          <a:ext cx="0" cy="0"/>
          <a:chOff x="0" y="0"/>
          <a:chExt cx="0" cy="0"/>
        </a:xfrm>
      </p:grpSpPr>
      <p:sp>
        <p:nvSpPr>
          <p:cNvPr id="5573" name="Google Shape;5573;g37ea65ceeb1_0_9052: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Resilience4j bulkhead options: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rgbClr val="188038"/>
                </a:solidFill>
                <a:latin typeface="Roboto Mono"/>
                <a:ea typeface="Roboto Mono"/>
                <a:cs typeface="Roboto Mono"/>
                <a:sym typeface="Roboto Mono"/>
              </a:rPr>
              <a:t>bulkheadEnabled(true)</a:t>
            </a:r>
            <a:r>
              <a:rPr lang="en">
                <a:solidFill>
                  <a:schemeClr val="dk1"/>
                </a:solidFill>
              </a:rPr>
              <a:t>: Activates the bulkhead functionality.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bulkheadMaxConcurrentCalls(10)</a:t>
            </a:r>
            <a:r>
              <a:rPr lang="en">
                <a:solidFill>
                  <a:schemeClr val="dk1"/>
                </a:solidFill>
              </a:rPr>
              <a:t>: Sets the maximum number of concurrent executions to 10. Once this limit is reached, any new requests will be rejected by the bulkhead.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bulkheadMaxWaitDuration(2000L)</a:t>
            </a:r>
            <a:r>
              <a:rPr lang="en">
                <a:solidFill>
                  <a:schemeClr val="dk1"/>
                </a:solidFill>
              </a:rPr>
              <a:t>: Specifies the maximum amount of time a thread will wait to enter the bulkhead. If the wait times out, the thread is rejected.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rgbClr val="188038"/>
                </a:solidFill>
                <a:latin typeface="Roboto Mono"/>
                <a:ea typeface="Roboto Mono"/>
                <a:cs typeface="Roboto Mono"/>
                <a:sym typeface="Roboto Mono"/>
              </a:rPr>
              <a:t>onFallback()</a:t>
            </a:r>
            <a:r>
              <a:rPr lang="en">
                <a:solidFill>
                  <a:schemeClr val="dk1"/>
                </a:solidFill>
              </a:rPr>
              <a:t>: Defines the logic to execute when a call is rejected by the bulkhead. </a:t>
            </a:r>
            <a:endParaRPr>
              <a:solidFill>
                <a:schemeClr val="dk1"/>
              </a:solidFill>
            </a:endParaRPr>
          </a:p>
          <a:p>
            <a:pPr indent="0" lvl="0" marL="0" rtl="0" algn="l">
              <a:spcBef>
                <a:spcPts val="1200"/>
              </a:spcBef>
              <a:spcAft>
                <a:spcPts val="0"/>
              </a:spcAft>
              <a:buNone/>
            </a:pPr>
            <a:r>
              <a:t/>
            </a:r>
            <a:endParaRPr/>
          </a:p>
        </p:txBody>
      </p:sp>
      <p:sp>
        <p:nvSpPr>
          <p:cNvPr id="5574" name="Google Shape;5574;g37ea65ceeb1_0_9052: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0" name="Shape 5580"/>
        <p:cNvGrpSpPr/>
        <p:nvPr/>
      </p:nvGrpSpPr>
      <p:grpSpPr>
        <a:xfrm>
          <a:off x="0" y="0"/>
          <a:ext cx="0" cy="0"/>
          <a:chOff x="0" y="0"/>
          <a:chExt cx="0" cy="0"/>
        </a:xfrm>
      </p:grpSpPr>
      <p:sp>
        <p:nvSpPr>
          <p:cNvPr id="5581" name="Google Shape;5581;g37e9261edf5_0_764: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2" name="Google Shape;5582;g37e9261edf5_0_764: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rPr>
              <a:t>Apache Camel can achieve horizontal scaling by deploying multiple instances of the same integration application, typically within a containerized environment like Kubernetes. Key to this approach is designing stateless integration applications and using a load balancer to distribute incoming traffic across these instances. For</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Camel K</a:t>
            </a:r>
            <a:r>
              <a:rPr lang="en">
                <a:solidFill>
                  <a:schemeClr val="dk1"/>
                </a:solidFill>
              </a:rPr>
              <a:t>, automatic horizontal scaling can be enabled using</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Horizontal Pod Autoscaler (HPA)</a:t>
            </a:r>
            <a:r>
              <a:rPr lang="en">
                <a:solidFill>
                  <a:schemeClr val="dk1"/>
                </a:solidFill>
              </a:rPr>
              <a:t> to scale based on metrics like the number of inflight exchanges, allowing for automatic scaling to zero in response to traffic changes</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8" name="Shape 5588"/>
        <p:cNvGrpSpPr/>
        <p:nvPr/>
      </p:nvGrpSpPr>
      <p:grpSpPr>
        <a:xfrm>
          <a:off x="0" y="0"/>
          <a:ext cx="0" cy="0"/>
          <a:chOff x="0" y="0"/>
          <a:chExt cx="0" cy="0"/>
        </a:xfrm>
      </p:grpSpPr>
      <p:sp>
        <p:nvSpPr>
          <p:cNvPr id="5589" name="Google Shape;5589;g37ea65ceeb1_1_183: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0" name="Google Shape;5590;g37ea65ceeb1_1_183: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6" name="Shape 5596"/>
        <p:cNvGrpSpPr/>
        <p:nvPr/>
      </p:nvGrpSpPr>
      <p:grpSpPr>
        <a:xfrm>
          <a:off x="0" y="0"/>
          <a:ext cx="0" cy="0"/>
          <a:chOff x="0" y="0"/>
          <a:chExt cx="0" cy="0"/>
        </a:xfrm>
      </p:grpSpPr>
      <p:sp>
        <p:nvSpPr>
          <p:cNvPr id="5597" name="Google Shape;5597;g37ea65ceeb1_1_190: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8" name="Google Shape;5598;g37ea65ceeb1_1_190:notes"/>
          <p:cNvSpPr txBox="1"/>
          <p:nvPr>
            <p:ph idx="1" type="body"/>
          </p:nvPr>
        </p:nvSpPr>
        <p:spPr>
          <a:xfrm>
            <a:off x="685800" y="4343237"/>
            <a:ext cx="5486100" cy="41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dk1"/>
                </a:solidFill>
              </a:rPr>
              <a:t>Autoscaling with HPA​​ An Integration can </a:t>
            </a:r>
            <a:r>
              <a:rPr i="1" lang="en">
                <a:solidFill>
                  <a:schemeClr val="dk1"/>
                </a:solidFill>
              </a:rPr>
              <a:t>automatically scale based on its CPU utilization and custom metrics</a:t>
            </a:r>
            <a:r>
              <a:rPr lang="en">
                <a:solidFill>
                  <a:schemeClr val="dk1"/>
                </a:solidFill>
              </a:rPr>
              <a:t> using horizontal pod autoscaling (HPA).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 Pipe can </a:t>
            </a:r>
            <a:r>
              <a:rPr i="1" lang="en">
                <a:solidFill>
                  <a:schemeClr val="dk1"/>
                </a:solidFill>
              </a:rPr>
              <a:t>automatically scale based on its CPU utilization and custom metrics</a:t>
            </a:r>
            <a:r>
              <a:rPr lang="en">
                <a:solidFill>
                  <a:schemeClr val="dk1"/>
                </a:solidFill>
              </a:rPr>
              <a:t> using horizontal pod autoscaling (HPA).</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Apache Camel 4 supports horizontal scaling, primarily through its ability to run as a microservice in containerized environments like Kubernetes, combined with features for distributed processing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The most common and effective approach is to use the Camel K sub-project, which is specifically designed for cloud-native deployments and integrates with Kubernetes' native scaling mechanisms.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Cloud-native horizontal scaling with Camel K</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Camel K is the recommended runtime for deploying Camel 4 integrations on Kubernetes, where it leverages the platform's features for seamless horizontal scaling.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Kubernetes Horizontal Pod Autoscaler (HPA):</a:t>
            </a:r>
            <a:r>
              <a:rPr lang="en">
                <a:solidFill>
                  <a:schemeClr val="dk1"/>
                </a:solidFill>
              </a:rPr>
              <a:t> This is the standard Kubernetes mechanism for scaling workloads. You can use it with Camel K to automatically increase or decrease the number of pods running your integration based on metrics like CPU utilization or memory usage.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KEDA (Kubernetes Event-Driven Autoscaling):</a:t>
            </a:r>
            <a:r>
              <a:rPr lang="en">
                <a:solidFill>
                  <a:schemeClr val="dk1"/>
                </a:solidFill>
              </a:rPr>
              <a:t> For event-driven scenarios, KEDA is an advanced autoscaler that can scale Camel K integrations based on external event sources, such as the queue length of a messaging system like RabbitMQ, Kafka, or AWS SQS. This ensures your application only scales when there is work to be done, including scaling to zero replicas when idle.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Knative:</a:t>
            </a:r>
            <a:r>
              <a:rPr lang="en">
                <a:solidFill>
                  <a:schemeClr val="dk1"/>
                </a:solidFill>
              </a:rPr>
              <a:t> If you are running Camel K on a cluster with Knative installed, you can automatically scale your integrations based on incoming HTTP traffic. This allows for rapid scaling up and down, including scaling to zero when there is no traffic.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Built-in Camel features for distributed processing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Beyond the runtime environment, Camel itself provides patterns and components that are essential for building horizontally scalable applications.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Idempotent Consumer:</a:t>
            </a:r>
            <a:r>
              <a:rPr lang="en">
                <a:solidFill>
                  <a:schemeClr val="dk1"/>
                </a:solidFill>
              </a:rPr>
              <a:t> This Enterprise Integration Pattern (EIP) is crucial for processing messages reliably in a clustered environment. It prevents multiple instances of the same route from processing the same message twice. This is typically implemented with a shared "idempotent repository" backed by a database, Redis, or other external storage.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Master component:</a:t>
            </a:r>
            <a:r>
              <a:rPr lang="en">
                <a:solidFill>
                  <a:schemeClr val="dk1"/>
                </a:solidFill>
              </a:rPr>
              <a:t> For use cases where only a single consumer should be active at any given time—such as with file processing or timers—the Master component ensures a leader election process across a cluster of Camel instances.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Message Queues (JMS/AMQP):</a:t>
            </a:r>
            <a:r>
              <a:rPr lang="en">
                <a:solidFill>
                  <a:schemeClr val="dk1"/>
                </a:solidFill>
              </a:rPr>
              <a:t> When an integration uses a message queue as a consumer, horizontal scaling is a natural fit. Each running instance of the Camel route can consume messages from the queue in parallel, with the messaging system handling the distribution of the workload.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Saga EIP:</a:t>
            </a:r>
            <a:r>
              <a:rPr lang="en">
                <a:solidFill>
                  <a:schemeClr val="dk1"/>
                </a:solidFill>
              </a:rPr>
              <a:t> This pattern helps manage long-running, distributed business transactions. It provides a coordination mechanism to ensure a set of actions across different services are either all successfully completed or fully compensated, which is key for reliable distributed processing.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Parallel Processing EIPs:</a:t>
            </a:r>
            <a:r>
              <a:rPr lang="en">
                <a:solidFill>
                  <a:schemeClr val="dk1"/>
                </a:solidFill>
              </a:rPr>
              <a:t> For processing tasks within a single route, EIPs like Splitter and Multicast include a </a:t>
            </a:r>
            <a:r>
              <a:rPr lang="en">
                <a:solidFill>
                  <a:srgbClr val="188038"/>
                </a:solidFill>
                <a:latin typeface="Roboto Mono"/>
                <a:ea typeface="Roboto Mono"/>
                <a:cs typeface="Roboto Mono"/>
                <a:sym typeface="Roboto Mono"/>
              </a:rPr>
              <a:t>parallelProcessing</a:t>
            </a:r>
            <a:r>
              <a:rPr lang="en">
                <a:solidFill>
                  <a:schemeClr val="dk1"/>
                </a:solidFill>
              </a:rPr>
              <a:t> option. While this scales the processing threads </a:t>
            </a:r>
            <a:r>
              <a:rPr i="1" lang="en">
                <a:solidFill>
                  <a:schemeClr val="dk1"/>
                </a:solidFill>
              </a:rPr>
              <a:t>within</a:t>
            </a:r>
            <a:r>
              <a:rPr lang="en">
                <a:solidFill>
                  <a:schemeClr val="dk1"/>
                </a:solidFill>
              </a:rPr>
              <a:t> a single Camel instance (vertical scaling), it is a foundational concept that complements horizontal scaling by optimizing resource usage per replica.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Considerations for implementing horizontal scaling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achieve effective horizontal scaling with Apache Camel 4, consider these best practices: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Design for statelessness:</a:t>
            </a:r>
            <a:r>
              <a:rPr lang="en">
                <a:solidFill>
                  <a:schemeClr val="dk1"/>
                </a:solidFill>
              </a:rPr>
              <a:t> Where possible, design your Camel routes to be stateless. This allows any instance to process any message, simplifying the scaling logic.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Use shared, external state:</a:t>
            </a:r>
            <a:r>
              <a:rPr lang="en">
                <a:solidFill>
                  <a:schemeClr val="dk1"/>
                </a:solidFill>
              </a:rPr>
              <a:t> Use external, horizontally scalable systems (like databases or distributed caches) for shared state, locks, and idempotent repositories. This prevents individual instances from becoming a bottleneck.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Choose the right deployment model:</a:t>
            </a:r>
            <a:r>
              <a:rPr lang="en">
                <a:solidFill>
                  <a:schemeClr val="dk1"/>
                </a:solidFill>
              </a:rPr>
              <a:t> While you can scale traditional Camel applications manually, using Camel K on Kubernetes is the most robust and automated method for dynamic, cloud-native horizontal scaling.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4" name="Shape 5604"/>
        <p:cNvGrpSpPr/>
        <p:nvPr/>
      </p:nvGrpSpPr>
      <p:grpSpPr>
        <a:xfrm>
          <a:off x="0" y="0"/>
          <a:ext cx="0" cy="0"/>
          <a:chOff x="0" y="0"/>
          <a:chExt cx="0" cy="0"/>
        </a:xfrm>
      </p:grpSpPr>
      <p:sp>
        <p:nvSpPr>
          <p:cNvPr id="5605" name="Google Shape;5605;g37e9261edf5_0_755: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6" name="Google Shape;5606;g37e9261edf5_0_755:notes"/>
          <p:cNvSpPr txBox="1"/>
          <p:nvPr>
            <p:ph idx="1" type="body"/>
          </p:nvPr>
        </p:nvSpPr>
        <p:spPr>
          <a:xfrm>
            <a:off x="1011706" y="4399200"/>
            <a:ext cx="5486100" cy="552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dk1"/>
                </a:solidFill>
              </a:rPr>
              <a:t>Performance tuning best practices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1. Optimize JVM settings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Use a modern JDK:</a:t>
            </a:r>
            <a:r>
              <a:rPr lang="en">
                <a:solidFill>
                  <a:schemeClr val="dk1"/>
                </a:solidFill>
              </a:rPr>
              <a:t> Ensure you are running on a recent, long-term support (LTS) version of the JDK (e.g., JDK 21, now the default for Camel JBang) to benefit from the latest Garbage Collection and JIT compiler improvements.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Tune the JVM:</a:t>
            </a:r>
            <a:r>
              <a:rPr lang="en">
                <a:solidFill>
                  <a:schemeClr val="dk1"/>
                </a:solidFill>
              </a:rPr>
              <a:t> Monitor and tune your Garbage Collector based on your application's memory usage and traffic patterns.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2. Disable or optimize JMX</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Camel's JMX instrumentation provides useful monitoring but has a performance overhead, especially in high-throughput environments.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Disable if not needed:</a:t>
            </a:r>
            <a:r>
              <a:rPr lang="en">
                <a:solidFill>
                  <a:schemeClr val="dk1"/>
                </a:solidFill>
              </a:rPr>
              <a:t> If you don't require JMX monitoring, disable it entirely.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Use a limited profile:</a:t>
            </a:r>
            <a:r>
              <a:rPr lang="en">
                <a:solidFill>
                  <a:schemeClr val="dk1"/>
                </a:solidFill>
              </a:rPr>
              <a:t> If monitoring is necessary, choose a more lightweight JMX profile, such as </a:t>
            </a:r>
            <a:r>
              <a:rPr lang="en">
                <a:solidFill>
                  <a:srgbClr val="188038"/>
                </a:solidFill>
                <a:latin typeface="Roboto Mono"/>
                <a:ea typeface="Roboto Mono"/>
                <a:cs typeface="Roboto Mono"/>
                <a:sym typeface="Roboto Mono"/>
              </a:rPr>
              <a:t>RoutesOnly</a:t>
            </a:r>
            <a:r>
              <a:rPr lang="en">
                <a:solidFill>
                  <a:schemeClr val="dk1"/>
                </a:solidFill>
              </a:rPr>
              <a:t>, to reduce the performance impact.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3. Control logging overhead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Excessive logging can significantly slow down high-throughput applications.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Reduce verbosity:</a:t>
            </a:r>
            <a:r>
              <a:rPr lang="en">
                <a:solidFill>
                  <a:schemeClr val="dk1"/>
                </a:solidFill>
              </a:rPr>
              <a:t> Configure your production environment to log less detail.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Use an async logger:</a:t>
            </a:r>
            <a:r>
              <a:rPr lang="en">
                <a:solidFill>
                  <a:schemeClr val="dk1"/>
                </a:solidFill>
              </a:rPr>
              <a:t> For critical logs, use an asynchronous logging framework like Log4j2 to avoid blocking your application threads.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Leverage Camel's </a:t>
            </a:r>
            <a:r>
              <a:rPr b="1" lang="en">
                <a:solidFill>
                  <a:srgbClr val="188038"/>
                </a:solidFill>
                <a:latin typeface="Roboto Mono"/>
                <a:ea typeface="Roboto Mono"/>
                <a:cs typeface="Roboto Mono"/>
                <a:sym typeface="Roboto Mono"/>
              </a:rPr>
              <a:t>ThroughputLogger</a:t>
            </a:r>
            <a:r>
              <a:rPr b="1" lang="en">
                <a:solidFill>
                  <a:schemeClr val="dk1"/>
                </a:solidFill>
              </a:rPr>
              <a:t>:</a:t>
            </a:r>
            <a:r>
              <a:rPr lang="en">
                <a:solidFill>
                  <a:schemeClr val="dk1"/>
                </a:solidFill>
              </a:rPr>
              <a:t> Log aggregated statistics over a fixed interval instead of logging every single message.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4. Prioritize message body over headers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Avoid overusing message headers and properties for business data. Storing too much state in headers makes the message unpredictable and can reduce performance. </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Use Data Transfer Objects (DTOs):</a:t>
            </a:r>
            <a:r>
              <a:rPr lang="en">
                <a:solidFill>
                  <a:schemeClr val="dk1"/>
                </a:solidFill>
              </a:rPr>
              <a:t> Transform incoming data into a well-defined DTO stored in the message body early in the route.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Reserve headers:</a:t>
            </a:r>
            <a:r>
              <a:rPr lang="en">
                <a:solidFill>
                  <a:schemeClr val="dk1"/>
                </a:solidFill>
              </a:rPr>
              <a:t> Use headers only for transport-level metadata.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5. Choose the right component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Camel offers multiple components for similar functions, and some are more performant than others.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Select faster components:</a:t>
            </a:r>
            <a:r>
              <a:rPr lang="en">
                <a:solidFill>
                  <a:schemeClr val="dk1"/>
                </a:solidFill>
              </a:rPr>
              <a:t> The Platform HTTP Vert.x component in Camel 4 has shown better performance than older HTTP components.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6. Address systemic bottlenecks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Sometimes, the performance bottleneck lies outside of the Camel application.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Tune your external systems:</a:t>
            </a:r>
            <a:r>
              <a:rPr lang="en">
                <a:solidFill>
                  <a:schemeClr val="dk1"/>
                </a:solidFill>
              </a:rPr>
              <a:t> Adjust settings for databases, message brokers, and web servers to handle higher load. For example, increase connection pool sizes and configure native I/O connectors for web servers.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Optimize external calls:</a:t>
            </a:r>
            <a:r>
              <a:rPr lang="en">
                <a:solidFill>
                  <a:schemeClr val="dk1"/>
                </a:solidFill>
              </a:rPr>
              <a:t> Ensure your route efficiently handles interactions with external services. Tune timeouts and connection settings to prevent resource exhaustion.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7. Profile your application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Use profiling tools to identify specific bottlenecks within your application.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Use </a:t>
            </a:r>
            <a:r>
              <a:rPr b="1" lang="en">
                <a:solidFill>
                  <a:srgbClr val="188038"/>
                </a:solidFill>
                <a:latin typeface="Roboto Mono"/>
                <a:ea typeface="Roboto Mono"/>
                <a:cs typeface="Roboto Mono"/>
                <a:sym typeface="Roboto Mono"/>
              </a:rPr>
              <a:t>async-profiler</a:t>
            </a:r>
            <a:r>
              <a:rPr b="1" lang="en">
                <a:solidFill>
                  <a:schemeClr val="dk1"/>
                </a:solidFill>
              </a:rPr>
              <a:t>:</a:t>
            </a:r>
            <a:r>
              <a:rPr lang="en">
                <a:solidFill>
                  <a:schemeClr val="dk1"/>
                </a:solidFill>
              </a:rPr>
              <a:t> The Camel development team has used this tool to pinpoint performance plateaus and areas needing optimization in Camel 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Target hot spots:</a:t>
            </a:r>
            <a:r>
              <a:rPr lang="en">
                <a:solidFill>
                  <a:schemeClr val="dk1"/>
                </a:solidFill>
              </a:rPr>
              <a:t> Use a profiler to find the code paths that consume the most CPU time. </a:t>
            </a:r>
            <a:endParaRPr>
              <a:solidFill>
                <a:schemeClr val="dk1"/>
              </a:solidFill>
            </a:endParaRPr>
          </a:p>
          <a:p>
            <a:pPr indent="0" lvl="0" marL="0" rtl="0" algn="l">
              <a:spcBef>
                <a:spcPts val="1200"/>
              </a:spcBef>
              <a:spcAft>
                <a:spcPts val="0"/>
              </a:spcAft>
              <a:buNone/>
            </a:pPr>
            <a:r>
              <a:t/>
            </a:r>
            <a:endParaRPr>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a:p>
            <a:pPr indent="0" lvl="0" marL="0" rtl="0" algn="l">
              <a:spcBef>
                <a:spcPts val="0"/>
              </a:spcBef>
              <a:spcAft>
                <a:spcPts val="0"/>
              </a:spcAft>
              <a:buNone/>
            </a:pPr>
            <a:r>
              <a:t/>
            </a:r>
            <a:endParaRPr b="0" sz="1100" strike="noStrike">
              <a:solidFill>
                <a:srgbClr val="000000"/>
              </a:solidFill>
              <a:latin typeface="Overpass"/>
              <a:ea typeface="Overpass"/>
              <a:cs typeface="Overpass"/>
              <a:sym typeface="Overpas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3" name="Shape 5613"/>
        <p:cNvGrpSpPr/>
        <p:nvPr/>
      </p:nvGrpSpPr>
      <p:grpSpPr>
        <a:xfrm>
          <a:off x="0" y="0"/>
          <a:ext cx="0" cy="0"/>
          <a:chOff x="0" y="0"/>
          <a:chExt cx="0" cy="0"/>
        </a:xfrm>
      </p:grpSpPr>
      <p:sp>
        <p:nvSpPr>
          <p:cNvPr id="5614" name="Google Shape;5614;g37e9261edf5_0_778:notes"/>
          <p:cNvSpPr txBox="1"/>
          <p:nvPr>
            <p:ph idx="1" type="body"/>
          </p:nvPr>
        </p:nvSpPr>
        <p:spPr>
          <a:xfrm>
            <a:off x="685800" y="4343237"/>
            <a:ext cx="5486100" cy="41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5" name="Google Shape;5615;g37e9261edf5_0_778:notes"/>
          <p:cNvSpPr/>
          <p:nvPr>
            <p:ph idx="2" type="sldImg"/>
          </p:nvPr>
        </p:nvSpPr>
        <p:spPr>
          <a:xfrm>
            <a:off x="470735" y="694800"/>
            <a:ext cx="5916000" cy="34284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9" name="Shape 5619"/>
        <p:cNvGrpSpPr/>
        <p:nvPr/>
      </p:nvGrpSpPr>
      <p:grpSpPr>
        <a:xfrm>
          <a:off x="0" y="0"/>
          <a:ext cx="0" cy="0"/>
          <a:chOff x="0" y="0"/>
          <a:chExt cx="0" cy="0"/>
        </a:xfrm>
      </p:grpSpPr>
      <p:sp>
        <p:nvSpPr>
          <p:cNvPr id="5620" name="Google Shape;5620;g37ea65ceeb1_0_7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1" name="Google Shape;5621;g37ea65ceeb1_0_7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7" name="Shape 5627"/>
        <p:cNvGrpSpPr/>
        <p:nvPr/>
      </p:nvGrpSpPr>
      <p:grpSpPr>
        <a:xfrm>
          <a:off x="0" y="0"/>
          <a:ext cx="0" cy="0"/>
          <a:chOff x="0" y="0"/>
          <a:chExt cx="0" cy="0"/>
        </a:xfrm>
      </p:grpSpPr>
      <p:sp>
        <p:nvSpPr>
          <p:cNvPr id="5628" name="Google Shape;5628;g37ea65ceeb1_0_6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9" name="Google Shape;5629;g37ea65ceeb1_0_6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8" name="Shape 5648"/>
        <p:cNvGrpSpPr/>
        <p:nvPr/>
      </p:nvGrpSpPr>
      <p:grpSpPr>
        <a:xfrm>
          <a:off x="0" y="0"/>
          <a:ext cx="0" cy="0"/>
          <a:chOff x="0" y="0"/>
          <a:chExt cx="0" cy="0"/>
        </a:xfrm>
      </p:grpSpPr>
      <p:sp>
        <p:nvSpPr>
          <p:cNvPr id="5649" name="Google Shape;5649;g37ea65ceeb1_0_6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0" name="Google Shape;5650;g37ea65ceeb1_0_6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7" name="Shape 5697"/>
        <p:cNvGrpSpPr/>
        <p:nvPr/>
      </p:nvGrpSpPr>
      <p:grpSpPr>
        <a:xfrm>
          <a:off x="0" y="0"/>
          <a:ext cx="0" cy="0"/>
          <a:chOff x="0" y="0"/>
          <a:chExt cx="0" cy="0"/>
        </a:xfrm>
      </p:grpSpPr>
      <p:sp>
        <p:nvSpPr>
          <p:cNvPr id="5698" name="Google Shape;5698;g37ea65ceeb1_0_6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9" name="Google Shape;5699;g37ea65ceeb1_0_6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Solution pattern - templates with placeholders for code and configuration from Fuse projects</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6" name="Shape 5756"/>
        <p:cNvGrpSpPr/>
        <p:nvPr/>
      </p:nvGrpSpPr>
      <p:grpSpPr>
        <a:xfrm>
          <a:off x="0" y="0"/>
          <a:ext cx="0" cy="0"/>
          <a:chOff x="0" y="0"/>
          <a:chExt cx="0" cy="0"/>
        </a:xfrm>
      </p:grpSpPr>
      <p:sp>
        <p:nvSpPr>
          <p:cNvPr id="5757" name="Google Shape;5757;g37e9261edf5_0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8" name="Google Shape;5758;g37e9261edf5_0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5" name="Shape 5775"/>
        <p:cNvGrpSpPr/>
        <p:nvPr/>
      </p:nvGrpSpPr>
      <p:grpSpPr>
        <a:xfrm>
          <a:off x="0" y="0"/>
          <a:ext cx="0" cy="0"/>
          <a:chOff x="0" y="0"/>
          <a:chExt cx="0" cy="0"/>
        </a:xfrm>
      </p:grpSpPr>
      <p:sp>
        <p:nvSpPr>
          <p:cNvPr id="5776" name="Google Shape;5776;g37ea65ceeb1_0_7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7" name="Google Shape;5777;g37ea65ceeb1_0_7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what is OpenShift Serverless ? OpenShift Serverless packages Knative Serving, Eventing and extend it by adding Functions capabilities and provide an operator based installation that is great for production environments.  The operator takes care of upgrades, updates and the necessary integration many other services provided by OpenShift, such as Logging, Metering, etc.   OpenShift Serverless also comes with a great developer experience and we are going to take a quick look into that right now.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0" name="Shape 5810"/>
        <p:cNvGrpSpPr/>
        <p:nvPr/>
      </p:nvGrpSpPr>
      <p:grpSpPr>
        <a:xfrm>
          <a:off x="0" y="0"/>
          <a:ext cx="0" cy="0"/>
          <a:chOff x="0" y="0"/>
          <a:chExt cx="0" cy="0"/>
        </a:xfrm>
      </p:grpSpPr>
      <p:sp>
        <p:nvSpPr>
          <p:cNvPr id="5811" name="Google Shape;5811;g6b8a41c33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2" name="Google Shape;5812;g6b8a41c33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7" name="Shape 5817"/>
        <p:cNvGrpSpPr/>
        <p:nvPr/>
      </p:nvGrpSpPr>
      <p:grpSpPr>
        <a:xfrm>
          <a:off x="0" y="0"/>
          <a:ext cx="0" cy="0"/>
          <a:chOff x="0" y="0"/>
          <a:chExt cx="0" cy="0"/>
        </a:xfrm>
      </p:grpSpPr>
      <p:sp>
        <p:nvSpPr>
          <p:cNvPr id="5818" name="Google Shape;5818;g2e95b08cafd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9" name="Google Shape;5819;g2e95b08cafd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4" name="Shape 5824"/>
        <p:cNvGrpSpPr/>
        <p:nvPr/>
      </p:nvGrpSpPr>
      <p:grpSpPr>
        <a:xfrm>
          <a:off x="0" y="0"/>
          <a:ext cx="0" cy="0"/>
          <a:chOff x="0" y="0"/>
          <a:chExt cx="0" cy="0"/>
        </a:xfrm>
      </p:grpSpPr>
      <p:sp>
        <p:nvSpPr>
          <p:cNvPr id="5825" name="Google Shape;5825;g2c60049bf1b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6" name="Google Shape;5826;g2c60049bf1b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2" name="Shape 5832"/>
        <p:cNvGrpSpPr/>
        <p:nvPr/>
      </p:nvGrpSpPr>
      <p:grpSpPr>
        <a:xfrm>
          <a:off x="0" y="0"/>
          <a:ext cx="0" cy="0"/>
          <a:chOff x="0" y="0"/>
          <a:chExt cx="0" cy="0"/>
        </a:xfrm>
      </p:grpSpPr>
      <p:sp>
        <p:nvSpPr>
          <p:cNvPr id="5833" name="Google Shape;5833;g2afc33a91d4_0_2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4" name="Google Shape;5834;g2afc33a91d4_0_2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0" name="Shape 5840"/>
        <p:cNvGrpSpPr/>
        <p:nvPr/>
      </p:nvGrpSpPr>
      <p:grpSpPr>
        <a:xfrm>
          <a:off x="0" y="0"/>
          <a:ext cx="0" cy="0"/>
          <a:chOff x="0" y="0"/>
          <a:chExt cx="0" cy="0"/>
        </a:xfrm>
      </p:grpSpPr>
      <p:sp>
        <p:nvSpPr>
          <p:cNvPr id="5841" name="Google Shape;5841;g1356054d9c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2" name="Google Shape;5842;g1356054d9c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5" name="Shape 5865"/>
        <p:cNvGrpSpPr/>
        <p:nvPr/>
      </p:nvGrpSpPr>
      <p:grpSpPr>
        <a:xfrm>
          <a:off x="0" y="0"/>
          <a:ext cx="0" cy="0"/>
          <a:chOff x="0" y="0"/>
          <a:chExt cx="0" cy="0"/>
        </a:xfrm>
      </p:grpSpPr>
      <p:sp>
        <p:nvSpPr>
          <p:cNvPr id="5866" name="Google Shape;5866;g1356054d9ce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7" name="Google Shape;5867;g1356054d9c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9" name="Shape 5889"/>
        <p:cNvGrpSpPr/>
        <p:nvPr/>
      </p:nvGrpSpPr>
      <p:grpSpPr>
        <a:xfrm>
          <a:off x="0" y="0"/>
          <a:ext cx="0" cy="0"/>
          <a:chOff x="0" y="0"/>
          <a:chExt cx="0" cy="0"/>
        </a:xfrm>
      </p:grpSpPr>
      <p:sp>
        <p:nvSpPr>
          <p:cNvPr id="5890" name="Google Shape;5890;g250a3b290d1_0_8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1" name="Google Shape;5891;g250a3b290d1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7" name="Shape 5897"/>
        <p:cNvGrpSpPr/>
        <p:nvPr/>
      </p:nvGrpSpPr>
      <p:grpSpPr>
        <a:xfrm>
          <a:off x="0" y="0"/>
          <a:ext cx="0" cy="0"/>
          <a:chOff x="0" y="0"/>
          <a:chExt cx="0" cy="0"/>
        </a:xfrm>
      </p:grpSpPr>
      <p:sp>
        <p:nvSpPr>
          <p:cNvPr id="5898" name="Google Shape;5898;g2e95b08cafd_0_6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9" name="Google Shape;5899;g2e95b08cafd_0_6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8" name="Shape 5908"/>
        <p:cNvGrpSpPr/>
        <p:nvPr/>
      </p:nvGrpSpPr>
      <p:grpSpPr>
        <a:xfrm>
          <a:off x="0" y="0"/>
          <a:ext cx="0" cy="0"/>
          <a:chOff x="0" y="0"/>
          <a:chExt cx="0" cy="0"/>
        </a:xfrm>
      </p:grpSpPr>
      <p:sp>
        <p:nvSpPr>
          <p:cNvPr id="5909" name="Google Shape;5909;g29fa5ce59a4_9_7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0" name="Google Shape;5910;g29fa5ce59a4_9_7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8" name="Shape 5918"/>
        <p:cNvGrpSpPr/>
        <p:nvPr/>
      </p:nvGrpSpPr>
      <p:grpSpPr>
        <a:xfrm>
          <a:off x="0" y="0"/>
          <a:ext cx="0" cy="0"/>
          <a:chOff x="0" y="0"/>
          <a:chExt cx="0" cy="0"/>
        </a:xfrm>
      </p:grpSpPr>
      <p:sp>
        <p:nvSpPr>
          <p:cNvPr id="5919" name="Google Shape;5919;g2e95b08cafd_0_4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0" name="Google Shape;5920;g2e95b08cafd_0_4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As soon as developers decide to prototype an integration, Camel CLI allows them to dive right into defining the integration logic. They don't have to deal with bootstrapping projects and setting up complexities. Instead, they can focus on the functionality. This is enabled by smart automation which handle automatic dependency resolution, project building and other typical repeatable tasks in the background of the development process.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With the setup and dependencies out of the way, the next step is to iterate and refine integration. Camel CLI encourages rapid prototyping by allowing easy adjustments and modifications. This flexibility is crucial for testing different scenarios and finding the most effective integration approach. With the combination of Camel CLI, Debug adapter and HawtIO diagnostic console developers can troubleshoot and refine integrations as the tools enable to watch integration behavior and message exchanges.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Once the prototype meets expectations, Camel CLI makes it simple to transition from a prototype to a project by exporting it to a full Camel Java-based project.</a:t>
            </a:r>
            <a:endParaRPr/>
          </a:p>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2" name="Shape 5942"/>
        <p:cNvGrpSpPr/>
        <p:nvPr/>
      </p:nvGrpSpPr>
      <p:grpSpPr>
        <a:xfrm>
          <a:off x="0" y="0"/>
          <a:ext cx="0" cy="0"/>
          <a:chOff x="0" y="0"/>
          <a:chExt cx="0" cy="0"/>
        </a:xfrm>
      </p:grpSpPr>
      <p:sp>
        <p:nvSpPr>
          <p:cNvPr id="5943" name="Google Shape;5943;g10ce57e5990_1_12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4" name="Google Shape;5944;g10ce57e5990_1_12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Runs on top of Quarkus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Handles Camel dependencies for you (no pom.xml or project &amp; dependencies descriptors)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Removes the need to configure Docker or S2I before deploying to OpenShift or Kubernetes</a:t>
            </a:r>
            <a:endParaRPr>
              <a:solidFill>
                <a:schemeClr val="dk1"/>
              </a:solidFill>
            </a:endParaRPr>
          </a:p>
          <a:p>
            <a:pPr indent="0" lvl="0" marL="457200" rtl="0" algn="l">
              <a:spcBef>
                <a:spcPts val="0"/>
              </a:spcBef>
              <a:spcAft>
                <a:spcPts val="0"/>
              </a:spcAft>
              <a:buNone/>
            </a:pPr>
            <a:r>
              <a:t/>
            </a:r>
            <a:endParaRPr>
              <a:solidFill>
                <a:schemeClr val="dk1"/>
              </a:solidFill>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9" name="Shape 5949"/>
        <p:cNvGrpSpPr/>
        <p:nvPr/>
      </p:nvGrpSpPr>
      <p:grpSpPr>
        <a:xfrm>
          <a:off x="0" y="0"/>
          <a:ext cx="0" cy="0"/>
          <a:chOff x="0" y="0"/>
          <a:chExt cx="0" cy="0"/>
        </a:xfrm>
      </p:grpSpPr>
      <p:sp>
        <p:nvSpPr>
          <p:cNvPr id="5950" name="Google Shape;5950;g29fa5ce59a4_9_5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1" name="Google Shape;5951;g29fa5ce59a4_9_5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8" name="Shape 5958"/>
        <p:cNvGrpSpPr/>
        <p:nvPr/>
      </p:nvGrpSpPr>
      <p:grpSpPr>
        <a:xfrm>
          <a:off x="0" y="0"/>
          <a:ext cx="0" cy="0"/>
          <a:chOff x="0" y="0"/>
          <a:chExt cx="0" cy="0"/>
        </a:xfrm>
      </p:grpSpPr>
      <p:sp>
        <p:nvSpPr>
          <p:cNvPr id="5959" name="Google Shape;5959;g37e9261edf5_0_1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0" name="Google Shape;5960;g37e9261edf5_0_1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6" name="Shape 5966"/>
        <p:cNvGrpSpPr/>
        <p:nvPr/>
      </p:nvGrpSpPr>
      <p:grpSpPr>
        <a:xfrm>
          <a:off x="0" y="0"/>
          <a:ext cx="0" cy="0"/>
          <a:chOff x="0" y="0"/>
          <a:chExt cx="0" cy="0"/>
        </a:xfrm>
      </p:grpSpPr>
      <p:sp>
        <p:nvSpPr>
          <p:cNvPr id="5967" name="Google Shape;5967;g37e9261edf5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8" name="Google Shape;5968;g37e9261edf5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1" name="Shape 5991"/>
        <p:cNvGrpSpPr/>
        <p:nvPr/>
      </p:nvGrpSpPr>
      <p:grpSpPr>
        <a:xfrm>
          <a:off x="0" y="0"/>
          <a:ext cx="0" cy="0"/>
          <a:chOff x="0" y="0"/>
          <a:chExt cx="0" cy="0"/>
        </a:xfrm>
      </p:grpSpPr>
      <p:sp>
        <p:nvSpPr>
          <p:cNvPr id="5992" name="Google Shape;5992;g37e9261edf5_0_1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3" name="Google Shape;5993;g37e9261edf5_0_1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https://docs.google.com/presentation/d/1NBVc_4hGgKQZZm8tFpI3iY5kWhLfUtfHvzud-zY5D0c/edit#slide=id.ge1250ef5e6_0_0</a:t>
            </a:r>
            <a:r>
              <a:rPr lang="en"/>
              <a:t>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6" name="Shape 6026"/>
        <p:cNvGrpSpPr/>
        <p:nvPr/>
      </p:nvGrpSpPr>
      <p:grpSpPr>
        <a:xfrm>
          <a:off x="0" y="0"/>
          <a:ext cx="0" cy="0"/>
          <a:chOff x="0" y="0"/>
          <a:chExt cx="0" cy="0"/>
        </a:xfrm>
      </p:grpSpPr>
      <p:sp>
        <p:nvSpPr>
          <p:cNvPr id="6027" name="Google Shape;6027;g37e9261edf5_0_1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8" name="Google Shape;6028;g37e9261edf5_0_1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4" name="Shape 6034"/>
        <p:cNvGrpSpPr/>
        <p:nvPr/>
      </p:nvGrpSpPr>
      <p:grpSpPr>
        <a:xfrm>
          <a:off x="0" y="0"/>
          <a:ext cx="0" cy="0"/>
          <a:chOff x="0" y="0"/>
          <a:chExt cx="0" cy="0"/>
        </a:xfrm>
      </p:grpSpPr>
      <p:sp>
        <p:nvSpPr>
          <p:cNvPr id="6035" name="Google Shape;6035;g37e9261edf5_0_1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6" name="Google Shape;6036;g37e9261edf5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3" name="Shape 6053"/>
        <p:cNvGrpSpPr/>
        <p:nvPr/>
      </p:nvGrpSpPr>
      <p:grpSpPr>
        <a:xfrm>
          <a:off x="0" y="0"/>
          <a:ext cx="0" cy="0"/>
          <a:chOff x="0" y="0"/>
          <a:chExt cx="0" cy="0"/>
        </a:xfrm>
      </p:grpSpPr>
      <p:sp>
        <p:nvSpPr>
          <p:cNvPr id="6054" name="Google Shape;6054;g37e9261edf5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55" name="Google Shape;6055;g37e9261edf5_0_1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en" sz="1400">
                <a:solidFill>
                  <a:schemeClr val="dk1"/>
                </a:solidFill>
              </a:rPr>
              <a:t>If we look where Camel started…</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Platform features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Based on good principles that are still valid: </a:t>
            </a:r>
            <a:r>
              <a:rPr lang="en">
                <a:solidFill>
                  <a:schemeClr val="dk1"/>
                </a:solidFill>
              </a:rPr>
              <a:t>Contract first, Service loose coupling, Service reusability, Service composability, Service statelessness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Centralized software and team, business logic leaking into the platform, slow to change and evolve, bottleneck for change, not-cloud friendly, not immutable infra friendly...</a:t>
            </a:r>
            <a:endParaRPr sz="14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9" name="Shape 6059"/>
        <p:cNvGrpSpPr/>
        <p:nvPr/>
      </p:nvGrpSpPr>
      <p:grpSpPr>
        <a:xfrm>
          <a:off x="0" y="0"/>
          <a:ext cx="0" cy="0"/>
          <a:chOff x="0" y="0"/>
          <a:chExt cx="0" cy="0"/>
        </a:xfrm>
      </p:grpSpPr>
      <p:sp>
        <p:nvSpPr>
          <p:cNvPr id="6060" name="Google Shape;6060;g37e9261edf5_0_1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1" name="Google Shape;6061;g37e9261edf5_0_1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en" sz="1400">
                <a:solidFill>
                  <a:schemeClr val="dk1"/>
                </a:solidFill>
              </a:rPr>
              <a:t>If we look where Camel started…</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Platform features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Based on good principles that are still valid: </a:t>
            </a:r>
            <a:r>
              <a:rPr lang="en">
                <a:solidFill>
                  <a:schemeClr val="dk1"/>
                </a:solidFill>
              </a:rPr>
              <a:t>Contract first, Service loose coupling, Service reusability, Service composability, Service statelessness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Centralized software and team, business logic leaking into the platform, slow to change and evolve, bottleneck for change, not-cloud friendly, not immutable infra friendly...</a:t>
            </a:r>
            <a:endParaRPr sz="14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5" name="Shape 6065"/>
        <p:cNvGrpSpPr/>
        <p:nvPr/>
      </p:nvGrpSpPr>
      <p:grpSpPr>
        <a:xfrm>
          <a:off x="0" y="0"/>
          <a:ext cx="0" cy="0"/>
          <a:chOff x="0" y="0"/>
          <a:chExt cx="0" cy="0"/>
        </a:xfrm>
      </p:grpSpPr>
      <p:sp>
        <p:nvSpPr>
          <p:cNvPr id="6066" name="Google Shape;6066;g37e9261edf5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67" name="Google Shape;6067;g37e9261edf5_0_1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Char char="●"/>
            </a:pPr>
            <a:r>
              <a:rPr lang="en" sz="1400">
                <a:solidFill>
                  <a:schemeClr val="dk1"/>
                </a:solidFill>
              </a:rPr>
              <a:t>If we look where Camel started…</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Platform features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Based on good principles that are still valid: </a:t>
            </a:r>
            <a:r>
              <a:rPr lang="en">
                <a:solidFill>
                  <a:schemeClr val="dk1"/>
                </a:solidFill>
              </a:rPr>
              <a:t>Contract first, Service loose coupling, Service reusability, Service composability, Service statelessness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Centralized software and team, business logic leaking into the platform, slow to change and evolve, bottleneck for change, not-cloud friendly, not immutable infra friendly...</a:t>
            </a:r>
            <a:endParaRPr sz="14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8" name="Shape 6098"/>
        <p:cNvGrpSpPr/>
        <p:nvPr/>
      </p:nvGrpSpPr>
      <p:grpSpPr>
        <a:xfrm>
          <a:off x="0" y="0"/>
          <a:ext cx="0" cy="0"/>
          <a:chOff x="0" y="0"/>
          <a:chExt cx="0" cy="0"/>
        </a:xfrm>
      </p:grpSpPr>
      <p:sp>
        <p:nvSpPr>
          <p:cNvPr id="6099" name="Google Shape;6099;g37e9261edf5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0" name="Google Shape;6100;g37e9261edf5_0_1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a:solidFill>
                  <a:schemeClr val="dk1"/>
                </a:solidFill>
              </a:rPr>
              <a:t>Microservices came as a cure for SOA. SOA - optimized for changed</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MSA before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 changes: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HTTP/REST DSL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Circuit Breaker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Saga pattern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Choreography</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VM, Netflix, good principles.  config server, deployment, etc.</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Unopinionated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Trading development complexity for operational complexity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4" name="Shape 6104"/>
        <p:cNvGrpSpPr/>
        <p:nvPr/>
      </p:nvGrpSpPr>
      <p:grpSpPr>
        <a:xfrm>
          <a:off x="0" y="0"/>
          <a:ext cx="0" cy="0"/>
          <a:chOff x="0" y="0"/>
          <a:chExt cx="0" cy="0"/>
        </a:xfrm>
      </p:grpSpPr>
      <p:sp>
        <p:nvSpPr>
          <p:cNvPr id="6105" name="Google Shape;6105;g37e9261edf5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6" name="Google Shape;6106;g37e9261edf5_0_1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a:solidFill>
                  <a:schemeClr val="dk1"/>
                </a:solidFill>
              </a:rPr>
              <a:t>Microservices came as a cure for SOA. SOA - optimized for changed</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MSA before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 changes: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HTTP/REST DSL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Circuit Breaker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Saga pattern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Choreography</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VM, Netflix, good principles.  config server, deployment, etc.</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Unopinionated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Trading development complexity for operational complexity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5" name="Shape 6125"/>
        <p:cNvGrpSpPr/>
        <p:nvPr/>
      </p:nvGrpSpPr>
      <p:grpSpPr>
        <a:xfrm>
          <a:off x="0" y="0"/>
          <a:ext cx="0" cy="0"/>
          <a:chOff x="0" y="0"/>
          <a:chExt cx="0" cy="0"/>
        </a:xfrm>
      </p:grpSpPr>
      <p:sp>
        <p:nvSpPr>
          <p:cNvPr id="6126" name="Google Shape;6126;g37e9261edf5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27" name="Google Shape;6127;g37e9261edf5_0_13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a:solidFill>
                  <a:schemeClr val="dk1"/>
                </a:solidFill>
              </a:rPr>
              <a:t>Microservices came as a cure for SOA. SOA - optimized for changed</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MSA before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 changes:</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HTTP/REST DSL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Circuit Breaker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Saga pattern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Choreography</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VM, Netflix, good principles.  config server, deployment, etc.</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Unopinionated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Trading development complexity for operational complexity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3" name="Shape 6143"/>
        <p:cNvGrpSpPr/>
        <p:nvPr/>
      </p:nvGrpSpPr>
      <p:grpSpPr>
        <a:xfrm>
          <a:off x="0" y="0"/>
          <a:ext cx="0" cy="0"/>
          <a:chOff x="0" y="0"/>
          <a:chExt cx="0" cy="0"/>
        </a:xfrm>
      </p:grpSpPr>
      <p:sp>
        <p:nvSpPr>
          <p:cNvPr id="6144" name="Google Shape;6144;g37e9261edf5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5" name="Google Shape;6145;g37e9261edf5_0_1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sz="1400">
                <a:solidFill>
                  <a:schemeClr val="dk1"/>
                </a:solidFill>
              </a:rPr>
              <a:t>Next-gen msa</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Containers and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a:t>
            </a:r>
            <a:r>
              <a:rPr lang="en">
                <a:solidFill>
                  <a:schemeClr val="dk1"/>
                </a:solidFill>
              </a:rPr>
              <a:t> integrated- healthchecks, config, discovery…immutable containers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9" name="Shape 6149"/>
        <p:cNvGrpSpPr/>
        <p:nvPr/>
      </p:nvGrpSpPr>
      <p:grpSpPr>
        <a:xfrm>
          <a:off x="0" y="0"/>
          <a:ext cx="0" cy="0"/>
          <a:chOff x="0" y="0"/>
          <a:chExt cx="0" cy="0"/>
        </a:xfrm>
      </p:grpSpPr>
      <p:sp>
        <p:nvSpPr>
          <p:cNvPr id="6150" name="Google Shape;6150;g37e9261edf5_0_1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1" name="Google Shape;6151;g37e9261edf5_0_1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sz="1400">
                <a:solidFill>
                  <a:schemeClr val="dk1"/>
                </a:solidFill>
              </a:rPr>
              <a:t>Next-gen msa</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Containers and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a:t>
            </a:r>
            <a:r>
              <a:rPr lang="en">
                <a:solidFill>
                  <a:schemeClr val="dk1"/>
                </a:solidFill>
              </a:rPr>
              <a:t> integrated- healthchecks, config, discovery…immutable containers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9" name="Shape 6169"/>
        <p:cNvGrpSpPr/>
        <p:nvPr/>
      </p:nvGrpSpPr>
      <p:grpSpPr>
        <a:xfrm>
          <a:off x="0" y="0"/>
          <a:ext cx="0" cy="0"/>
          <a:chOff x="0" y="0"/>
          <a:chExt cx="0" cy="0"/>
        </a:xfrm>
      </p:grpSpPr>
      <p:sp>
        <p:nvSpPr>
          <p:cNvPr id="6170" name="Google Shape;6170;g37e9261edf5_0_1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1" name="Google Shape;6171;g37e9261edf5_0_1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sz="1400">
                <a:solidFill>
                  <a:schemeClr val="dk1"/>
                </a:solidFill>
              </a:rPr>
              <a:t>Next-gen msa</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Containers and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a:t>
            </a:r>
            <a:r>
              <a:rPr lang="en">
                <a:solidFill>
                  <a:schemeClr val="dk1"/>
                </a:solidFill>
              </a:rPr>
              <a:t> integrated- healthchecks, config, discovery…immutable containers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7" name="Shape 6187"/>
        <p:cNvGrpSpPr/>
        <p:nvPr/>
      </p:nvGrpSpPr>
      <p:grpSpPr>
        <a:xfrm>
          <a:off x="0" y="0"/>
          <a:ext cx="0" cy="0"/>
          <a:chOff x="0" y="0"/>
          <a:chExt cx="0" cy="0"/>
        </a:xfrm>
      </p:grpSpPr>
      <p:sp>
        <p:nvSpPr>
          <p:cNvPr id="6188" name="Google Shape;6188;g37e9261edf5_0_1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9" name="Google Shape;6189;g37e9261edf5_0_13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sz="1400">
                <a:solidFill>
                  <a:schemeClr val="dk1"/>
                </a:solidFill>
              </a:rPr>
              <a:t>Next-gen msa</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Containers and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a:t>
            </a:r>
            <a:r>
              <a:rPr lang="en">
                <a:solidFill>
                  <a:schemeClr val="dk1"/>
                </a:solidFill>
              </a:rPr>
              <a:t> integrated- healthchecks, config, discovery…immutable containers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7" name="Shape 6207"/>
        <p:cNvGrpSpPr/>
        <p:nvPr/>
      </p:nvGrpSpPr>
      <p:grpSpPr>
        <a:xfrm>
          <a:off x="0" y="0"/>
          <a:ext cx="0" cy="0"/>
          <a:chOff x="0" y="0"/>
          <a:chExt cx="0" cy="0"/>
        </a:xfrm>
      </p:grpSpPr>
      <p:sp>
        <p:nvSpPr>
          <p:cNvPr id="6208" name="Google Shape;6208;g37e9261edf5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09" name="Google Shape;6209;g37e9261edf5_0_1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1100"/>
              <a:buFont typeface="Arial"/>
              <a:buNone/>
            </a:pPr>
            <a:r>
              <a:rPr lang="en" sz="1400">
                <a:solidFill>
                  <a:schemeClr val="dk1"/>
                </a:solidFill>
              </a:rPr>
              <a:t>Next-gen msa</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20000"/>
              </a:lnSpc>
              <a:spcBef>
                <a:spcPts val="0"/>
              </a:spcBef>
              <a:spcAft>
                <a:spcPts val="0"/>
              </a:spcAft>
              <a:buClr>
                <a:schemeClr val="dk1"/>
              </a:buClr>
              <a:buSzPts val="1100"/>
              <a:buFont typeface="Arial"/>
              <a:buNone/>
            </a:pPr>
            <a:r>
              <a:rPr lang="en">
                <a:solidFill>
                  <a:schemeClr val="dk1"/>
                </a:solidFill>
              </a:rPr>
              <a:t>Containers and Kubernetes</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20000"/>
              </a:lnSpc>
              <a:spcBef>
                <a:spcPts val="0"/>
              </a:spcBef>
              <a:spcAft>
                <a:spcPts val="0"/>
              </a:spcAft>
              <a:buClr>
                <a:schemeClr val="dk1"/>
              </a:buClr>
              <a:buSzPts val="1100"/>
              <a:buFont typeface="Arial"/>
              <a:buNone/>
            </a:pPr>
            <a:r>
              <a:rPr b="1" lang="en">
                <a:solidFill>
                  <a:schemeClr val="dk1"/>
                </a:solidFill>
              </a:rPr>
              <a:t>Camel</a:t>
            </a:r>
            <a:r>
              <a:rPr lang="en">
                <a:solidFill>
                  <a:schemeClr val="dk1"/>
                </a:solidFill>
              </a:rPr>
              <a:t> integrated- healthchecks, config, discovery…immutable containers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7" name="Shape 6227"/>
        <p:cNvGrpSpPr/>
        <p:nvPr/>
      </p:nvGrpSpPr>
      <p:grpSpPr>
        <a:xfrm>
          <a:off x="0" y="0"/>
          <a:ext cx="0" cy="0"/>
          <a:chOff x="0" y="0"/>
          <a:chExt cx="0" cy="0"/>
        </a:xfrm>
      </p:grpSpPr>
      <p:sp>
        <p:nvSpPr>
          <p:cNvPr id="6228" name="Google Shape;6228;g37e9261edf5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9" name="Google Shape;6229;g37e9261edf5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Serverless enables developers to focus on applications that consist of event-driven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functions that respond to a variety of triggers and let the platform take care of the rest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such as trigger-to-function logic, information passing from one function to another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function, auto-provisioning of container and run-time (when, where, and what), autoscaling,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identity management, etc.</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Typically stateless, immutable and ephemeral deployments. Each function runs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 a specified role and well-defined/limited access to resources.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2" name="Shape 6242"/>
        <p:cNvGrpSpPr/>
        <p:nvPr/>
      </p:nvGrpSpPr>
      <p:grpSpPr>
        <a:xfrm>
          <a:off x="0" y="0"/>
          <a:ext cx="0" cy="0"/>
          <a:chOff x="0" y="0"/>
          <a:chExt cx="0" cy="0"/>
        </a:xfrm>
      </p:grpSpPr>
      <p:sp>
        <p:nvSpPr>
          <p:cNvPr id="6243" name="Google Shape;6243;g37e9261edf5_0_1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4" name="Google Shape;6244;g37e9261edf5_0_1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2" name="Shape 6252"/>
        <p:cNvGrpSpPr/>
        <p:nvPr/>
      </p:nvGrpSpPr>
      <p:grpSpPr>
        <a:xfrm>
          <a:off x="0" y="0"/>
          <a:ext cx="0" cy="0"/>
          <a:chOff x="0" y="0"/>
          <a:chExt cx="0" cy="0"/>
        </a:xfrm>
      </p:grpSpPr>
      <p:sp>
        <p:nvSpPr>
          <p:cNvPr id="6253" name="Google Shape;6253;g37e9261edf5_0_1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4" name="Google Shape;6254;g37e9261edf5_0_1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2" name="Shape 6262"/>
        <p:cNvGrpSpPr/>
        <p:nvPr/>
      </p:nvGrpSpPr>
      <p:grpSpPr>
        <a:xfrm>
          <a:off x="0" y="0"/>
          <a:ext cx="0" cy="0"/>
          <a:chOff x="0" y="0"/>
          <a:chExt cx="0" cy="0"/>
        </a:xfrm>
      </p:grpSpPr>
      <p:sp>
        <p:nvSpPr>
          <p:cNvPr id="6263" name="Google Shape;6263;g37e9261edf5_0_1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4" name="Google Shape;6264;g37e9261edf5_0_1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 Id="rId3"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2.png"/><Relationship Id="rId3"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0.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63.png"/><Relationship Id="rId4" Type="http://schemas.openxmlformats.org/officeDocument/2006/relationships/image" Target="../media/image4.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4.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8.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7.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4.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5.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10.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png"/><Relationship Id="rId3" Type="http://schemas.openxmlformats.org/officeDocument/2006/relationships/image" Target="../media/image14.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0.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10.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2.png"/><Relationship Id="rId3" Type="http://schemas.openxmlformats.org/officeDocument/2006/relationships/image" Target="../media/image1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22.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0.png"/></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0.pn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4.png"/></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8.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 Id="rId3" Type="http://schemas.openxmlformats.org/officeDocument/2006/relationships/image" Target="../media/image4.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7.png"/></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4.png"/></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5.png"/></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6.png"/><Relationship Id="rId3" Type="http://schemas.openxmlformats.org/officeDocument/2006/relationships/image" Target="../media/image10.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9.png"/><Relationship Id="rId3" Type="http://schemas.openxmlformats.org/officeDocument/2006/relationships/image" Target="../media/image14.png"/></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2.png"/><Relationship Id="rId3" Type="http://schemas.openxmlformats.org/officeDocument/2006/relationships/image" Target="../media/image10.pn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10.png"/></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2.png"/><Relationship Id="rId3" Type="http://schemas.openxmlformats.org/officeDocument/2006/relationships/image" Target="../media/image14.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31.pn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4.png"/><Relationship Id="rId3" Type="http://schemas.openxmlformats.org/officeDocument/2006/relationships/image" Target="../media/image63.png"/><Relationship Id="rId4" Type="http://schemas.openxmlformats.org/officeDocument/2006/relationships/image" Target="../media/image4.png"/></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 Id="rId3" Type="http://schemas.openxmlformats.org/officeDocument/2006/relationships/image" Target="../media/image4.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8.png"/></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5.png"/><Relationship Id="rId3" Type="http://schemas.openxmlformats.org/officeDocument/2006/relationships/image" Target="../media/image4.png"/></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5.png"/><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7.png"/></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4.png"/></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4.png"/><Relationship Id="rId3" Type="http://schemas.openxmlformats.org/officeDocument/2006/relationships/image" Target="../media/image4.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5.png"/></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6.png"/><Relationship Id="rId3" Type="http://schemas.openxmlformats.org/officeDocument/2006/relationships/image" Target="../media/image10.png"/></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 Id="rId3" Type="http://schemas.openxmlformats.org/officeDocument/2006/relationships/image" Target="../media/image14.png"/></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9.png"/><Relationship Id="rId3" Type="http://schemas.openxmlformats.org/officeDocument/2006/relationships/image" Target="../media/image10.png"/></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png"/><Relationship Id="rId3" Type="http://schemas.openxmlformats.org/officeDocument/2006/relationships/image" Target="../media/image10.png"/></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6.png"/><Relationship Id="rId3" Type="http://schemas.openxmlformats.org/officeDocument/2006/relationships/image" Target="../media/image10.png"/></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2.png"/><Relationship Id="rId3" Type="http://schemas.openxmlformats.org/officeDocument/2006/relationships/image" Target="../media/image14.pn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22.png"/></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16.png"/></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0.pn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2.png"/><Relationship Id="rId3" Type="http://schemas.openxmlformats.org/officeDocument/2006/relationships/image" Target="../media/image10.png"/></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9.png"/><Relationship Id="rId3" Type="http://schemas.openxmlformats.org/officeDocument/2006/relationships/image" Target="../media/image2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2" name="Google Shape;12;p2"/>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13" name="Google Shape;13;p2"/>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14" name="Google Shape;14;p2"/>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15" name="Google Shape;15;p2"/>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6" name="Google Shape;16;p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7" name="Google Shape;17;p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400"/>
              <a:buNone/>
              <a:defRPr sz="1400">
                <a:solidFill>
                  <a:schemeClr val="lt1"/>
                </a:solidFill>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21" name="Google Shape;21;p3"/>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000">
                <a:solidFill>
                  <a:schemeClr val="lt1"/>
                </a:solidFill>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22" name="Google Shape;22;p3"/>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3" name="Google Shape;23;p3"/>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24" name="Google Shape;24;p3"/>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25" name="Google Shape;25;p3"/>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26" name="Google Shape;26;p3"/>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
        <p:nvSpPr>
          <p:cNvPr id="27" name="Google Shape;27;p3"/>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linkedin.com/company/red-hat</a:t>
            </a:r>
            <a:endParaRPr>
              <a:solidFill>
                <a:schemeClr val="lt1"/>
              </a:solidFill>
              <a:latin typeface="Red Hat Text"/>
              <a:ea typeface="Red Hat Text"/>
              <a:cs typeface="Red Hat Text"/>
              <a:sym typeface="Red Hat Text"/>
            </a:endParaRPr>
          </a:p>
        </p:txBody>
      </p:sp>
      <p:sp>
        <p:nvSpPr>
          <p:cNvPr id="28" name="Google Shape;28;p3"/>
          <p:cNvSpPr txBox="1"/>
          <p:nvPr/>
        </p:nvSpPr>
        <p:spPr>
          <a:xfrm>
            <a:off x="7960472" y="27678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youtube.com/user/RedHatVideos</a:t>
            </a:r>
            <a:endParaRPr>
              <a:solidFill>
                <a:schemeClr val="lt1"/>
              </a:solidFill>
              <a:latin typeface="Red Hat Text"/>
              <a:ea typeface="Red Hat Text"/>
              <a:cs typeface="Red Hat Text"/>
              <a:sym typeface="Red Hat Text"/>
            </a:endParaRPr>
          </a:p>
        </p:txBody>
      </p:sp>
      <p:sp>
        <p:nvSpPr>
          <p:cNvPr id="29" name="Google Shape;29;p3"/>
          <p:cNvSpPr txBox="1"/>
          <p:nvPr/>
        </p:nvSpPr>
        <p:spPr>
          <a:xfrm>
            <a:off x="7960472" y="35359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facebook.com/redhatinc</a:t>
            </a:r>
            <a:endParaRPr>
              <a:solidFill>
                <a:schemeClr val="lt1"/>
              </a:solidFill>
              <a:latin typeface="Red Hat Text"/>
              <a:ea typeface="Red Hat Text"/>
              <a:cs typeface="Red Hat Text"/>
              <a:sym typeface="Red Hat Text"/>
            </a:endParaRPr>
          </a:p>
        </p:txBody>
      </p:sp>
      <p:sp>
        <p:nvSpPr>
          <p:cNvPr id="30" name="Google Shape;30;p3"/>
          <p:cNvSpPr txBox="1"/>
          <p:nvPr/>
        </p:nvSpPr>
        <p:spPr>
          <a:xfrm>
            <a:off x="7960472" y="43039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twitter.com/RedHat</a:t>
            </a:r>
            <a:endParaRPr>
              <a:solidFill>
                <a:schemeClr val="lt1"/>
              </a:solidFill>
              <a:latin typeface="Red Hat Text"/>
              <a:ea typeface="Red Hat Text"/>
              <a:cs typeface="Red Hat Text"/>
              <a:sym typeface="Red Hat Text"/>
            </a:endParaRPr>
          </a:p>
        </p:txBody>
      </p:sp>
      <p:cxnSp>
        <p:nvCxnSpPr>
          <p:cNvPr id="31" name="Google Shape;31;p3"/>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32" name="Google Shape;32;p3"/>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33" name="Google Shape;33;p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4" name="Shape 34"/>
        <p:cNvGrpSpPr/>
        <p:nvPr/>
      </p:nvGrpSpPr>
      <p:grpSpPr>
        <a:xfrm>
          <a:off x="0" y="0"/>
          <a:ext cx="0" cy="0"/>
          <a:chOff x="0" y="0"/>
          <a:chExt cx="0" cy="0"/>
        </a:xfrm>
      </p:grpSpPr>
      <p:sp>
        <p:nvSpPr>
          <p:cNvPr id="35" name="Google Shape;35;p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37" name="Google Shape;37;p4"/>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38" name="Google Shape;38;p4"/>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39" name="Google Shape;39;p4"/>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40" name="Google Shape;40;p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41" name="Google Shape;41;p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2" name="Google Shape;42;p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400"/>
              <a:buNone/>
              <a:defRPr sz="1400">
                <a:solidFill>
                  <a:schemeClr val="lt1"/>
                </a:solidFill>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46" name="Google Shape;46;p5"/>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000">
                <a:solidFill>
                  <a:schemeClr val="lt1"/>
                </a:solidFill>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47" name="Google Shape;47;p5"/>
          <p:cNvPicPr preferRelativeResize="0"/>
          <p:nvPr/>
        </p:nvPicPr>
        <p:blipFill>
          <a:blip r:embed="rId3">
            <a:alphaModFix/>
          </a:blip>
          <a:stretch>
            <a:fillRect/>
          </a:stretch>
        </p:blipFill>
        <p:spPr>
          <a:xfrm>
            <a:off x="10106850" y="6203986"/>
            <a:ext cx="1580275" cy="372766"/>
          </a:xfrm>
          <a:prstGeom prst="rect">
            <a:avLst/>
          </a:prstGeom>
          <a:noFill/>
          <a:ln>
            <a:noFill/>
          </a:ln>
        </p:spPr>
      </p:pic>
      <p:sp>
        <p:nvSpPr>
          <p:cNvPr id="48" name="Google Shape;48;p5"/>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linkedin.com/company/red-hat</a:t>
            </a:r>
            <a:endParaRPr>
              <a:solidFill>
                <a:schemeClr val="lt1"/>
              </a:solidFill>
              <a:latin typeface="Red Hat Text"/>
              <a:ea typeface="Red Hat Text"/>
              <a:cs typeface="Red Hat Text"/>
              <a:sym typeface="Red Hat Text"/>
            </a:endParaRPr>
          </a:p>
        </p:txBody>
      </p:sp>
      <p:sp>
        <p:nvSpPr>
          <p:cNvPr id="49" name="Google Shape;49;p5"/>
          <p:cNvSpPr txBox="1"/>
          <p:nvPr/>
        </p:nvSpPr>
        <p:spPr>
          <a:xfrm>
            <a:off x="7960472" y="27678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youtube.com/user/RedHatVideos</a:t>
            </a:r>
            <a:endParaRPr>
              <a:solidFill>
                <a:schemeClr val="lt1"/>
              </a:solidFill>
              <a:latin typeface="Red Hat Text"/>
              <a:ea typeface="Red Hat Text"/>
              <a:cs typeface="Red Hat Text"/>
              <a:sym typeface="Red Hat Text"/>
            </a:endParaRPr>
          </a:p>
        </p:txBody>
      </p:sp>
      <p:sp>
        <p:nvSpPr>
          <p:cNvPr id="50" name="Google Shape;50;p5"/>
          <p:cNvSpPr txBox="1"/>
          <p:nvPr/>
        </p:nvSpPr>
        <p:spPr>
          <a:xfrm>
            <a:off x="7960472" y="35359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facebook.com/redhatinc</a:t>
            </a:r>
            <a:endParaRPr>
              <a:solidFill>
                <a:schemeClr val="lt1"/>
              </a:solidFill>
              <a:latin typeface="Red Hat Text"/>
              <a:ea typeface="Red Hat Text"/>
              <a:cs typeface="Red Hat Text"/>
              <a:sym typeface="Red Hat Text"/>
            </a:endParaRPr>
          </a:p>
        </p:txBody>
      </p:sp>
      <p:sp>
        <p:nvSpPr>
          <p:cNvPr id="51" name="Google Shape;51;p5"/>
          <p:cNvSpPr txBox="1"/>
          <p:nvPr/>
        </p:nvSpPr>
        <p:spPr>
          <a:xfrm>
            <a:off x="7960472" y="43039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twitter.com/RedHat</a:t>
            </a:r>
            <a:endParaRPr>
              <a:solidFill>
                <a:schemeClr val="lt1"/>
              </a:solidFill>
              <a:latin typeface="Red Hat Text"/>
              <a:ea typeface="Red Hat Text"/>
              <a:cs typeface="Red Hat Text"/>
              <a:sym typeface="Red Hat Text"/>
            </a:endParaRPr>
          </a:p>
        </p:txBody>
      </p:sp>
      <p:cxnSp>
        <p:nvCxnSpPr>
          <p:cNvPr id="52" name="Google Shape;52;p5"/>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53" name="Google Shape;53;p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54" name="Google Shape;54;p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5" name="Google Shape;55;p5"/>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56" name="Google Shape;56;p5"/>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57" name="Google Shape;57;p5"/>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58" name="Google Shape;58;p5"/>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59" name="Shape 59"/>
        <p:cNvGrpSpPr/>
        <p:nvPr/>
      </p:nvGrpSpPr>
      <p:grpSpPr>
        <a:xfrm>
          <a:off x="0" y="0"/>
          <a:ext cx="0" cy="0"/>
          <a:chOff x="0" y="0"/>
          <a:chExt cx="0" cy="0"/>
        </a:xfrm>
      </p:grpSpPr>
      <p:sp>
        <p:nvSpPr>
          <p:cNvPr id="60" name="Google Shape;60;p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 name="Google Shape;61;p6"/>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62" name="Google Shape;62;p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63" name="Google Shape;63;p6"/>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Clr>
                <a:schemeClr val="dk1"/>
              </a:buClr>
              <a:buSzPts val="1800"/>
              <a:buNone/>
              <a:defRPr sz="1800">
                <a:solidFill>
                  <a:schemeClr val="dk1"/>
                </a:solidFill>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64" name="Google Shape;64;p6"/>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65" name="Google Shape;65;p6"/>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200"/>
              <a:buNone/>
              <a:defRPr sz="1200">
                <a:solidFill>
                  <a:schemeClr val="dk1"/>
                </a:solidFill>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66" name="Google Shape;66;p6"/>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67" name="Google Shape;67;p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 name="Google Shape;70;p7"/>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71" name="Google Shape;71;p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72" name="Google Shape;72;p7"/>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73" name="Google Shape;73;p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74" name="Google Shape;74;p7"/>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dk1"/>
              </a:buClr>
              <a:buSzPts val="1400"/>
              <a:buNone/>
              <a:defRPr sz="1400">
                <a:solidFill>
                  <a:schemeClr val="dk1"/>
                </a:solidFill>
              </a:defRPr>
            </a:lvl1pPr>
            <a:lvl2pPr lvl="1" rtl="0">
              <a:lnSpc>
                <a:spcPct val="180000"/>
              </a:lnSpc>
              <a:spcBef>
                <a:spcPts val="0"/>
              </a:spcBef>
              <a:spcAft>
                <a:spcPts val="0"/>
              </a:spcAft>
              <a:buClr>
                <a:schemeClr val="dk1"/>
              </a:buClr>
              <a:buSzPts val="1400"/>
              <a:buNone/>
              <a:defRPr sz="1400">
                <a:solidFill>
                  <a:schemeClr val="dk1"/>
                </a:solidFill>
              </a:defRPr>
            </a:lvl2pPr>
            <a:lvl3pPr lvl="2" rtl="0">
              <a:lnSpc>
                <a:spcPct val="180000"/>
              </a:lnSpc>
              <a:spcBef>
                <a:spcPts val="0"/>
              </a:spcBef>
              <a:spcAft>
                <a:spcPts val="0"/>
              </a:spcAft>
              <a:buClr>
                <a:schemeClr val="dk1"/>
              </a:buClr>
              <a:buSzPts val="1400"/>
              <a:buNone/>
              <a:defRPr sz="1400">
                <a:solidFill>
                  <a:schemeClr val="dk1"/>
                </a:solidFill>
              </a:defRPr>
            </a:lvl3pPr>
            <a:lvl4pPr lvl="3" rtl="0">
              <a:lnSpc>
                <a:spcPct val="180000"/>
              </a:lnSpc>
              <a:spcBef>
                <a:spcPts val="0"/>
              </a:spcBef>
              <a:spcAft>
                <a:spcPts val="0"/>
              </a:spcAft>
              <a:buClr>
                <a:schemeClr val="dk1"/>
              </a:buClr>
              <a:buSzPts val="1400"/>
              <a:buNone/>
              <a:defRPr sz="1400">
                <a:solidFill>
                  <a:schemeClr val="dk1"/>
                </a:solidFill>
              </a:defRPr>
            </a:lvl4pPr>
            <a:lvl5pPr lvl="4" rtl="0">
              <a:lnSpc>
                <a:spcPct val="180000"/>
              </a:lnSpc>
              <a:spcBef>
                <a:spcPts val="0"/>
              </a:spcBef>
              <a:spcAft>
                <a:spcPts val="0"/>
              </a:spcAft>
              <a:buClr>
                <a:schemeClr val="dk1"/>
              </a:buClr>
              <a:buSzPts val="1400"/>
              <a:buNone/>
              <a:defRPr sz="1400">
                <a:solidFill>
                  <a:schemeClr val="dk1"/>
                </a:solidFill>
              </a:defRPr>
            </a:lvl5pPr>
            <a:lvl6pPr lvl="5" rtl="0">
              <a:lnSpc>
                <a:spcPct val="180000"/>
              </a:lnSpc>
              <a:spcBef>
                <a:spcPts val="0"/>
              </a:spcBef>
              <a:spcAft>
                <a:spcPts val="0"/>
              </a:spcAft>
              <a:buClr>
                <a:schemeClr val="dk1"/>
              </a:buClr>
              <a:buSzPts val="1400"/>
              <a:buNone/>
              <a:defRPr sz="1400">
                <a:solidFill>
                  <a:schemeClr val="dk1"/>
                </a:solidFill>
              </a:defRPr>
            </a:lvl6pPr>
            <a:lvl7pPr lvl="6" rtl="0">
              <a:lnSpc>
                <a:spcPct val="180000"/>
              </a:lnSpc>
              <a:spcBef>
                <a:spcPts val="0"/>
              </a:spcBef>
              <a:spcAft>
                <a:spcPts val="0"/>
              </a:spcAft>
              <a:buClr>
                <a:schemeClr val="dk1"/>
              </a:buClr>
              <a:buSzPts val="1400"/>
              <a:buNone/>
              <a:defRPr sz="1400">
                <a:solidFill>
                  <a:schemeClr val="dk1"/>
                </a:solidFill>
              </a:defRPr>
            </a:lvl7pPr>
            <a:lvl8pPr lvl="7" rtl="0">
              <a:lnSpc>
                <a:spcPct val="180000"/>
              </a:lnSpc>
              <a:spcBef>
                <a:spcPts val="0"/>
              </a:spcBef>
              <a:spcAft>
                <a:spcPts val="0"/>
              </a:spcAft>
              <a:buClr>
                <a:schemeClr val="dk1"/>
              </a:buClr>
              <a:buSzPts val="1400"/>
              <a:buNone/>
              <a:defRPr sz="1400">
                <a:solidFill>
                  <a:schemeClr val="dk1"/>
                </a:solidFill>
              </a:defRPr>
            </a:lvl8pPr>
            <a:lvl9pPr lvl="8" rtl="0">
              <a:lnSpc>
                <a:spcPct val="180000"/>
              </a:lnSpc>
              <a:spcBef>
                <a:spcPts val="0"/>
              </a:spcBef>
              <a:spcAft>
                <a:spcPts val="0"/>
              </a:spcAft>
              <a:buClr>
                <a:schemeClr val="dk1"/>
              </a:buClr>
              <a:buSzPts val="1400"/>
              <a:buNone/>
              <a:defRPr sz="1400">
                <a:solidFill>
                  <a:schemeClr val="dk1"/>
                </a:solidFill>
              </a:defRPr>
            </a:lvl9pPr>
          </a:lstStyle>
          <a:p/>
        </p:txBody>
      </p:sp>
      <p:sp>
        <p:nvSpPr>
          <p:cNvPr id="75" name="Google Shape;75;p7"/>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linkedin.com/company/red-hat</a:t>
            </a:r>
            <a:endParaRPr sz="1200">
              <a:solidFill>
                <a:schemeClr val="dk1"/>
              </a:solidFill>
              <a:latin typeface="Red Hat Text"/>
              <a:ea typeface="Red Hat Text"/>
              <a:cs typeface="Red Hat Text"/>
              <a:sym typeface="Red Hat Text"/>
            </a:endParaRPr>
          </a:p>
        </p:txBody>
      </p:sp>
      <p:sp>
        <p:nvSpPr>
          <p:cNvPr id="76" name="Google Shape;76;p7"/>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youtube.com/user/RedHatVideos</a:t>
            </a:r>
            <a:endParaRPr sz="1200">
              <a:solidFill>
                <a:schemeClr val="dk1"/>
              </a:solidFill>
              <a:latin typeface="Red Hat Text"/>
              <a:ea typeface="Red Hat Text"/>
              <a:cs typeface="Red Hat Text"/>
              <a:sym typeface="Red Hat Text"/>
            </a:endParaRPr>
          </a:p>
        </p:txBody>
      </p:sp>
      <p:sp>
        <p:nvSpPr>
          <p:cNvPr id="77" name="Google Shape;77;p7"/>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78" name="Google Shape;78;p7"/>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twitter.com/RedHat</a:t>
            </a:r>
            <a:endParaRPr sz="1200">
              <a:solidFill>
                <a:schemeClr val="dk1"/>
              </a:solidFill>
              <a:latin typeface="Red Hat Text"/>
              <a:ea typeface="Red Hat Text"/>
              <a:cs typeface="Red Hat Text"/>
              <a:sym typeface="Red Hat Text"/>
            </a:endParaRPr>
          </a:p>
        </p:txBody>
      </p:sp>
      <p:pic>
        <p:nvPicPr>
          <p:cNvPr id="79" name="Google Shape;79;p7"/>
          <p:cNvPicPr preferRelativeResize="0"/>
          <p:nvPr/>
        </p:nvPicPr>
        <p:blipFill rotWithShape="1">
          <a:blip r:embed="rId4">
            <a:alphaModFix/>
          </a:blip>
          <a:srcRect b="0" l="2508" r="2498" t="0"/>
          <a:stretch/>
        </p:blipFill>
        <p:spPr>
          <a:xfrm>
            <a:off x="8586459" y="5174306"/>
            <a:ext cx="229075" cy="241150"/>
          </a:xfrm>
          <a:prstGeom prst="rect">
            <a:avLst/>
          </a:prstGeom>
          <a:noFill/>
          <a:ln>
            <a:noFill/>
          </a:ln>
        </p:spPr>
      </p:pic>
      <p:pic>
        <p:nvPicPr>
          <p:cNvPr id="80" name="Google Shape;80;p7"/>
          <p:cNvPicPr preferRelativeResize="0"/>
          <p:nvPr/>
        </p:nvPicPr>
        <p:blipFill rotWithShape="1">
          <a:blip r:embed="rId5">
            <a:alphaModFix/>
          </a:blip>
          <a:srcRect b="0" l="2678" r="2678" t="0"/>
          <a:stretch/>
        </p:blipFill>
        <p:spPr>
          <a:xfrm>
            <a:off x="8586459" y="4669206"/>
            <a:ext cx="229075" cy="241150"/>
          </a:xfrm>
          <a:prstGeom prst="rect">
            <a:avLst/>
          </a:prstGeom>
          <a:noFill/>
          <a:ln>
            <a:noFill/>
          </a:ln>
        </p:spPr>
      </p:pic>
      <p:pic>
        <p:nvPicPr>
          <p:cNvPr id="81" name="Google Shape;81;p7"/>
          <p:cNvPicPr preferRelativeResize="0"/>
          <p:nvPr/>
        </p:nvPicPr>
        <p:blipFill rotWithShape="1">
          <a:blip r:embed="rId6">
            <a:alphaModFix/>
          </a:blip>
          <a:srcRect b="0" l="2508" r="2498" t="0"/>
          <a:stretch/>
        </p:blipFill>
        <p:spPr>
          <a:xfrm>
            <a:off x="5660534" y="5174306"/>
            <a:ext cx="229075" cy="241150"/>
          </a:xfrm>
          <a:prstGeom prst="rect">
            <a:avLst/>
          </a:prstGeom>
          <a:noFill/>
          <a:ln>
            <a:noFill/>
          </a:ln>
        </p:spPr>
      </p:pic>
      <p:pic>
        <p:nvPicPr>
          <p:cNvPr id="82" name="Google Shape;82;p7"/>
          <p:cNvPicPr preferRelativeResize="0"/>
          <p:nvPr/>
        </p:nvPicPr>
        <p:blipFill rotWithShape="1">
          <a:blip r:embed="rId7">
            <a:alphaModFix/>
          </a:blip>
          <a:srcRect b="0" l="2326" r="2326" t="0"/>
          <a:stretch/>
        </p:blipFill>
        <p:spPr>
          <a:xfrm>
            <a:off x="5660534" y="4669206"/>
            <a:ext cx="229075" cy="241150"/>
          </a:xfrm>
          <a:prstGeom prst="rect">
            <a:avLst/>
          </a:prstGeom>
          <a:noFill/>
          <a:ln>
            <a:noFill/>
          </a:ln>
        </p:spPr>
      </p:pic>
      <p:sp>
        <p:nvSpPr>
          <p:cNvPr id="83" name="Google Shape;83;p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86" name="Google Shape;86;p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87" name="Google Shape;87;p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8" name="Google Shape;88;p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89" name="Google Shape;89;p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141414"/>
                </a:solidFill>
              </a:defRPr>
            </a:lvl1pPr>
            <a:lvl2pPr lvl="1" rtl="0">
              <a:lnSpc>
                <a:spcPct val="174000"/>
              </a:lnSpc>
              <a:spcBef>
                <a:spcPts val="0"/>
              </a:spcBef>
              <a:spcAft>
                <a:spcPts val="0"/>
              </a:spcAft>
              <a:buNone/>
              <a:defRPr sz="1400">
                <a:solidFill>
                  <a:srgbClr val="141414"/>
                </a:solidFill>
              </a:defRPr>
            </a:lvl2pPr>
            <a:lvl3pPr lvl="2" rtl="0">
              <a:lnSpc>
                <a:spcPct val="174000"/>
              </a:lnSpc>
              <a:spcBef>
                <a:spcPts val="0"/>
              </a:spcBef>
              <a:spcAft>
                <a:spcPts val="0"/>
              </a:spcAft>
              <a:buNone/>
              <a:defRPr sz="1400">
                <a:solidFill>
                  <a:srgbClr val="141414"/>
                </a:solidFill>
              </a:defRPr>
            </a:lvl3pPr>
            <a:lvl4pPr lvl="3" rtl="0">
              <a:lnSpc>
                <a:spcPct val="174000"/>
              </a:lnSpc>
              <a:spcBef>
                <a:spcPts val="0"/>
              </a:spcBef>
              <a:spcAft>
                <a:spcPts val="0"/>
              </a:spcAft>
              <a:buNone/>
              <a:defRPr sz="1400">
                <a:solidFill>
                  <a:srgbClr val="141414"/>
                </a:solidFill>
              </a:defRPr>
            </a:lvl4pPr>
            <a:lvl5pPr lvl="4" rtl="0">
              <a:lnSpc>
                <a:spcPct val="174000"/>
              </a:lnSpc>
              <a:spcBef>
                <a:spcPts val="0"/>
              </a:spcBef>
              <a:spcAft>
                <a:spcPts val="0"/>
              </a:spcAft>
              <a:buNone/>
              <a:defRPr sz="1400">
                <a:solidFill>
                  <a:srgbClr val="141414"/>
                </a:solidFill>
              </a:defRPr>
            </a:lvl5pPr>
            <a:lvl6pPr lvl="5" rtl="0">
              <a:lnSpc>
                <a:spcPct val="174000"/>
              </a:lnSpc>
              <a:spcBef>
                <a:spcPts val="0"/>
              </a:spcBef>
              <a:spcAft>
                <a:spcPts val="0"/>
              </a:spcAft>
              <a:buNone/>
              <a:defRPr sz="1400">
                <a:solidFill>
                  <a:srgbClr val="141414"/>
                </a:solidFill>
              </a:defRPr>
            </a:lvl6pPr>
            <a:lvl7pPr lvl="6" rtl="0">
              <a:lnSpc>
                <a:spcPct val="174000"/>
              </a:lnSpc>
              <a:spcBef>
                <a:spcPts val="0"/>
              </a:spcBef>
              <a:spcAft>
                <a:spcPts val="0"/>
              </a:spcAft>
              <a:buNone/>
              <a:defRPr sz="1400">
                <a:solidFill>
                  <a:srgbClr val="141414"/>
                </a:solidFill>
              </a:defRPr>
            </a:lvl7pPr>
            <a:lvl8pPr lvl="7" rtl="0">
              <a:lnSpc>
                <a:spcPct val="174000"/>
              </a:lnSpc>
              <a:spcBef>
                <a:spcPts val="0"/>
              </a:spcBef>
              <a:spcAft>
                <a:spcPts val="0"/>
              </a:spcAft>
              <a:buNone/>
              <a:defRPr sz="1400">
                <a:solidFill>
                  <a:srgbClr val="141414"/>
                </a:solidFill>
              </a:defRPr>
            </a:lvl8pPr>
            <a:lvl9pPr lvl="8" rtl="0">
              <a:lnSpc>
                <a:spcPct val="174000"/>
              </a:lnSpc>
              <a:spcBef>
                <a:spcPts val="0"/>
              </a:spcBef>
              <a:spcAft>
                <a:spcPts val="0"/>
              </a:spcAft>
              <a:buNone/>
              <a:defRPr sz="1400">
                <a:solidFill>
                  <a:srgbClr val="141414"/>
                </a:solidFill>
              </a:defRPr>
            </a:lvl9pPr>
          </a:lstStyle>
          <a:p/>
        </p:txBody>
      </p:sp>
      <p:pic>
        <p:nvPicPr>
          <p:cNvPr id="90" name="Google Shape;90;p8"/>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91" name="Google Shape;91;p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92" name="Shape 92"/>
        <p:cNvGrpSpPr/>
        <p:nvPr/>
      </p:nvGrpSpPr>
      <p:grpSpPr>
        <a:xfrm>
          <a:off x="0" y="0"/>
          <a:ext cx="0" cy="0"/>
          <a:chOff x="0" y="0"/>
          <a:chExt cx="0" cy="0"/>
        </a:xfrm>
      </p:grpSpPr>
      <p:sp>
        <p:nvSpPr>
          <p:cNvPr id="93" name="Google Shape;93;p9"/>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94" name="Google Shape;94;p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95" name="Google Shape;95;p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6" name="Google Shape;96;p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97" name="Google Shape;97;p9"/>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chemeClr val="lt1"/>
                </a:solidFill>
              </a:defRPr>
            </a:lvl1pPr>
            <a:lvl2pPr lvl="1" rtl="0">
              <a:lnSpc>
                <a:spcPct val="174000"/>
              </a:lnSpc>
              <a:spcBef>
                <a:spcPts val="0"/>
              </a:spcBef>
              <a:spcAft>
                <a:spcPts val="0"/>
              </a:spcAft>
              <a:buNone/>
              <a:defRPr sz="1400">
                <a:solidFill>
                  <a:schemeClr val="lt1"/>
                </a:solidFill>
              </a:defRPr>
            </a:lvl2pPr>
            <a:lvl3pPr lvl="2" rtl="0">
              <a:lnSpc>
                <a:spcPct val="174000"/>
              </a:lnSpc>
              <a:spcBef>
                <a:spcPts val="0"/>
              </a:spcBef>
              <a:spcAft>
                <a:spcPts val="0"/>
              </a:spcAft>
              <a:buNone/>
              <a:defRPr sz="1400">
                <a:solidFill>
                  <a:schemeClr val="lt1"/>
                </a:solidFill>
              </a:defRPr>
            </a:lvl3pPr>
            <a:lvl4pPr lvl="3" rtl="0">
              <a:lnSpc>
                <a:spcPct val="174000"/>
              </a:lnSpc>
              <a:spcBef>
                <a:spcPts val="0"/>
              </a:spcBef>
              <a:spcAft>
                <a:spcPts val="0"/>
              </a:spcAft>
              <a:buNone/>
              <a:defRPr sz="1400">
                <a:solidFill>
                  <a:schemeClr val="lt1"/>
                </a:solidFill>
              </a:defRPr>
            </a:lvl4pPr>
            <a:lvl5pPr lvl="4" rtl="0">
              <a:lnSpc>
                <a:spcPct val="174000"/>
              </a:lnSpc>
              <a:spcBef>
                <a:spcPts val="0"/>
              </a:spcBef>
              <a:spcAft>
                <a:spcPts val="0"/>
              </a:spcAft>
              <a:buNone/>
              <a:defRPr sz="1400">
                <a:solidFill>
                  <a:schemeClr val="lt1"/>
                </a:solidFill>
              </a:defRPr>
            </a:lvl5pPr>
            <a:lvl6pPr lvl="5" rtl="0">
              <a:lnSpc>
                <a:spcPct val="174000"/>
              </a:lnSpc>
              <a:spcBef>
                <a:spcPts val="0"/>
              </a:spcBef>
              <a:spcAft>
                <a:spcPts val="0"/>
              </a:spcAft>
              <a:buNone/>
              <a:defRPr sz="1400">
                <a:solidFill>
                  <a:schemeClr val="lt1"/>
                </a:solidFill>
              </a:defRPr>
            </a:lvl6pPr>
            <a:lvl7pPr lvl="6" rtl="0">
              <a:lnSpc>
                <a:spcPct val="174000"/>
              </a:lnSpc>
              <a:spcBef>
                <a:spcPts val="0"/>
              </a:spcBef>
              <a:spcAft>
                <a:spcPts val="0"/>
              </a:spcAft>
              <a:buNone/>
              <a:defRPr sz="1400">
                <a:solidFill>
                  <a:schemeClr val="lt1"/>
                </a:solidFill>
              </a:defRPr>
            </a:lvl7pPr>
            <a:lvl8pPr lvl="7" rtl="0">
              <a:lnSpc>
                <a:spcPct val="174000"/>
              </a:lnSpc>
              <a:spcBef>
                <a:spcPts val="0"/>
              </a:spcBef>
              <a:spcAft>
                <a:spcPts val="0"/>
              </a:spcAft>
              <a:buNone/>
              <a:defRPr sz="1400">
                <a:solidFill>
                  <a:schemeClr val="lt1"/>
                </a:solidFill>
              </a:defRPr>
            </a:lvl8pPr>
            <a:lvl9pPr lvl="8" rtl="0">
              <a:lnSpc>
                <a:spcPct val="174000"/>
              </a:lnSpc>
              <a:spcBef>
                <a:spcPts val="0"/>
              </a:spcBef>
              <a:spcAft>
                <a:spcPts val="0"/>
              </a:spcAft>
              <a:buNone/>
              <a:defRPr sz="1400">
                <a:solidFill>
                  <a:schemeClr val="lt1"/>
                </a:solidFill>
              </a:defRPr>
            </a:lvl9pPr>
          </a:lstStyle>
          <a:p/>
        </p:txBody>
      </p:sp>
      <p:pic>
        <p:nvPicPr>
          <p:cNvPr id="98" name="Google Shape;98;p9"/>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99" name="Google Shape;99;p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10"/>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02" name="Google Shape;102;p1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03" name="Google Shape;103;p1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4" name="Google Shape;104;p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05" name="Google Shape;105;p10"/>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EBEBEB"/>
                </a:solidFill>
              </a:defRPr>
            </a:lvl1pPr>
            <a:lvl2pPr lvl="1" rtl="0">
              <a:lnSpc>
                <a:spcPct val="174000"/>
              </a:lnSpc>
              <a:spcBef>
                <a:spcPts val="0"/>
              </a:spcBef>
              <a:spcAft>
                <a:spcPts val="0"/>
              </a:spcAft>
              <a:buNone/>
              <a:defRPr sz="1400">
                <a:solidFill>
                  <a:srgbClr val="EBEBEB"/>
                </a:solidFill>
              </a:defRPr>
            </a:lvl2pPr>
            <a:lvl3pPr lvl="2" rtl="0">
              <a:lnSpc>
                <a:spcPct val="174000"/>
              </a:lnSpc>
              <a:spcBef>
                <a:spcPts val="0"/>
              </a:spcBef>
              <a:spcAft>
                <a:spcPts val="0"/>
              </a:spcAft>
              <a:buNone/>
              <a:defRPr sz="1400">
                <a:solidFill>
                  <a:srgbClr val="EBEBEB"/>
                </a:solidFill>
              </a:defRPr>
            </a:lvl3pPr>
            <a:lvl4pPr lvl="3" rtl="0">
              <a:lnSpc>
                <a:spcPct val="174000"/>
              </a:lnSpc>
              <a:spcBef>
                <a:spcPts val="0"/>
              </a:spcBef>
              <a:spcAft>
                <a:spcPts val="0"/>
              </a:spcAft>
              <a:buNone/>
              <a:defRPr sz="1400">
                <a:solidFill>
                  <a:srgbClr val="EBEBEB"/>
                </a:solidFill>
              </a:defRPr>
            </a:lvl4pPr>
            <a:lvl5pPr lvl="4" rtl="0">
              <a:lnSpc>
                <a:spcPct val="174000"/>
              </a:lnSpc>
              <a:spcBef>
                <a:spcPts val="0"/>
              </a:spcBef>
              <a:spcAft>
                <a:spcPts val="0"/>
              </a:spcAft>
              <a:buNone/>
              <a:defRPr sz="1400">
                <a:solidFill>
                  <a:srgbClr val="EBEBEB"/>
                </a:solidFill>
              </a:defRPr>
            </a:lvl5pPr>
            <a:lvl6pPr lvl="5" rtl="0">
              <a:lnSpc>
                <a:spcPct val="174000"/>
              </a:lnSpc>
              <a:spcBef>
                <a:spcPts val="0"/>
              </a:spcBef>
              <a:spcAft>
                <a:spcPts val="0"/>
              </a:spcAft>
              <a:buNone/>
              <a:defRPr sz="1400">
                <a:solidFill>
                  <a:srgbClr val="EBEBEB"/>
                </a:solidFill>
              </a:defRPr>
            </a:lvl6pPr>
            <a:lvl7pPr lvl="6" rtl="0">
              <a:lnSpc>
                <a:spcPct val="174000"/>
              </a:lnSpc>
              <a:spcBef>
                <a:spcPts val="0"/>
              </a:spcBef>
              <a:spcAft>
                <a:spcPts val="0"/>
              </a:spcAft>
              <a:buNone/>
              <a:defRPr sz="1400">
                <a:solidFill>
                  <a:srgbClr val="EBEBEB"/>
                </a:solidFill>
              </a:defRPr>
            </a:lvl7pPr>
            <a:lvl8pPr lvl="7" rtl="0">
              <a:lnSpc>
                <a:spcPct val="174000"/>
              </a:lnSpc>
              <a:spcBef>
                <a:spcPts val="0"/>
              </a:spcBef>
              <a:spcAft>
                <a:spcPts val="0"/>
              </a:spcAft>
              <a:buNone/>
              <a:defRPr sz="1400">
                <a:solidFill>
                  <a:srgbClr val="EBEBEB"/>
                </a:solidFill>
              </a:defRPr>
            </a:lvl8pPr>
            <a:lvl9pPr lvl="8" rtl="0">
              <a:lnSpc>
                <a:spcPct val="174000"/>
              </a:lnSpc>
              <a:spcBef>
                <a:spcPts val="0"/>
              </a:spcBef>
              <a:spcAft>
                <a:spcPts val="0"/>
              </a:spcAft>
              <a:buNone/>
              <a:defRPr sz="1400">
                <a:solidFill>
                  <a:srgbClr val="EBEBEB"/>
                </a:solidFill>
              </a:defRPr>
            </a:lvl9pPr>
          </a:lstStyle>
          <a:p/>
        </p:txBody>
      </p:sp>
      <p:pic>
        <p:nvPicPr>
          <p:cNvPr id="106" name="Google Shape;106;p10"/>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107" name="Google Shape;107;p10"/>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chemeClr val="dk1"/>
                </a:solidFill>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108" name="Google Shape;108;p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09" name="Shape 109"/>
        <p:cNvGrpSpPr/>
        <p:nvPr/>
      </p:nvGrpSpPr>
      <p:grpSpPr>
        <a:xfrm>
          <a:off x="0" y="0"/>
          <a:ext cx="0" cy="0"/>
          <a:chOff x="0" y="0"/>
          <a:chExt cx="0" cy="0"/>
        </a:xfrm>
      </p:grpSpPr>
      <p:sp>
        <p:nvSpPr>
          <p:cNvPr id="110" name="Google Shape;110;p11"/>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accent1"/>
                </a:solidFill>
              </a:defRPr>
            </a:lvl1pPr>
            <a:lvl2pPr lvl="1" rtl="0">
              <a:lnSpc>
                <a:spcPct val="100000"/>
              </a:lnSpc>
              <a:spcBef>
                <a:spcPts val="0"/>
              </a:spcBef>
              <a:spcAft>
                <a:spcPts val="0"/>
              </a:spcAft>
              <a:buNone/>
              <a:defRPr sz="5400">
                <a:solidFill>
                  <a:schemeClr val="accent1"/>
                </a:solidFill>
              </a:defRPr>
            </a:lvl2pPr>
            <a:lvl3pPr lvl="2" rtl="0">
              <a:lnSpc>
                <a:spcPct val="100000"/>
              </a:lnSpc>
              <a:spcBef>
                <a:spcPts val="0"/>
              </a:spcBef>
              <a:spcAft>
                <a:spcPts val="0"/>
              </a:spcAft>
              <a:buNone/>
              <a:defRPr sz="5400">
                <a:solidFill>
                  <a:schemeClr val="accent1"/>
                </a:solidFill>
              </a:defRPr>
            </a:lvl3pPr>
            <a:lvl4pPr lvl="3" rtl="0">
              <a:lnSpc>
                <a:spcPct val="100000"/>
              </a:lnSpc>
              <a:spcBef>
                <a:spcPts val="0"/>
              </a:spcBef>
              <a:spcAft>
                <a:spcPts val="0"/>
              </a:spcAft>
              <a:buNone/>
              <a:defRPr sz="5400">
                <a:solidFill>
                  <a:schemeClr val="accent1"/>
                </a:solidFill>
              </a:defRPr>
            </a:lvl4pPr>
            <a:lvl5pPr lvl="4" rtl="0">
              <a:lnSpc>
                <a:spcPct val="100000"/>
              </a:lnSpc>
              <a:spcBef>
                <a:spcPts val="0"/>
              </a:spcBef>
              <a:spcAft>
                <a:spcPts val="0"/>
              </a:spcAft>
              <a:buNone/>
              <a:defRPr sz="5400">
                <a:solidFill>
                  <a:schemeClr val="accent1"/>
                </a:solidFill>
              </a:defRPr>
            </a:lvl5pPr>
            <a:lvl6pPr lvl="5" rtl="0">
              <a:lnSpc>
                <a:spcPct val="100000"/>
              </a:lnSpc>
              <a:spcBef>
                <a:spcPts val="0"/>
              </a:spcBef>
              <a:spcAft>
                <a:spcPts val="0"/>
              </a:spcAft>
              <a:buNone/>
              <a:defRPr sz="5400">
                <a:solidFill>
                  <a:schemeClr val="accent1"/>
                </a:solidFill>
              </a:defRPr>
            </a:lvl6pPr>
            <a:lvl7pPr lvl="6" rtl="0">
              <a:lnSpc>
                <a:spcPct val="100000"/>
              </a:lnSpc>
              <a:spcBef>
                <a:spcPts val="0"/>
              </a:spcBef>
              <a:spcAft>
                <a:spcPts val="0"/>
              </a:spcAft>
              <a:buNone/>
              <a:defRPr sz="5400">
                <a:solidFill>
                  <a:schemeClr val="accent1"/>
                </a:solidFill>
              </a:defRPr>
            </a:lvl7pPr>
            <a:lvl8pPr lvl="7" rtl="0">
              <a:lnSpc>
                <a:spcPct val="100000"/>
              </a:lnSpc>
              <a:spcBef>
                <a:spcPts val="0"/>
              </a:spcBef>
              <a:spcAft>
                <a:spcPts val="0"/>
              </a:spcAft>
              <a:buNone/>
              <a:defRPr sz="5400">
                <a:solidFill>
                  <a:schemeClr val="accent1"/>
                </a:solidFill>
              </a:defRPr>
            </a:lvl8pPr>
            <a:lvl9pPr lvl="8" rtl="0">
              <a:lnSpc>
                <a:spcPct val="100000"/>
              </a:lnSpc>
              <a:spcBef>
                <a:spcPts val="0"/>
              </a:spcBef>
              <a:spcAft>
                <a:spcPts val="0"/>
              </a:spcAft>
              <a:buNone/>
              <a:defRPr sz="5400">
                <a:solidFill>
                  <a:schemeClr val="accent1"/>
                </a:solidFill>
              </a:defRPr>
            </a:lvl9pPr>
          </a:lstStyle>
          <a:p/>
        </p:txBody>
      </p:sp>
      <p:cxnSp>
        <p:nvCxnSpPr>
          <p:cNvPr id="111" name="Google Shape;111;p1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12" name="Google Shape;112;p11"/>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13" name="Google Shape;113;p11"/>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114" name="Google Shape;114;p11"/>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15" name="Google Shape;115;p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12"/>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118" name="Google Shape;118;p12"/>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19" name="Google Shape;119;p12"/>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120" name="Google Shape;120;p12"/>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21" name="Google Shape;121;p12"/>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22" name="Google Shape;122;p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23" name="Google Shape;123;p1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24" name="Shape 124"/>
        <p:cNvGrpSpPr/>
        <p:nvPr/>
      </p:nvGrpSpPr>
      <p:grpSpPr>
        <a:xfrm>
          <a:off x="0" y="0"/>
          <a:ext cx="0" cy="0"/>
          <a:chOff x="0" y="0"/>
          <a:chExt cx="0" cy="0"/>
        </a:xfrm>
      </p:grpSpPr>
      <p:sp>
        <p:nvSpPr>
          <p:cNvPr id="125" name="Google Shape;125;p13"/>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126" name="Google Shape;126;p13"/>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27" name="Google Shape;127;p13"/>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28" name="Google Shape;128;p13"/>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29" name="Google Shape;129;p1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30" name="Shape 130"/>
        <p:cNvGrpSpPr/>
        <p:nvPr/>
      </p:nvGrpSpPr>
      <p:grpSpPr>
        <a:xfrm>
          <a:off x="0" y="0"/>
          <a:ext cx="0" cy="0"/>
          <a:chOff x="0" y="0"/>
          <a:chExt cx="0" cy="0"/>
        </a:xfrm>
      </p:grpSpPr>
      <p:sp>
        <p:nvSpPr>
          <p:cNvPr id="131" name="Google Shape;131;p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32" name="Google Shape;132;p1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33" name="Google Shape;133;p1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34" name="Google Shape;134;p1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35" name="Google Shape;135;p1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36" name="Google Shape;136;p1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37" name="Google Shape;137;p1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38" name="Google Shape;138;p1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139" name="Shape 139"/>
        <p:cNvGrpSpPr/>
        <p:nvPr/>
      </p:nvGrpSpPr>
      <p:grpSpPr>
        <a:xfrm>
          <a:off x="0" y="0"/>
          <a:ext cx="0" cy="0"/>
          <a:chOff x="0" y="0"/>
          <a:chExt cx="0" cy="0"/>
        </a:xfrm>
      </p:grpSpPr>
      <p:sp>
        <p:nvSpPr>
          <p:cNvPr id="140" name="Google Shape;140;p1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41" name="Google Shape;141;p1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42" name="Google Shape;142;p1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3" name="Google Shape;143;p1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4" name="Google Shape;144;p1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5" name="Google Shape;145;p1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46" name="Google Shape;146;p1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47" name="Google Shape;147;p1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48" name="Google Shape;148;p15"/>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5"/>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txBox="1"/>
          <p:nvPr>
            <p:ph idx="4"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154" name="Google Shape;154;p15"/>
          <p:cNvSpPr txBox="1"/>
          <p:nvPr>
            <p:ph idx="5" type="subTitle"/>
          </p:nvPr>
        </p:nvSpPr>
        <p:spPr>
          <a:xfrm>
            <a:off x="0" y="2473650"/>
            <a:ext cx="43890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55" name="Google Shape;155;p15"/>
          <p:cNvSpPr txBox="1"/>
          <p:nvPr>
            <p:ph idx="6"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156" name="Shape 156"/>
        <p:cNvGrpSpPr/>
        <p:nvPr/>
      </p:nvGrpSpPr>
      <p:grpSpPr>
        <a:xfrm>
          <a:off x="0" y="0"/>
          <a:ext cx="0" cy="0"/>
          <a:chOff x="0" y="0"/>
          <a:chExt cx="0" cy="0"/>
        </a:xfrm>
      </p:grpSpPr>
      <p:sp>
        <p:nvSpPr>
          <p:cNvPr id="157" name="Google Shape;157;p1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8" name="Google Shape;158;p1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9" name="Google Shape;159;p1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0" name="Google Shape;160;p1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1" name="Google Shape;161;p1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2" name="Google Shape;162;p1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3" name="Google Shape;163;p1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4" name="Google Shape;164;p1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5" name="Google Shape;165;p16"/>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6"/>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6"/>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txBox="1"/>
          <p:nvPr>
            <p:ph idx="4"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70" name="Google Shape;170;p16"/>
          <p:cNvSpPr txBox="1"/>
          <p:nvPr>
            <p:ph idx="5" type="subTitle"/>
          </p:nvPr>
        </p:nvSpPr>
        <p:spPr>
          <a:xfrm>
            <a:off x="5863800" y="2473650"/>
            <a:ext cx="6328200" cy="2702400"/>
          </a:xfrm>
          <a:prstGeom prst="rect">
            <a:avLst/>
          </a:prstGeom>
        </p:spPr>
        <p:txBody>
          <a:bodyPr anchorCtr="0" anchor="ctr" bIns="0" lIns="1188700"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171" name="Shape 171"/>
        <p:cNvGrpSpPr/>
        <p:nvPr/>
      </p:nvGrpSpPr>
      <p:grpSpPr>
        <a:xfrm>
          <a:off x="0" y="0"/>
          <a:ext cx="0" cy="0"/>
          <a:chOff x="0" y="0"/>
          <a:chExt cx="0" cy="0"/>
        </a:xfrm>
      </p:grpSpPr>
      <p:sp>
        <p:nvSpPr>
          <p:cNvPr id="172" name="Google Shape;172;p1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73" name="Google Shape;173;p17"/>
          <p:cNvSpPr txBox="1"/>
          <p:nvPr>
            <p:ph type="title"/>
          </p:nvPr>
        </p:nvSpPr>
        <p:spPr>
          <a:xfrm>
            <a:off x="884963"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74" name="Google Shape;174;p1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75" name="Google Shape;175;p1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76" name="Google Shape;176;p1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77" name="Google Shape;177;p1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78" name="Google Shape;178;p17"/>
          <p:cNvSpPr txBox="1"/>
          <p:nvPr>
            <p:ph idx="2" type="subTitle"/>
          </p:nvPr>
        </p:nvSpPr>
        <p:spPr>
          <a:xfrm>
            <a:off x="885038"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79" name="Google Shape;179;p1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180" name="Google Shape;180;p17"/>
          <p:cNvPicPr preferRelativeResize="0"/>
          <p:nvPr/>
        </p:nvPicPr>
        <p:blipFill rotWithShape="1">
          <a:blip r:embed="rId3">
            <a:alphaModFix/>
          </a:blip>
          <a:srcRect b="0" l="0" r="0" t="0"/>
          <a:stretch/>
        </p:blipFill>
        <p:spPr>
          <a:xfrm>
            <a:off x="1420039" y="2175762"/>
            <a:ext cx="9351922" cy="3488587"/>
          </a:xfrm>
          <a:prstGeom prst="rect">
            <a:avLst/>
          </a:prstGeom>
          <a:noFill/>
          <a:ln>
            <a:noFill/>
          </a:ln>
        </p:spPr>
      </p:pic>
      <p:sp>
        <p:nvSpPr>
          <p:cNvPr id="181" name="Google Shape;181;p17"/>
          <p:cNvSpPr txBox="1"/>
          <p:nvPr>
            <p:ph idx="4" type="subTitle"/>
          </p:nvPr>
        </p:nvSpPr>
        <p:spPr>
          <a:xfrm>
            <a:off x="1977450" y="2894055"/>
            <a:ext cx="2343600" cy="20520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182" name="Google Shape;182;p17"/>
          <p:cNvSpPr txBox="1"/>
          <p:nvPr>
            <p:ph idx="5" type="subTitle"/>
          </p:nvPr>
        </p:nvSpPr>
        <p:spPr>
          <a:xfrm>
            <a:off x="492420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183" name="Google Shape;183;p17"/>
          <p:cNvSpPr txBox="1"/>
          <p:nvPr>
            <p:ph idx="6" type="subTitle"/>
          </p:nvPr>
        </p:nvSpPr>
        <p:spPr>
          <a:xfrm>
            <a:off x="787095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184" name="Shape 184"/>
        <p:cNvGrpSpPr/>
        <p:nvPr/>
      </p:nvGrpSpPr>
      <p:grpSpPr>
        <a:xfrm>
          <a:off x="0" y="0"/>
          <a:ext cx="0" cy="0"/>
          <a:chOff x="0" y="0"/>
          <a:chExt cx="0" cy="0"/>
        </a:xfrm>
      </p:grpSpPr>
      <p:sp>
        <p:nvSpPr>
          <p:cNvPr id="185" name="Google Shape;185;p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86" name="Google Shape;186;p1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87" name="Google Shape;187;p1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88" name="Google Shape;188;p1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89" name="Google Shape;189;p1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0" name="Google Shape;190;p1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191" name="Shape 191"/>
        <p:cNvGrpSpPr/>
        <p:nvPr/>
      </p:nvGrpSpPr>
      <p:grpSpPr>
        <a:xfrm>
          <a:off x="0" y="0"/>
          <a:ext cx="0" cy="0"/>
          <a:chOff x="0" y="0"/>
          <a:chExt cx="0" cy="0"/>
        </a:xfrm>
      </p:grpSpPr>
      <p:sp>
        <p:nvSpPr>
          <p:cNvPr id="192" name="Google Shape;192;p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93" name="Google Shape;193;p1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94" name="Google Shape;194;p1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5" name="Google Shape;195;p1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6" name="Google Shape;196;p1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7" name="Google Shape;197;p1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8" name="Google Shape;198;p1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99" name="Google Shape;199;p1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00" name="Google Shape;200;p19"/>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a:lnSpc>
                <a:spcPct val="140000"/>
              </a:lnSpc>
              <a:spcBef>
                <a:spcPts val="1000"/>
              </a:spcBef>
              <a:spcAft>
                <a:spcPts val="0"/>
              </a:spcAft>
              <a:buSzPts val="1400"/>
              <a:buChar char="▸"/>
              <a:defRPr sz="1400"/>
            </a:lvl1pPr>
            <a:lvl2pPr indent="-304800" lvl="1" marL="914400">
              <a:lnSpc>
                <a:spcPct val="140000"/>
              </a:lnSpc>
              <a:spcBef>
                <a:spcPts val="1000"/>
              </a:spcBef>
              <a:spcAft>
                <a:spcPts val="0"/>
              </a:spcAft>
              <a:buSzPts val="1200"/>
              <a:buChar char="･"/>
              <a:defRPr sz="1200"/>
            </a:lvl2pPr>
            <a:lvl3pPr indent="-304800" lvl="2" marL="1371600">
              <a:lnSpc>
                <a:spcPct val="140000"/>
              </a:lnSpc>
              <a:spcBef>
                <a:spcPts val="1000"/>
              </a:spcBef>
              <a:spcAft>
                <a:spcPts val="0"/>
              </a:spcAft>
              <a:buSzPts val="1200"/>
              <a:buChar char="･"/>
              <a:defRPr sz="1200"/>
            </a:lvl3pPr>
            <a:lvl4pPr indent="-304800" lvl="3" marL="1828800">
              <a:lnSpc>
                <a:spcPct val="140000"/>
              </a:lnSpc>
              <a:spcBef>
                <a:spcPts val="1000"/>
              </a:spcBef>
              <a:spcAft>
                <a:spcPts val="0"/>
              </a:spcAft>
              <a:buSzPts val="1200"/>
              <a:buChar char="･"/>
              <a:defRPr sz="1200"/>
            </a:lvl4pPr>
            <a:lvl5pPr indent="-304800" lvl="4" marL="2286000">
              <a:lnSpc>
                <a:spcPct val="140000"/>
              </a:lnSpc>
              <a:spcBef>
                <a:spcPts val="1000"/>
              </a:spcBef>
              <a:spcAft>
                <a:spcPts val="0"/>
              </a:spcAft>
              <a:buSzPts val="1200"/>
              <a:buChar char="･"/>
              <a:defRPr sz="1200"/>
            </a:lvl5pPr>
            <a:lvl6pPr indent="-304800" lvl="5" marL="2743200">
              <a:lnSpc>
                <a:spcPct val="140000"/>
              </a:lnSpc>
              <a:spcBef>
                <a:spcPts val="1000"/>
              </a:spcBef>
              <a:spcAft>
                <a:spcPts val="0"/>
              </a:spcAft>
              <a:buSzPts val="1200"/>
              <a:buChar char="･"/>
              <a:defRPr sz="1200"/>
            </a:lvl6pPr>
            <a:lvl7pPr indent="-304800" lvl="6" marL="3200400">
              <a:lnSpc>
                <a:spcPct val="140000"/>
              </a:lnSpc>
              <a:spcBef>
                <a:spcPts val="1000"/>
              </a:spcBef>
              <a:spcAft>
                <a:spcPts val="0"/>
              </a:spcAft>
              <a:buSzPts val="1200"/>
              <a:buChar char="･"/>
              <a:defRPr sz="1200"/>
            </a:lvl7pPr>
            <a:lvl8pPr indent="-304800" lvl="7" marL="3657600">
              <a:lnSpc>
                <a:spcPct val="140000"/>
              </a:lnSpc>
              <a:spcBef>
                <a:spcPts val="1000"/>
              </a:spcBef>
              <a:spcAft>
                <a:spcPts val="0"/>
              </a:spcAft>
              <a:buSzPts val="1200"/>
              <a:buChar char="･"/>
              <a:defRPr sz="1200"/>
            </a:lvl8pPr>
            <a:lvl9pPr indent="-304800" lvl="8" marL="411480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01" name="Shape 201"/>
        <p:cNvGrpSpPr/>
        <p:nvPr/>
      </p:nvGrpSpPr>
      <p:grpSpPr>
        <a:xfrm>
          <a:off x="0" y="0"/>
          <a:ext cx="0" cy="0"/>
          <a:chOff x="0" y="0"/>
          <a:chExt cx="0" cy="0"/>
        </a:xfrm>
      </p:grpSpPr>
      <p:sp>
        <p:nvSpPr>
          <p:cNvPr id="202" name="Google Shape;202;p2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03" name="Google Shape;203;p2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04" name="Google Shape;204;p2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5" name="Google Shape;205;p2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6" name="Google Shape;206;p2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7" name="Google Shape;207;p2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8" name="Google Shape;208;p2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09" name="Google Shape;209;p20"/>
          <p:cNvSpPr txBox="1"/>
          <p:nvPr>
            <p:ph idx="3" type="body"/>
          </p:nvPr>
        </p:nvSpPr>
        <p:spPr>
          <a:xfrm>
            <a:off x="2438400" y="1828800"/>
            <a:ext cx="7315200" cy="41148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10" name="Shape 210"/>
        <p:cNvGrpSpPr/>
        <p:nvPr/>
      </p:nvGrpSpPr>
      <p:grpSpPr>
        <a:xfrm>
          <a:off x="0" y="0"/>
          <a:ext cx="0" cy="0"/>
          <a:chOff x="0" y="0"/>
          <a:chExt cx="0" cy="0"/>
        </a:xfrm>
      </p:grpSpPr>
      <p:sp>
        <p:nvSpPr>
          <p:cNvPr id="211" name="Google Shape;211;p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12" name="Google Shape;212;p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13" name="Google Shape;213;p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14" name="Google Shape;214;p2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15" name="Google Shape;215;p2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6" name="Google Shape;216;p2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17" name="Google Shape;217;p21"/>
          <p:cNvSpPr txBox="1"/>
          <p:nvPr>
            <p:ph idx="3" type="body"/>
          </p:nvPr>
        </p:nvSpPr>
        <p:spPr>
          <a:xfrm>
            <a:off x="2438400" y="886600"/>
            <a:ext cx="7315200" cy="4800600"/>
          </a:xfrm>
          <a:prstGeom prst="rect">
            <a:avLst/>
          </a:prstGeom>
        </p:spPr>
        <p:txBody>
          <a:bodyPr anchorCtr="0" anchor="ctr"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18" name="Shape 218"/>
        <p:cNvGrpSpPr/>
        <p:nvPr/>
      </p:nvGrpSpPr>
      <p:grpSpPr>
        <a:xfrm>
          <a:off x="0" y="0"/>
          <a:ext cx="0" cy="0"/>
          <a:chOff x="0" y="0"/>
          <a:chExt cx="0" cy="0"/>
        </a:xfrm>
      </p:grpSpPr>
      <p:sp>
        <p:nvSpPr>
          <p:cNvPr id="219" name="Google Shape;219;p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20" name="Google Shape;220;p2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21" name="Google Shape;221;p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22" name="Google Shape;222;p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23" name="Google Shape;223;p2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4" name="Google Shape;224;p2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25" name="Google Shape;225;p2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26" name="Google Shape;226;p2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27" name="Google Shape;227;p22"/>
          <p:cNvSpPr txBox="1"/>
          <p:nvPr>
            <p:ph idx="4" type="body"/>
          </p:nvPr>
        </p:nvSpPr>
        <p:spPr>
          <a:xfrm>
            <a:off x="885125" y="2291177"/>
            <a:ext cx="4937700" cy="37272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
        <p:nvSpPr>
          <p:cNvPr id="228" name="Google Shape;228;p22"/>
          <p:cNvSpPr txBox="1"/>
          <p:nvPr>
            <p:ph idx="5" type="body"/>
          </p:nvPr>
        </p:nvSpPr>
        <p:spPr>
          <a:xfrm>
            <a:off x="6369425" y="2291175"/>
            <a:ext cx="4937700" cy="37272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229" name="Shape 229"/>
        <p:cNvGrpSpPr/>
        <p:nvPr/>
      </p:nvGrpSpPr>
      <p:grpSpPr>
        <a:xfrm>
          <a:off x="0" y="0"/>
          <a:ext cx="0" cy="0"/>
          <a:chOff x="0" y="0"/>
          <a:chExt cx="0" cy="0"/>
        </a:xfrm>
      </p:grpSpPr>
      <p:sp>
        <p:nvSpPr>
          <p:cNvPr id="230" name="Google Shape;230;p2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31" name="Google Shape;231;p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2" name="Google Shape;232;p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33" name="Google Shape;233;p2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4" name="Google Shape;234;p2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35" name="Google Shape;235;p2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36" name="Google Shape;236;p23"/>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237" name="Google Shape;237;p23"/>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
        <p:nvSpPr>
          <p:cNvPr id="238" name="Google Shape;238;p23"/>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a:latin typeface="Red Hat Text Medium"/>
                <a:ea typeface="Red Hat Text Medium"/>
                <a:cs typeface="Red Hat Text Medium"/>
                <a:sym typeface="Red Hat Text Medium"/>
              </a:defRPr>
            </a:lvl1pPr>
            <a:lvl2pPr lvl="1" rtl="0">
              <a:lnSpc>
                <a:spcPct val="100000"/>
              </a:lnSpc>
              <a:spcBef>
                <a:spcPts val="0"/>
              </a:spcBef>
              <a:spcAft>
                <a:spcPts val="0"/>
              </a:spcAft>
              <a:buNone/>
              <a:defRPr>
                <a:latin typeface="Red Hat Text Medium"/>
                <a:ea typeface="Red Hat Text Medium"/>
                <a:cs typeface="Red Hat Text Medium"/>
                <a:sym typeface="Red Hat Text Medium"/>
              </a:defRPr>
            </a:lvl2pPr>
            <a:lvl3pPr lvl="2" rtl="0">
              <a:lnSpc>
                <a:spcPct val="100000"/>
              </a:lnSpc>
              <a:spcBef>
                <a:spcPts val="0"/>
              </a:spcBef>
              <a:spcAft>
                <a:spcPts val="0"/>
              </a:spcAft>
              <a:buNone/>
              <a:defRPr>
                <a:latin typeface="Red Hat Text Medium"/>
                <a:ea typeface="Red Hat Text Medium"/>
                <a:cs typeface="Red Hat Text Medium"/>
                <a:sym typeface="Red Hat Text Medium"/>
              </a:defRPr>
            </a:lvl3pPr>
            <a:lvl4pPr lvl="3" rtl="0">
              <a:lnSpc>
                <a:spcPct val="100000"/>
              </a:lnSpc>
              <a:spcBef>
                <a:spcPts val="0"/>
              </a:spcBef>
              <a:spcAft>
                <a:spcPts val="0"/>
              </a:spcAft>
              <a:buNone/>
              <a:defRPr>
                <a:latin typeface="Red Hat Text Medium"/>
                <a:ea typeface="Red Hat Text Medium"/>
                <a:cs typeface="Red Hat Text Medium"/>
                <a:sym typeface="Red Hat Text Medium"/>
              </a:defRPr>
            </a:lvl4pPr>
            <a:lvl5pPr lvl="4" rtl="0">
              <a:lnSpc>
                <a:spcPct val="100000"/>
              </a:lnSpc>
              <a:spcBef>
                <a:spcPts val="0"/>
              </a:spcBef>
              <a:spcAft>
                <a:spcPts val="0"/>
              </a:spcAft>
              <a:buNone/>
              <a:defRPr>
                <a:latin typeface="Red Hat Text Medium"/>
                <a:ea typeface="Red Hat Text Medium"/>
                <a:cs typeface="Red Hat Text Medium"/>
                <a:sym typeface="Red Hat Text Medium"/>
              </a:defRPr>
            </a:lvl5pPr>
            <a:lvl6pPr lvl="5" rtl="0">
              <a:lnSpc>
                <a:spcPct val="100000"/>
              </a:lnSpc>
              <a:spcBef>
                <a:spcPts val="0"/>
              </a:spcBef>
              <a:spcAft>
                <a:spcPts val="0"/>
              </a:spcAft>
              <a:buNone/>
              <a:defRPr>
                <a:latin typeface="Red Hat Text Medium"/>
                <a:ea typeface="Red Hat Text Medium"/>
                <a:cs typeface="Red Hat Text Medium"/>
                <a:sym typeface="Red Hat Text Medium"/>
              </a:defRPr>
            </a:lvl6pPr>
            <a:lvl7pPr lvl="6" rtl="0">
              <a:lnSpc>
                <a:spcPct val="100000"/>
              </a:lnSpc>
              <a:spcBef>
                <a:spcPts val="0"/>
              </a:spcBef>
              <a:spcAft>
                <a:spcPts val="0"/>
              </a:spcAft>
              <a:buNone/>
              <a:defRPr>
                <a:latin typeface="Red Hat Text Medium"/>
                <a:ea typeface="Red Hat Text Medium"/>
                <a:cs typeface="Red Hat Text Medium"/>
                <a:sym typeface="Red Hat Text Medium"/>
              </a:defRPr>
            </a:lvl7pPr>
            <a:lvl8pPr lvl="7" rtl="0">
              <a:lnSpc>
                <a:spcPct val="100000"/>
              </a:lnSpc>
              <a:spcBef>
                <a:spcPts val="0"/>
              </a:spcBef>
              <a:spcAft>
                <a:spcPts val="0"/>
              </a:spcAft>
              <a:buNone/>
              <a:defRPr>
                <a:latin typeface="Red Hat Text Medium"/>
                <a:ea typeface="Red Hat Text Medium"/>
                <a:cs typeface="Red Hat Text Medium"/>
                <a:sym typeface="Red Hat Text Medium"/>
              </a:defRPr>
            </a:lvl8pPr>
            <a:lvl9pPr lvl="8" rtl="0">
              <a:lnSpc>
                <a:spcPct val="100000"/>
              </a:lnSpc>
              <a:spcBef>
                <a:spcPts val="0"/>
              </a:spcBef>
              <a:spcAft>
                <a:spcPts val="0"/>
              </a:spcAft>
              <a:buNone/>
              <a:defRPr>
                <a:latin typeface="Red Hat Text Medium"/>
                <a:ea typeface="Red Hat Text Medium"/>
                <a:cs typeface="Red Hat Text Medium"/>
                <a:sym typeface="Red Hat Text Medium"/>
              </a:defRPr>
            </a:lvl9pPr>
          </a:lstStyle>
          <a:p/>
        </p:txBody>
      </p:sp>
      <p:sp>
        <p:nvSpPr>
          <p:cNvPr id="239" name="Google Shape;239;p23"/>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240" name="Shape 240"/>
        <p:cNvGrpSpPr/>
        <p:nvPr/>
      </p:nvGrpSpPr>
      <p:grpSpPr>
        <a:xfrm>
          <a:off x="0" y="0"/>
          <a:ext cx="0" cy="0"/>
          <a:chOff x="0" y="0"/>
          <a:chExt cx="0" cy="0"/>
        </a:xfrm>
      </p:grpSpPr>
      <p:sp>
        <p:nvSpPr>
          <p:cNvPr id="241" name="Google Shape;241;p2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42" name="Google Shape;242;p2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43" name="Google Shape;243;p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4" name="Google Shape;244;p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45" name="Google Shape;245;p2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6" name="Google Shape;246;p2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7" name="Google Shape;247;p2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48" name="Google Shape;248;p2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9" name="Google Shape;249;p24"/>
          <p:cNvSpPr txBox="1"/>
          <p:nvPr>
            <p:ph idx="4"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250" name="Google Shape;250;p24"/>
          <p:cNvSpPr txBox="1"/>
          <p:nvPr>
            <p:ph idx="5"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51" name="Google Shape;251;p24"/>
          <p:cNvSpPr txBox="1"/>
          <p:nvPr>
            <p:ph idx="6"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252" name="Google Shape;252;p24"/>
          <p:cNvSpPr txBox="1"/>
          <p:nvPr>
            <p:ph idx="7"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253" name="Google Shape;253;p24"/>
          <p:cNvSpPr txBox="1"/>
          <p:nvPr>
            <p:ph idx="8"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gn="r">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gn="r">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gn="r">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gn="r">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gn="r">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gn="r">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gn="r">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gn="r">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254" name="Google Shape;254;p24"/>
          <p:cNvSpPr txBox="1"/>
          <p:nvPr>
            <p:ph idx="9"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255" name="Shape 255"/>
        <p:cNvGrpSpPr/>
        <p:nvPr/>
      </p:nvGrpSpPr>
      <p:grpSpPr>
        <a:xfrm>
          <a:off x="0" y="0"/>
          <a:ext cx="0" cy="0"/>
          <a:chOff x="0" y="0"/>
          <a:chExt cx="0" cy="0"/>
        </a:xfrm>
      </p:grpSpPr>
      <p:sp>
        <p:nvSpPr>
          <p:cNvPr id="256" name="Google Shape;256;p25"/>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57" name="Google Shape;257;p25"/>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58" name="Google Shape;258;p25"/>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59" name="Google Shape;259;p25"/>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60" name="Google Shape;260;p2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61" name="Google Shape;261;p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62" name="Google Shape;262;p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2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64" name="Google Shape;264;p2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65" name="Google Shape;265;p25"/>
          <p:cNvSpPr txBox="1"/>
          <p:nvPr>
            <p:ph idx="5"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66" name="Google Shape;266;p25"/>
          <p:cNvSpPr txBox="1"/>
          <p:nvPr>
            <p:ph idx="6"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67" name="Google Shape;267;p25"/>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268" name="Google Shape;268;p25"/>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269" name="Google Shape;269;p25"/>
          <p:cNvSpPr txBox="1"/>
          <p:nvPr>
            <p:ph idx="7"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70" name="Google Shape;270;p25"/>
          <p:cNvSpPr txBox="1"/>
          <p:nvPr>
            <p:ph idx="8"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71" name="Google Shape;271;p25"/>
          <p:cNvSpPr txBox="1"/>
          <p:nvPr>
            <p:ph idx="9"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72" name="Google Shape;272;p25"/>
          <p:cNvSpPr txBox="1"/>
          <p:nvPr>
            <p:ph idx="13"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73" name="Google Shape;273;p25"/>
          <p:cNvSpPr txBox="1"/>
          <p:nvPr>
            <p:ph idx="14"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74" name="Google Shape;274;p25"/>
          <p:cNvSpPr txBox="1"/>
          <p:nvPr>
            <p:ph idx="15"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275" name="Shape 275"/>
        <p:cNvGrpSpPr/>
        <p:nvPr/>
      </p:nvGrpSpPr>
      <p:grpSpPr>
        <a:xfrm>
          <a:off x="0" y="0"/>
          <a:ext cx="0" cy="0"/>
          <a:chOff x="0" y="0"/>
          <a:chExt cx="0" cy="0"/>
        </a:xfrm>
      </p:grpSpPr>
      <p:sp>
        <p:nvSpPr>
          <p:cNvPr id="276" name="Google Shape;276;p26"/>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277" name="Google Shape;277;p26"/>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278" name="Google Shape;278;p2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79" name="Google Shape;279;p2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80" name="Google Shape;280;p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1" name="Google Shape;281;p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82" name="Google Shape;282;p2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3" name="Google Shape;283;p2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4" name="Google Shape;284;p26"/>
          <p:cNvSpPr txBox="1"/>
          <p:nvPr>
            <p:ph idx="4"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85" name="Google Shape;285;p26"/>
          <p:cNvSpPr txBox="1"/>
          <p:nvPr>
            <p:ph idx="5"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86" name="Google Shape;286;p26"/>
          <p:cNvSpPr txBox="1"/>
          <p:nvPr>
            <p:ph idx="6"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287" name="Google Shape;287;p26"/>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288" name="Google Shape;288;p26"/>
          <p:cNvSpPr txBox="1"/>
          <p:nvPr>
            <p:ph idx="7"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89" name="Google Shape;289;p26"/>
          <p:cNvSpPr txBox="1"/>
          <p:nvPr>
            <p:ph idx="8"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290" name="Google Shape;290;p26"/>
          <p:cNvSpPr txBox="1"/>
          <p:nvPr>
            <p:ph idx="9"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91" name="Google Shape;291;p26"/>
          <p:cNvSpPr txBox="1"/>
          <p:nvPr>
            <p:ph idx="13"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292" name="Shape 292"/>
        <p:cNvGrpSpPr/>
        <p:nvPr/>
      </p:nvGrpSpPr>
      <p:grpSpPr>
        <a:xfrm>
          <a:off x="0" y="0"/>
          <a:ext cx="0" cy="0"/>
          <a:chOff x="0" y="0"/>
          <a:chExt cx="0" cy="0"/>
        </a:xfrm>
      </p:grpSpPr>
      <p:sp>
        <p:nvSpPr>
          <p:cNvPr id="293" name="Google Shape;293;p2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94" name="Google Shape;294;p2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95" name="Google Shape;295;p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6" name="Google Shape;296;p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97" name="Google Shape;297;p2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8" name="Google Shape;298;p2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9" name="Google Shape;299;p2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00" name="Google Shape;300;p2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01" name="Google Shape;301;p27"/>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302" name="Google Shape;302;p27"/>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03" name="Google Shape;303;p27"/>
          <p:cNvSpPr txBox="1"/>
          <p:nvPr>
            <p:ph idx="5"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04" name="Google Shape;304;p27"/>
          <p:cNvSpPr txBox="1"/>
          <p:nvPr>
            <p:ph idx="6"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05" name="Google Shape;305;p27"/>
          <p:cNvSpPr txBox="1"/>
          <p:nvPr>
            <p:ph idx="7"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06" name="Google Shape;306;p27"/>
          <p:cNvSpPr txBox="1"/>
          <p:nvPr>
            <p:ph idx="8"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07" name="Shape 307"/>
        <p:cNvGrpSpPr/>
        <p:nvPr/>
      </p:nvGrpSpPr>
      <p:grpSpPr>
        <a:xfrm>
          <a:off x="0" y="0"/>
          <a:ext cx="0" cy="0"/>
          <a:chOff x="0" y="0"/>
          <a:chExt cx="0" cy="0"/>
        </a:xfrm>
      </p:grpSpPr>
      <p:sp>
        <p:nvSpPr>
          <p:cNvPr id="308" name="Google Shape;308;p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09" name="Google Shape;309;p2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10" name="Google Shape;310;p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11" name="Google Shape;311;p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12" name="Google Shape;312;p2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3" name="Google Shape;313;p2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14" name="Google Shape;314;p2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15" name="Google Shape;315;p2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16" name="Google Shape;316;p28"/>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17" name="Google Shape;317;p28"/>
          <p:cNvSpPr txBox="1"/>
          <p:nvPr>
            <p:ph idx="5" type="subTitle"/>
          </p:nvPr>
        </p:nvSpPr>
        <p:spPr>
          <a:xfrm>
            <a:off x="9078238"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18" name="Google Shape;318;p28"/>
          <p:cNvSpPr txBox="1"/>
          <p:nvPr>
            <p:ph idx="6" type="subTitle"/>
          </p:nvPr>
        </p:nvSpPr>
        <p:spPr>
          <a:xfrm>
            <a:off x="10284513"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19" name="Google Shape;319;p28"/>
          <p:cNvSpPr txBox="1"/>
          <p:nvPr>
            <p:ph idx="7" type="subTitle"/>
          </p:nvPr>
        </p:nvSpPr>
        <p:spPr>
          <a:xfrm>
            <a:off x="9078238"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20" name="Google Shape;320;p28"/>
          <p:cNvSpPr txBox="1"/>
          <p:nvPr>
            <p:ph idx="8" type="subTitle"/>
          </p:nvPr>
        </p:nvSpPr>
        <p:spPr>
          <a:xfrm>
            <a:off x="10284513"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21" name="Google Shape;321;p28"/>
          <p:cNvSpPr txBox="1"/>
          <p:nvPr>
            <p:ph idx="9" type="subTitle"/>
          </p:nvPr>
        </p:nvSpPr>
        <p:spPr>
          <a:xfrm>
            <a:off x="9078238"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22" name="Google Shape;322;p28"/>
          <p:cNvSpPr txBox="1"/>
          <p:nvPr>
            <p:ph idx="13" type="subTitle"/>
          </p:nvPr>
        </p:nvSpPr>
        <p:spPr>
          <a:xfrm>
            <a:off x="10284513"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323" name="Shape 323"/>
        <p:cNvGrpSpPr/>
        <p:nvPr/>
      </p:nvGrpSpPr>
      <p:grpSpPr>
        <a:xfrm>
          <a:off x="0" y="0"/>
          <a:ext cx="0" cy="0"/>
          <a:chOff x="0" y="0"/>
          <a:chExt cx="0" cy="0"/>
        </a:xfrm>
      </p:grpSpPr>
      <p:sp>
        <p:nvSpPr>
          <p:cNvPr id="324" name="Google Shape;324;p2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25" name="Google Shape;325;p2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26" name="Google Shape;326;p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7" name="Google Shape;327;p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28" name="Google Shape;328;p2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9" name="Google Shape;329;p2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0" name="Google Shape;330;p2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31" name="Google Shape;331;p2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32" name="Google Shape;332;p29"/>
          <p:cNvSpPr txBox="1"/>
          <p:nvPr>
            <p:ph idx="4"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333" name="Google Shape;333;p29"/>
          <p:cNvSpPr txBox="1"/>
          <p:nvPr>
            <p:ph idx="5"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600">
                <a:solidFill>
                  <a:schemeClr val="accent1"/>
                </a:solidFill>
                <a:latin typeface="Red Hat Display"/>
                <a:ea typeface="Red Hat Display"/>
                <a:cs typeface="Red Hat Display"/>
                <a:sym typeface="Red Hat Display"/>
              </a:defRPr>
            </a:lvl1pPr>
            <a:lvl2pPr lvl="1" rtl="0">
              <a:lnSpc>
                <a:spcPct val="100000"/>
              </a:lnSpc>
              <a:spcBef>
                <a:spcPts val="0"/>
              </a:spcBef>
              <a:spcAft>
                <a:spcPts val="0"/>
              </a:spcAft>
              <a:buNone/>
              <a:defRPr sz="2600">
                <a:solidFill>
                  <a:schemeClr val="accent1"/>
                </a:solidFill>
              </a:defRPr>
            </a:lvl2pPr>
            <a:lvl3pPr lvl="2" rtl="0">
              <a:lnSpc>
                <a:spcPct val="100000"/>
              </a:lnSpc>
              <a:spcBef>
                <a:spcPts val="0"/>
              </a:spcBef>
              <a:spcAft>
                <a:spcPts val="0"/>
              </a:spcAft>
              <a:buNone/>
              <a:defRPr sz="2600">
                <a:solidFill>
                  <a:schemeClr val="accent1"/>
                </a:solidFill>
              </a:defRPr>
            </a:lvl3pPr>
            <a:lvl4pPr lvl="3" rtl="0">
              <a:lnSpc>
                <a:spcPct val="100000"/>
              </a:lnSpc>
              <a:spcBef>
                <a:spcPts val="0"/>
              </a:spcBef>
              <a:spcAft>
                <a:spcPts val="0"/>
              </a:spcAft>
              <a:buNone/>
              <a:defRPr sz="2600">
                <a:solidFill>
                  <a:schemeClr val="accent1"/>
                </a:solidFill>
              </a:defRPr>
            </a:lvl4pPr>
            <a:lvl5pPr lvl="4" rtl="0">
              <a:lnSpc>
                <a:spcPct val="100000"/>
              </a:lnSpc>
              <a:spcBef>
                <a:spcPts val="0"/>
              </a:spcBef>
              <a:spcAft>
                <a:spcPts val="0"/>
              </a:spcAft>
              <a:buNone/>
              <a:defRPr sz="2600">
                <a:solidFill>
                  <a:schemeClr val="accent1"/>
                </a:solidFill>
              </a:defRPr>
            </a:lvl5pPr>
            <a:lvl6pPr lvl="5" rtl="0">
              <a:lnSpc>
                <a:spcPct val="100000"/>
              </a:lnSpc>
              <a:spcBef>
                <a:spcPts val="0"/>
              </a:spcBef>
              <a:spcAft>
                <a:spcPts val="0"/>
              </a:spcAft>
              <a:buNone/>
              <a:defRPr sz="2600">
                <a:solidFill>
                  <a:schemeClr val="accent1"/>
                </a:solidFill>
              </a:defRPr>
            </a:lvl6pPr>
            <a:lvl7pPr lvl="6" rtl="0">
              <a:lnSpc>
                <a:spcPct val="100000"/>
              </a:lnSpc>
              <a:spcBef>
                <a:spcPts val="0"/>
              </a:spcBef>
              <a:spcAft>
                <a:spcPts val="0"/>
              </a:spcAft>
              <a:buNone/>
              <a:defRPr sz="2600">
                <a:solidFill>
                  <a:schemeClr val="accent1"/>
                </a:solidFill>
              </a:defRPr>
            </a:lvl7pPr>
            <a:lvl8pPr lvl="7" rtl="0">
              <a:lnSpc>
                <a:spcPct val="100000"/>
              </a:lnSpc>
              <a:spcBef>
                <a:spcPts val="0"/>
              </a:spcBef>
              <a:spcAft>
                <a:spcPts val="0"/>
              </a:spcAft>
              <a:buNone/>
              <a:defRPr sz="2600">
                <a:solidFill>
                  <a:schemeClr val="accent1"/>
                </a:solidFill>
              </a:defRPr>
            </a:lvl8pPr>
            <a:lvl9pPr lvl="8" rtl="0">
              <a:lnSpc>
                <a:spcPct val="100000"/>
              </a:lnSpc>
              <a:spcBef>
                <a:spcPts val="0"/>
              </a:spcBef>
              <a:spcAft>
                <a:spcPts val="0"/>
              </a:spcAft>
              <a:buNone/>
              <a:defRPr sz="2600">
                <a:solidFill>
                  <a:schemeClr val="accent1"/>
                </a:solidFill>
              </a:defRPr>
            </a:lvl9pPr>
          </a:lstStyle>
          <a:p/>
        </p:txBody>
      </p:sp>
      <p:sp>
        <p:nvSpPr>
          <p:cNvPr id="334" name="Google Shape;334;p29"/>
          <p:cNvSpPr txBox="1"/>
          <p:nvPr>
            <p:ph idx="6"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335" name="Google Shape;335;p29"/>
          <p:cNvSpPr txBox="1"/>
          <p:nvPr>
            <p:ph idx="7"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600">
                <a:solidFill>
                  <a:schemeClr val="accent2"/>
                </a:solidFill>
                <a:latin typeface="Red Hat Display"/>
                <a:ea typeface="Red Hat Display"/>
                <a:cs typeface="Red Hat Display"/>
                <a:sym typeface="Red Hat Display"/>
              </a:defRPr>
            </a:lvl1pPr>
            <a:lvl2pPr lvl="1" rtl="0">
              <a:lnSpc>
                <a:spcPct val="100000"/>
              </a:lnSpc>
              <a:spcBef>
                <a:spcPts val="0"/>
              </a:spcBef>
              <a:spcAft>
                <a:spcPts val="0"/>
              </a:spcAft>
              <a:buNone/>
              <a:defRPr sz="2600">
                <a:solidFill>
                  <a:schemeClr val="accent2"/>
                </a:solidFill>
              </a:defRPr>
            </a:lvl2pPr>
            <a:lvl3pPr lvl="2" rtl="0">
              <a:lnSpc>
                <a:spcPct val="100000"/>
              </a:lnSpc>
              <a:spcBef>
                <a:spcPts val="0"/>
              </a:spcBef>
              <a:spcAft>
                <a:spcPts val="0"/>
              </a:spcAft>
              <a:buNone/>
              <a:defRPr sz="2600">
                <a:solidFill>
                  <a:schemeClr val="accent2"/>
                </a:solidFill>
              </a:defRPr>
            </a:lvl3pPr>
            <a:lvl4pPr lvl="3" rtl="0">
              <a:lnSpc>
                <a:spcPct val="100000"/>
              </a:lnSpc>
              <a:spcBef>
                <a:spcPts val="0"/>
              </a:spcBef>
              <a:spcAft>
                <a:spcPts val="0"/>
              </a:spcAft>
              <a:buNone/>
              <a:defRPr sz="2600">
                <a:solidFill>
                  <a:schemeClr val="accent2"/>
                </a:solidFill>
              </a:defRPr>
            </a:lvl4pPr>
            <a:lvl5pPr lvl="4" rtl="0">
              <a:lnSpc>
                <a:spcPct val="100000"/>
              </a:lnSpc>
              <a:spcBef>
                <a:spcPts val="0"/>
              </a:spcBef>
              <a:spcAft>
                <a:spcPts val="0"/>
              </a:spcAft>
              <a:buNone/>
              <a:defRPr sz="2600">
                <a:solidFill>
                  <a:schemeClr val="accent2"/>
                </a:solidFill>
              </a:defRPr>
            </a:lvl5pPr>
            <a:lvl6pPr lvl="5" rtl="0">
              <a:lnSpc>
                <a:spcPct val="100000"/>
              </a:lnSpc>
              <a:spcBef>
                <a:spcPts val="0"/>
              </a:spcBef>
              <a:spcAft>
                <a:spcPts val="0"/>
              </a:spcAft>
              <a:buNone/>
              <a:defRPr sz="2600">
                <a:solidFill>
                  <a:schemeClr val="accent2"/>
                </a:solidFill>
              </a:defRPr>
            </a:lvl6pPr>
            <a:lvl7pPr lvl="6" rtl="0">
              <a:lnSpc>
                <a:spcPct val="100000"/>
              </a:lnSpc>
              <a:spcBef>
                <a:spcPts val="0"/>
              </a:spcBef>
              <a:spcAft>
                <a:spcPts val="0"/>
              </a:spcAft>
              <a:buNone/>
              <a:defRPr sz="2600">
                <a:solidFill>
                  <a:schemeClr val="accent2"/>
                </a:solidFill>
              </a:defRPr>
            </a:lvl7pPr>
            <a:lvl8pPr lvl="7" rtl="0">
              <a:lnSpc>
                <a:spcPct val="100000"/>
              </a:lnSpc>
              <a:spcBef>
                <a:spcPts val="0"/>
              </a:spcBef>
              <a:spcAft>
                <a:spcPts val="0"/>
              </a:spcAft>
              <a:buNone/>
              <a:defRPr sz="2600">
                <a:solidFill>
                  <a:schemeClr val="accent2"/>
                </a:solidFill>
              </a:defRPr>
            </a:lvl8pPr>
            <a:lvl9pPr lvl="8" rtl="0">
              <a:lnSpc>
                <a:spcPct val="100000"/>
              </a:lnSpc>
              <a:spcBef>
                <a:spcPts val="0"/>
              </a:spcBef>
              <a:spcAft>
                <a:spcPts val="0"/>
              </a:spcAft>
              <a:buNone/>
              <a:defRPr sz="2600">
                <a:solidFill>
                  <a:schemeClr val="accent2"/>
                </a:solidFill>
              </a:defRPr>
            </a:lvl9pPr>
          </a:lstStyle>
          <a:p/>
        </p:txBody>
      </p:sp>
      <p:sp>
        <p:nvSpPr>
          <p:cNvPr id="336" name="Google Shape;336;p29"/>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9"/>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9"/>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9"/>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9"/>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9"/>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9"/>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9"/>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9"/>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9"/>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9"/>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9"/>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9"/>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9"/>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9"/>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9"/>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9"/>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9"/>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9"/>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9"/>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9"/>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9"/>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9"/>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9"/>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9"/>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9"/>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9"/>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9"/>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9"/>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9"/>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9"/>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9"/>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9"/>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9"/>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9"/>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9"/>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9"/>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9"/>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9"/>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9"/>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9"/>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9"/>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9"/>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9"/>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9"/>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9"/>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9"/>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9"/>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9"/>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9"/>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9"/>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9"/>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9"/>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9"/>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9"/>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9"/>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9"/>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9"/>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9"/>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9"/>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9"/>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9"/>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9"/>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9"/>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9"/>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9"/>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9"/>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9"/>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9"/>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9"/>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9"/>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9"/>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9"/>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9"/>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9"/>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9"/>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9"/>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9"/>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9"/>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9"/>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9"/>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9"/>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9"/>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9"/>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9"/>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9"/>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9"/>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9"/>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9"/>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9"/>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9"/>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9"/>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9"/>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9"/>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9"/>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9"/>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9"/>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9"/>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9"/>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9"/>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9"/>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9"/>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9"/>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9"/>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9"/>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9"/>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9"/>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9"/>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9"/>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9"/>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9"/>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9"/>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9"/>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9"/>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9"/>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9"/>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9"/>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9"/>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9"/>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9"/>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9"/>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9"/>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9"/>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29"/>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9"/>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9"/>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9"/>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9"/>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9"/>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9"/>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9"/>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9"/>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9"/>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9"/>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9"/>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9"/>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9"/>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9"/>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9"/>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9"/>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9"/>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9"/>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9"/>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9"/>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9"/>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9"/>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9"/>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9"/>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9"/>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9"/>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9"/>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9"/>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9"/>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9"/>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9"/>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9"/>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9"/>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9"/>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9"/>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9"/>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9"/>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9"/>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9"/>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9"/>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9"/>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9"/>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9"/>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9"/>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9"/>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9"/>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9"/>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9"/>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9"/>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9"/>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9"/>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9"/>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9"/>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29"/>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9"/>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9"/>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9"/>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9"/>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9"/>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9"/>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9"/>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9"/>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9"/>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9"/>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536" name="Shape 536"/>
        <p:cNvGrpSpPr/>
        <p:nvPr/>
      </p:nvGrpSpPr>
      <p:grpSpPr>
        <a:xfrm>
          <a:off x="0" y="0"/>
          <a:ext cx="0" cy="0"/>
          <a:chOff x="0" y="0"/>
          <a:chExt cx="0" cy="0"/>
        </a:xfrm>
      </p:grpSpPr>
      <p:sp>
        <p:nvSpPr>
          <p:cNvPr id="537" name="Google Shape;537;p3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538" name="Google Shape;538;p3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539" name="Google Shape;539;p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40" name="Google Shape;540;p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41" name="Google Shape;541;p3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42" name="Google Shape;542;p3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543" name="Google Shape;543;p3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544" name="Google Shape;544;p3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545" name="Google Shape;545;p30"/>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546" name="Google Shape;546;p30"/>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547" name="Google Shape;547;p30"/>
          <p:cNvSpPr txBox="1"/>
          <p:nvPr>
            <p:ph idx="4"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48" name="Google Shape;548;p30"/>
          <p:cNvSpPr txBox="1"/>
          <p:nvPr>
            <p:ph idx="5"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549" name="Google Shape;549;p30"/>
          <p:cNvSpPr txBox="1"/>
          <p:nvPr>
            <p:ph idx="6"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550" name="Google Shape;550;p30"/>
          <p:cNvSpPr txBox="1"/>
          <p:nvPr>
            <p:ph idx="7"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551" name="Google Shape;551;p30"/>
          <p:cNvSpPr txBox="1"/>
          <p:nvPr>
            <p:ph idx="8"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52" name="Google Shape;552;p30"/>
          <p:cNvSpPr txBox="1"/>
          <p:nvPr>
            <p:ph idx="9"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553" name="Google Shape;553;p30"/>
          <p:cNvPicPr preferRelativeResize="0"/>
          <p:nvPr/>
        </p:nvPicPr>
        <p:blipFill>
          <a:blip r:embed="rId3">
            <a:alphaModFix/>
          </a:blip>
          <a:stretch>
            <a:fillRect/>
          </a:stretch>
        </p:blipFill>
        <p:spPr>
          <a:xfrm>
            <a:off x="1044805" y="2217196"/>
            <a:ext cx="553219" cy="553200"/>
          </a:xfrm>
          <a:prstGeom prst="rect">
            <a:avLst/>
          </a:prstGeom>
          <a:noFill/>
          <a:ln>
            <a:noFill/>
          </a:ln>
        </p:spPr>
      </p:pic>
      <p:pic>
        <p:nvPicPr>
          <p:cNvPr id="554" name="Google Shape;554;p30"/>
          <p:cNvPicPr preferRelativeResize="0"/>
          <p:nvPr/>
        </p:nvPicPr>
        <p:blipFill>
          <a:blip r:embed="rId3">
            <a:alphaModFix/>
          </a:blip>
          <a:stretch>
            <a:fillRect/>
          </a:stretch>
        </p:blipFill>
        <p:spPr>
          <a:xfrm>
            <a:off x="4627759" y="2217196"/>
            <a:ext cx="553219" cy="553200"/>
          </a:xfrm>
          <a:prstGeom prst="rect">
            <a:avLst/>
          </a:prstGeom>
          <a:noFill/>
          <a:ln>
            <a:noFill/>
          </a:ln>
        </p:spPr>
      </p:pic>
      <p:pic>
        <p:nvPicPr>
          <p:cNvPr id="555" name="Google Shape;555;p30"/>
          <p:cNvPicPr preferRelativeResize="0"/>
          <p:nvPr/>
        </p:nvPicPr>
        <p:blipFill>
          <a:blip r:embed="rId3">
            <a:alphaModFix/>
          </a:blip>
          <a:stretch>
            <a:fillRect/>
          </a:stretch>
        </p:blipFill>
        <p:spPr>
          <a:xfrm>
            <a:off x="8210712" y="2217196"/>
            <a:ext cx="553219" cy="5532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556" name="Shape 556"/>
        <p:cNvGrpSpPr/>
        <p:nvPr/>
      </p:nvGrpSpPr>
      <p:grpSpPr>
        <a:xfrm>
          <a:off x="0" y="0"/>
          <a:ext cx="0" cy="0"/>
          <a:chOff x="0" y="0"/>
          <a:chExt cx="0" cy="0"/>
        </a:xfrm>
      </p:grpSpPr>
      <p:sp>
        <p:nvSpPr>
          <p:cNvPr id="557" name="Google Shape;557;p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558" name="Google Shape;558;p3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559" name="Google Shape;559;p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60" name="Google Shape;560;p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61" name="Google Shape;561;p3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62" name="Google Shape;562;p3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563" name="Google Shape;563;p3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564" name="Google Shape;564;p3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565" name="Google Shape;565;p31"/>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566" name="Google Shape;566;p31"/>
          <p:cNvSpPr txBox="1"/>
          <p:nvPr>
            <p:ph idx="4"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67" name="Google Shape;567;p31"/>
          <p:cNvSpPr txBox="1"/>
          <p:nvPr>
            <p:ph idx="5"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568" name="Google Shape;568;p31"/>
          <p:cNvSpPr txBox="1"/>
          <p:nvPr>
            <p:ph idx="6"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569" name="Google Shape;569;p31"/>
          <p:cNvSpPr txBox="1"/>
          <p:nvPr>
            <p:ph idx="7"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pic>
        <p:nvPicPr>
          <p:cNvPr id="570" name="Google Shape;570;p31"/>
          <p:cNvPicPr preferRelativeResize="0"/>
          <p:nvPr/>
        </p:nvPicPr>
        <p:blipFill>
          <a:blip r:embed="rId3">
            <a:alphaModFix/>
          </a:blip>
          <a:stretch>
            <a:fillRect/>
          </a:stretch>
        </p:blipFill>
        <p:spPr>
          <a:xfrm>
            <a:off x="1227082" y="2044890"/>
            <a:ext cx="731700" cy="731684"/>
          </a:xfrm>
          <a:prstGeom prst="rect">
            <a:avLst/>
          </a:prstGeom>
          <a:noFill/>
          <a:ln>
            <a:noFill/>
          </a:ln>
        </p:spPr>
      </p:pic>
      <p:pic>
        <p:nvPicPr>
          <p:cNvPr id="571" name="Google Shape;571;p31"/>
          <p:cNvPicPr preferRelativeResize="0"/>
          <p:nvPr/>
        </p:nvPicPr>
        <p:blipFill>
          <a:blip r:embed="rId3">
            <a:alphaModFix/>
          </a:blip>
          <a:stretch>
            <a:fillRect/>
          </a:stretch>
        </p:blipFill>
        <p:spPr>
          <a:xfrm>
            <a:off x="6413282" y="2044890"/>
            <a:ext cx="731700" cy="73168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572" name="Shape 572"/>
        <p:cNvGrpSpPr/>
        <p:nvPr/>
      </p:nvGrpSpPr>
      <p:grpSpPr>
        <a:xfrm>
          <a:off x="0" y="0"/>
          <a:ext cx="0" cy="0"/>
          <a:chOff x="0" y="0"/>
          <a:chExt cx="0" cy="0"/>
        </a:xfrm>
      </p:grpSpPr>
      <p:sp>
        <p:nvSpPr>
          <p:cNvPr id="573" name="Google Shape;573;p3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574" name="Google Shape;574;p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75" name="Google Shape;575;p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76" name="Google Shape;576;p3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77" name="Google Shape;577;p3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578" name="Google Shape;578;p3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79" name="Google Shape;579;p32"/>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580" name="Google Shape;580;p32"/>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400"/>
            </a:lvl1pPr>
            <a:lvl2pPr lvl="1" rtl="0">
              <a:lnSpc>
                <a:spcPct val="114000"/>
              </a:lnSpc>
              <a:spcBef>
                <a:spcPts val="0"/>
              </a:spcBef>
              <a:spcAft>
                <a:spcPts val="0"/>
              </a:spcAft>
              <a:buNone/>
              <a:defRPr sz="1400"/>
            </a:lvl2pPr>
            <a:lvl3pPr lvl="2" rtl="0">
              <a:lnSpc>
                <a:spcPct val="114000"/>
              </a:lnSpc>
              <a:spcBef>
                <a:spcPts val="0"/>
              </a:spcBef>
              <a:spcAft>
                <a:spcPts val="0"/>
              </a:spcAft>
              <a:buNone/>
              <a:defRPr sz="1400"/>
            </a:lvl3pPr>
            <a:lvl4pPr lvl="3" rtl="0">
              <a:lnSpc>
                <a:spcPct val="114000"/>
              </a:lnSpc>
              <a:spcBef>
                <a:spcPts val="0"/>
              </a:spcBef>
              <a:spcAft>
                <a:spcPts val="0"/>
              </a:spcAft>
              <a:buNone/>
              <a:defRPr sz="1400"/>
            </a:lvl4pPr>
            <a:lvl5pPr lvl="4" rtl="0">
              <a:lnSpc>
                <a:spcPct val="114000"/>
              </a:lnSpc>
              <a:spcBef>
                <a:spcPts val="0"/>
              </a:spcBef>
              <a:spcAft>
                <a:spcPts val="0"/>
              </a:spcAft>
              <a:buNone/>
              <a:defRPr sz="1400"/>
            </a:lvl5pPr>
            <a:lvl6pPr lvl="5" rtl="0">
              <a:lnSpc>
                <a:spcPct val="114000"/>
              </a:lnSpc>
              <a:spcBef>
                <a:spcPts val="0"/>
              </a:spcBef>
              <a:spcAft>
                <a:spcPts val="0"/>
              </a:spcAft>
              <a:buNone/>
              <a:defRPr sz="1400"/>
            </a:lvl6pPr>
            <a:lvl7pPr lvl="6" rtl="0">
              <a:lnSpc>
                <a:spcPct val="114000"/>
              </a:lnSpc>
              <a:spcBef>
                <a:spcPts val="0"/>
              </a:spcBef>
              <a:spcAft>
                <a:spcPts val="0"/>
              </a:spcAft>
              <a:buNone/>
              <a:defRPr sz="1400"/>
            </a:lvl7pPr>
            <a:lvl8pPr lvl="7" rtl="0">
              <a:lnSpc>
                <a:spcPct val="114000"/>
              </a:lnSpc>
              <a:spcBef>
                <a:spcPts val="0"/>
              </a:spcBef>
              <a:spcAft>
                <a:spcPts val="0"/>
              </a:spcAft>
              <a:buNone/>
              <a:defRPr sz="1400"/>
            </a:lvl8pPr>
            <a:lvl9pPr lvl="8" rtl="0">
              <a:lnSpc>
                <a:spcPct val="114000"/>
              </a:lnSpc>
              <a:spcBef>
                <a:spcPts val="0"/>
              </a:spcBef>
              <a:spcAft>
                <a:spcPts val="0"/>
              </a:spcAft>
              <a:buNone/>
              <a:defRPr sz="1400"/>
            </a:lvl9pPr>
          </a:lstStyle>
          <a:p/>
        </p:txBody>
      </p:sp>
      <p:pic>
        <p:nvPicPr>
          <p:cNvPr id="581" name="Google Shape;581;p32"/>
          <p:cNvPicPr preferRelativeResize="0"/>
          <p:nvPr/>
        </p:nvPicPr>
        <p:blipFill>
          <a:blip r:embed="rId3">
            <a:alphaModFix/>
          </a:blip>
          <a:stretch>
            <a:fillRect/>
          </a:stretch>
        </p:blipFill>
        <p:spPr>
          <a:xfrm>
            <a:off x="3419450" y="1298452"/>
            <a:ext cx="731700" cy="73168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582" name="Shape 582"/>
        <p:cNvGrpSpPr/>
        <p:nvPr/>
      </p:nvGrpSpPr>
      <p:grpSpPr>
        <a:xfrm>
          <a:off x="0" y="0"/>
          <a:ext cx="0" cy="0"/>
          <a:chOff x="0" y="0"/>
          <a:chExt cx="0" cy="0"/>
        </a:xfrm>
      </p:grpSpPr>
      <p:sp>
        <p:nvSpPr>
          <p:cNvPr id="583" name="Google Shape;583;p3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584" name="Google Shape;584;p3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585" name="Google Shape;585;p3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586" name="Google Shape;586;p3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587" name="Google Shape;587;p3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588" name="Google Shape;588;p3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589" name="Google Shape;589;p3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590" name="Google Shape;590;p3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591" name="Google Shape;591;p33"/>
          <p:cNvSpPr txBox="1"/>
          <p:nvPr>
            <p:ph idx="4"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92" name="Google Shape;592;p33"/>
          <p:cNvSpPr txBox="1"/>
          <p:nvPr>
            <p:ph idx="5"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593" name="Google Shape;593;p33"/>
          <p:cNvSpPr txBox="1"/>
          <p:nvPr>
            <p:ph idx="6"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94" name="Google Shape;594;p33"/>
          <p:cNvSpPr txBox="1"/>
          <p:nvPr>
            <p:ph idx="7"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595" name="Google Shape;595;p33"/>
          <p:cNvSpPr txBox="1"/>
          <p:nvPr>
            <p:ph idx="8"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96" name="Google Shape;596;p33"/>
          <p:cNvSpPr txBox="1"/>
          <p:nvPr>
            <p:ph idx="9"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597" name="Google Shape;597;p33"/>
          <p:cNvSpPr txBox="1"/>
          <p:nvPr>
            <p:ph idx="13"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598" name="Google Shape;598;p33"/>
          <p:cNvSpPr txBox="1"/>
          <p:nvPr>
            <p:ph idx="14"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599" name="Shape 599"/>
        <p:cNvGrpSpPr/>
        <p:nvPr/>
      </p:nvGrpSpPr>
      <p:grpSpPr>
        <a:xfrm>
          <a:off x="0" y="0"/>
          <a:ext cx="0" cy="0"/>
          <a:chOff x="0" y="0"/>
          <a:chExt cx="0" cy="0"/>
        </a:xfrm>
      </p:grpSpPr>
      <p:sp>
        <p:nvSpPr>
          <p:cNvPr id="600" name="Google Shape;600;p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601" name="Google Shape;601;p3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02" name="Google Shape;602;p3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03" name="Google Shape;603;p3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04" name="Google Shape;604;p3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05" name="Google Shape;605;p3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06" name="Google Shape;606;p3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607" name="Google Shape;607;p3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608" name="Google Shape;608;p34"/>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09" name="Google Shape;609;p34"/>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610" name="Google Shape;610;p34"/>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611" name="Google Shape;611;p34"/>
          <p:cNvSpPr txBox="1"/>
          <p:nvPr>
            <p:ph idx="4"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12" name="Google Shape;612;p34"/>
          <p:cNvSpPr txBox="1"/>
          <p:nvPr>
            <p:ph idx="5"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13" name="Google Shape;613;p34"/>
          <p:cNvSpPr txBox="1"/>
          <p:nvPr>
            <p:ph idx="6"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14" name="Google Shape;614;p34"/>
          <p:cNvSpPr txBox="1"/>
          <p:nvPr>
            <p:ph idx="7"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15" name="Google Shape;615;p34"/>
          <p:cNvSpPr txBox="1"/>
          <p:nvPr>
            <p:ph idx="8"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16" name="Google Shape;616;p34"/>
          <p:cNvSpPr txBox="1"/>
          <p:nvPr>
            <p:ph idx="9"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17" name="Google Shape;617;p34"/>
          <p:cNvSpPr txBox="1"/>
          <p:nvPr>
            <p:ph idx="13"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18" name="Google Shape;618;p34"/>
          <p:cNvSpPr txBox="1"/>
          <p:nvPr>
            <p:ph idx="14"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619" name="Shape 619"/>
        <p:cNvGrpSpPr/>
        <p:nvPr/>
      </p:nvGrpSpPr>
      <p:grpSpPr>
        <a:xfrm>
          <a:off x="0" y="0"/>
          <a:ext cx="0" cy="0"/>
          <a:chOff x="0" y="0"/>
          <a:chExt cx="0" cy="0"/>
        </a:xfrm>
      </p:grpSpPr>
      <p:sp>
        <p:nvSpPr>
          <p:cNvPr id="620" name="Google Shape;620;p35"/>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621" name="Google Shape;621;p35"/>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622" name="Google Shape;622;p35"/>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23" name="Google Shape;623;p3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24" name="Google Shape;624;p3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25" name="Google Shape;625;p3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26" name="Google Shape;626;p3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27" name="Google Shape;627;p3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28" name="Google Shape;628;p35"/>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29" name="Google Shape;629;p35"/>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30" name="Google Shape;630;p35"/>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31" name="Google Shape;631;p35"/>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32" name="Google Shape;632;p35"/>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633" name="Google Shape;633;p35"/>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634" name="Shape 634"/>
        <p:cNvGrpSpPr/>
        <p:nvPr/>
      </p:nvGrpSpPr>
      <p:grpSpPr>
        <a:xfrm>
          <a:off x="0" y="0"/>
          <a:ext cx="0" cy="0"/>
          <a:chOff x="0" y="0"/>
          <a:chExt cx="0" cy="0"/>
        </a:xfrm>
      </p:grpSpPr>
      <p:sp>
        <p:nvSpPr>
          <p:cNvPr id="635" name="Google Shape;635;p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636" name="Google Shape;636;p3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37" name="Google Shape;637;p3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38" name="Google Shape;638;p3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39" name="Google Shape;639;p3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40" name="Google Shape;640;p3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41" name="Google Shape;641;p3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642" name="Google Shape;642;p3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643" name="Google Shape;643;p36"/>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644" name="Google Shape;644;p36"/>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645" name="Google Shape;645;p36"/>
          <p:cNvSpPr txBox="1"/>
          <p:nvPr>
            <p:ph idx="4"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46" name="Google Shape;646;p36"/>
          <p:cNvSpPr txBox="1"/>
          <p:nvPr>
            <p:ph idx="5"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47" name="Google Shape;647;p36"/>
          <p:cNvSpPr txBox="1"/>
          <p:nvPr>
            <p:ph idx="6"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48" name="Google Shape;648;p36"/>
          <p:cNvSpPr txBox="1"/>
          <p:nvPr>
            <p:ph idx="7"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649" name="Google Shape;649;p36"/>
          <p:cNvSpPr txBox="1"/>
          <p:nvPr>
            <p:ph idx="8"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650" name="Google Shape;650;p36"/>
          <p:cNvSpPr txBox="1"/>
          <p:nvPr>
            <p:ph idx="9"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651" name="Shape 651"/>
        <p:cNvGrpSpPr/>
        <p:nvPr/>
      </p:nvGrpSpPr>
      <p:grpSpPr>
        <a:xfrm>
          <a:off x="0" y="0"/>
          <a:ext cx="0" cy="0"/>
          <a:chOff x="0" y="0"/>
          <a:chExt cx="0" cy="0"/>
        </a:xfrm>
      </p:grpSpPr>
      <p:sp>
        <p:nvSpPr>
          <p:cNvPr id="652" name="Google Shape;652;p3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653" name="Google Shape;653;p3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54" name="Google Shape;654;p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55" name="Google Shape;655;p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56" name="Google Shape;656;p3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57" name="Google Shape;657;p3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58" name="Google Shape;658;p3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659" name="Google Shape;659;p3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60" name="Google Shape;660;p37"/>
          <p:cNvSpPr txBox="1"/>
          <p:nvPr>
            <p:ph idx="4"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661" name="Shape 661"/>
        <p:cNvGrpSpPr/>
        <p:nvPr/>
      </p:nvGrpSpPr>
      <p:grpSpPr>
        <a:xfrm>
          <a:off x="0" y="0"/>
          <a:ext cx="0" cy="0"/>
          <a:chOff x="0" y="0"/>
          <a:chExt cx="0" cy="0"/>
        </a:xfrm>
      </p:grpSpPr>
      <p:sp>
        <p:nvSpPr>
          <p:cNvPr id="662" name="Google Shape;662;p3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663" name="Google Shape;663;p3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664" name="Google Shape;664;p3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65" name="Google Shape;665;p3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66" name="Google Shape;666;p3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67" name="Google Shape;667;p3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68" name="Google Shape;668;p3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69" name="Google Shape;669;p38"/>
          <p:cNvSpPr txBox="1"/>
          <p:nvPr>
            <p:ph idx="3"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670" name="Google Shape;670;p38"/>
          <p:cNvSpPr txBox="1"/>
          <p:nvPr>
            <p:ph idx="4" type="subTitle"/>
          </p:nvPr>
        </p:nvSpPr>
        <p:spPr>
          <a:xfrm>
            <a:off x="2087850" y="2416425"/>
            <a:ext cx="8044800" cy="1304100"/>
          </a:xfrm>
          <a:prstGeom prst="rect">
            <a:avLst/>
          </a:prstGeom>
        </p:spPr>
        <p:txBody>
          <a:bodyPr anchorCtr="0" anchor="t" bIns="0" lIns="0" spcFirstLastPara="1" rIns="0" wrap="square" tIns="0">
            <a:noAutofit/>
          </a:bodyPr>
          <a:lstStyle>
            <a:lvl1pPr lvl="0" rtl="0">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671" name="Shape 671"/>
        <p:cNvGrpSpPr/>
        <p:nvPr/>
      </p:nvGrpSpPr>
      <p:grpSpPr>
        <a:xfrm>
          <a:off x="0" y="0"/>
          <a:ext cx="0" cy="0"/>
          <a:chOff x="0" y="0"/>
          <a:chExt cx="0" cy="0"/>
        </a:xfrm>
      </p:grpSpPr>
      <p:sp>
        <p:nvSpPr>
          <p:cNvPr id="672" name="Google Shape;672;p39"/>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600">
                <a:solidFill>
                  <a:schemeClr val="accent1"/>
                </a:solidFill>
                <a:latin typeface="Red Hat Text"/>
                <a:ea typeface="Red Hat Text"/>
                <a:cs typeface="Red Hat Text"/>
                <a:sym typeface="Red Hat Text"/>
              </a:defRPr>
            </a:lvl1pPr>
            <a:lvl2pPr lvl="1" rtl="0">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673" name="Google Shape;673;p3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674" name="Google Shape;674;p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675" name="Google Shape;675;p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676" name="Google Shape;676;p3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77" name="Google Shape;677;p3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78" name="Google Shape;678;p3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679" name="Shape 679"/>
        <p:cNvGrpSpPr/>
        <p:nvPr/>
      </p:nvGrpSpPr>
      <p:grpSpPr>
        <a:xfrm>
          <a:off x="0" y="0"/>
          <a:ext cx="0" cy="0"/>
          <a:chOff x="0" y="0"/>
          <a:chExt cx="0" cy="0"/>
        </a:xfrm>
      </p:grpSpPr>
      <p:sp>
        <p:nvSpPr>
          <p:cNvPr id="680" name="Google Shape;680;p40"/>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000">
                <a:solidFill>
                  <a:schemeClr val="lt1"/>
                </a:solidFill>
              </a:defRPr>
            </a:lvl1pPr>
            <a:lvl2pPr lvl="1" rtl="0">
              <a:lnSpc>
                <a:spcPct val="115000"/>
              </a:lnSpc>
              <a:spcBef>
                <a:spcPts val="0"/>
              </a:spcBef>
              <a:spcAft>
                <a:spcPts val="0"/>
              </a:spcAft>
              <a:buNone/>
              <a:defRPr sz="2600">
                <a:solidFill>
                  <a:schemeClr val="lt1"/>
                </a:solidFill>
              </a:defRPr>
            </a:lvl2pPr>
            <a:lvl3pPr lvl="2" rtl="0">
              <a:lnSpc>
                <a:spcPct val="115000"/>
              </a:lnSpc>
              <a:spcBef>
                <a:spcPts val="0"/>
              </a:spcBef>
              <a:spcAft>
                <a:spcPts val="0"/>
              </a:spcAft>
              <a:buNone/>
              <a:defRPr sz="2600">
                <a:solidFill>
                  <a:schemeClr val="lt1"/>
                </a:solidFill>
              </a:defRPr>
            </a:lvl3pPr>
            <a:lvl4pPr lvl="3" rtl="0">
              <a:lnSpc>
                <a:spcPct val="115000"/>
              </a:lnSpc>
              <a:spcBef>
                <a:spcPts val="0"/>
              </a:spcBef>
              <a:spcAft>
                <a:spcPts val="0"/>
              </a:spcAft>
              <a:buNone/>
              <a:defRPr sz="2600">
                <a:solidFill>
                  <a:schemeClr val="lt1"/>
                </a:solidFill>
              </a:defRPr>
            </a:lvl4pPr>
            <a:lvl5pPr lvl="4" rtl="0">
              <a:lnSpc>
                <a:spcPct val="115000"/>
              </a:lnSpc>
              <a:spcBef>
                <a:spcPts val="0"/>
              </a:spcBef>
              <a:spcAft>
                <a:spcPts val="0"/>
              </a:spcAft>
              <a:buNone/>
              <a:defRPr sz="2600">
                <a:solidFill>
                  <a:schemeClr val="lt1"/>
                </a:solidFill>
              </a:defRPr>
            </a:lvl5pPr>
            <a:lvl6pPr lvl="5" rtl="0">
              <a:lnSpc>
                <a:spcPct val="115000"/>
              </a:lnSpc>
              <a:spcBef>
                <a:spcPts val="0"/>
              </a:spcBef>
              <a:spcAft>
                <a:spcPts val="0"/>
              </a:spcAft>
              <a:buNone/>
              <a:defRPr sz="2600">
                <a:solidFill>
                  <a:schemeClr val="lt1"/>
                </a:solidFill>
              </a:defRPr>
            </a:lvl6pPr>
            <a:lvl7pPr lvl="6" rtl="0">
              <a:lnSpc>
                <a:spcPct val="115000"/>
              </a:lnSpc>
              <a:spcBef>
                <a:spcPts val="0"/>
              </a:spcBef>
              <a:spcAft>
                <a:spcPts val="0"/>
              </a:spcAft>
              <a:buNone/>
              <a:defRPr sz="2600">
                <a:solidFill>
                  <a:schemeClr val="lt1"/>
                </a:solidFill>
              </a:defRPr>
            </a:lvl7pPr>
            <a:lvl8pPr lvl="7" rtl="0">
              <a:lnSpc>
                <a:spcPct val="115000"/>
              </a:lnSpc>
              <a:spcBef>
                <a:spcPts val="0"/>
              </a:spcBef>
              <a:spcAft>
                <a:spcPts val="0"/>
              </a:spcAft>
              <a:buNone/>
              <a:defRPr sz="2600">
                <a:solidFill>
                  <a:schemeClr val="lt1"/>
                </a:solidFill>
              </a:defRPr>
            </a:lvl8pPr>
            <a:lvl9pPr lvl="8" rtl="0">
              <a:lnSpc>
                <a:spcPct val="115000"/>
              </a:lnSpc>
              <a:spcBef>
                <a:spcPts val="0"/>
              </a:spcBef>
              <a:spcAft>
                <a:spcPts val="0"/>
              </a:spcAft>
              <a:buNone/>
              <a:defRPr sz="2600">
                <a:solidFill>
                  <a:schemeClr val="lt1"/>
                </a:solidFill>
              </a:defRPr>
            </a:lvl9pPr>
          </a:lstStyle>
          <a:p/>
        </p:txBody>
      </p:sp>
      <p:cxnSp>
        <p:nvCxnSpPr>
          <p:cNvPr id="681" name="Google Shape;681;p4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82" name="Google Shape;682;p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683" name="Google Shape;683;p4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684" name="Google Shape;684;p40"/>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685" name="Google Shape;685;p4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686" name="Google Shape;686;p4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
        <p:nvSpPr>
          <p:cNvPr id="687" name="Google Shape;687;p40"/>
          <p:cNvSpPr txBox="1"/>
          <p:nvPr>
            <p:ph idx="3" type="subTitle"/>
          </p:nvPr>
        </p:nvSpPr>
        <p:spPr>
          <a:xfrm>
            <a:off x="32795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688" name="Google Shape;688;p40"/>
          <p:cNvSpPr txBox="1"/>
          <p:nvPr>
            <p:ph idx="4" type="subTitle"/>
          </p:nvPr>
        </p:nvSpPr>
        <p:spPr>
          <a:xfrm>
            <a:off x="566065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689" name="Google Shape;689;p40"/>
          <p:cNvSpPr txBox="1"/>
          <p:nvPr>
            <p:ph idx="5" type="subTitle"/>
          </p:nvPr>
        </p:nvSpPr>
        <p:spPr>
          <a:xfrm>
            <a:off x="80418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690" name="Shape 690"/>
        <p:cNvGrpSpPr/>
        <p:nvPr/>
      </p:nvGrpSpPr>
      <p:grpSpPr>
        <a:xfrm>
          <a:off x="0" y="0"/>
          <a:ext cx="0" cy="0"/>
          <a:chOff x="0" y="0"/>
          <a:chExt cx="0" cy="0"/>
        </a:xfrm>
      </p:grpSpPr>
      <p:sp>
        <p:nvSpPr>
          <p:cNvPr id="691" name="Google Shape;691;p41"/>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0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cxnSp>
        <p:nvCxnSpPr>
          <p:cNvPr id="692" name="Google Shape;692;p4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693" name="Google Shape;693;p4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694" name="Google Shape;694;p4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695" name="Google Shape;695;p4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696" name="Google Shape;696;p4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697" name="Google Shape;697;p4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698" name="Google Shape;698;p41"/>
          <p:cNvSpPr txBox="1"/>
          <p:nvPr>
            <p:ph idx="3" type="subTitle"/>
          </p:nvPr>
        </p:nvSpPr>
        <p:spPr>
          <a:xfrm>
            <a:off x="32795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699" name="Google Shape;699;p41"/>
          <p:cNvSpPr txBox="1"/>
          <p:nvPr>
            <p:ph idx="4" type="subTitle"/>
          </p:nvPr>
        </p:nvSpPr>
        <p:spPr>
          <a:xfrm>
            <a:off x="566065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700" name="Google Shape;700;p41"/>
          <p:cNvSpPr txBox="1"/>
          <p:nvPr>
            <p:ph idx="5" type="subTitle"/>
          </p:nvPr>
        </p:nvSpPr>
        <p:spPr>
          <a:xfrm>
            <a:off x="80418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p:cSld name="CUSTOM_4_21">
    <p:spTree>
      <p:nvGrpSpPr>
        <p:cNvPr id="701" name="Shape 701"/>
        <p:cNvGrpSpPr/>
        <p:nvPr/>
      </p:nvGrpSpPr>
      <p:grpSpPr>
        <a:xfrm>
          <a:off x="0" y="0"/>
          <a:ext cx="0" cy="0"/>
          <a:chOff x="0" y="0"/>
          <a:chExt cx="0" cy="0"/>
        </a:xfrm>
      </p:grpSpPr>
      <p:sp>
        <p:nvSpPr>
          <p:cNvPr id="702" name="Google Shape;702;p42"/>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03" name="Google Shape;703;p4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04" name="Google Shape;704;p4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05" name="Google Shape;705;p4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06" name="Google Shape;706;p4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07" name="Google Shape;707;p4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08" name="Google Shape;708;p42"/>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p:cSld name="CUSTOM_4_22">
    <p:spTree>
      <p:nvGrpSpPr>
        <p:cNvPr id="709" name="Shape 709"/>
        <p:cNvGrpSpPr/>
        <p:nvPr/>
      </p:nvGrpSpPr>
      <p:grpSpPr>
        <a:xfrm>
          <a:off x="0" y="0"/>
          <a:ext cx="0" cy="0"/>
          <a:chOff x="0" y="0"/>
          <a:chExt cx="0" cy="0"/>
        </a:xfrm>
      </p:grpSpPr>
      <p:sp>
        <p:nvSpPr>
          <p:cNvPr id="710" name="Google Shape;710;p43"/>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11" name="Google Shape;711;p4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12" name="Google Shape;712;p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13" name="Google Shape;713;p4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14" name="Google Shape;714;p4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15" name="Google Shape;715;p4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16" name="Google Shape;716;p43"/>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23">
    <p:spTree>
      <p:nvGrpSpPr>
        <p:cNvPr id="717" name="Shape 717"/>
        <p:cNvGrpSpPr/>
        <p:nvPr/>
      </p:nvGrpSpPr>
      <p:grpSpPr>
        <a:xfrm>
          <a:off x="0" y="0"/>
          <a:ext cx="0" cy="0"/>
          <a:chOff x="0" y="0"/>
          <a:chExt cx="0" cy="0"/>
        </a:xfrm>
      </p:grpSpPr>
      <p:sp>
        <p:nvSpPr>
          <p:cNvPr id="718" name="Google Shape;718;p44"/>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19" name="Google Shape;719;p4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20" name="Google Shape;720;p4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21" name="Google Shape;721;p4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22" name="Google Shape;722;p4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723" name="Google Shape;723;p44"/>
          <p:cNvSpPr txBox="1"/>
          <p:nvPr/>
        </p:nvSpPr>
        <p:spPr>
          <a:xfrm>
            <a:off x="10068030" y="269836"/>
            <a:ext cx="16191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600">
                <a:solidFill>
                  <a:srgbClr val="666666"/>
                </a:solidFill>
                <a:latin typeface="Overpass"/>
                <a:ea typeface="Overpass"/>
                <a:cs typeface="Overpass"/>
                <a:sym typeface="Overpass"/>
              </a:rPr>
              <a:t>CONFIDENTIAL </a:t>
            </a:r>
            <a:r>
              <a:rPr lang="en" sz="600">
                <a:solidFill>
                  <a:srgbClr val="666666"/>
                </a:solidFill>
                <a:latin typeface="Overpass Light"/>
                <a:ea typeface="Overpass Light"/>
                <a:cs typeface="Overpass Light"/>
                <a:sym typeface="Overpass Light"/>
              </a:rPr>
              <a:t>Designator</a:t>
            </a:r>
            <a:endParaRPr sz="600">
              <a:solidFill>
                <a:srgbClr val="666666"/>
              </a:solidFill>
              <a:latin typeface="Overpass Light"/>
              <a:ea typeface="Overpass Light"/>
              <a:cs typeface="Overpass Light"/>
              <a:sym typeface="Overpass Light"/>
            </a:endParaRPr>
          </a:p>
        </p:txBody>
      </p:sp>
      <p:pic>
        <p:nvPicPr>
          <p:cNvPr id="724" name="Google Shape;724;p4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25" name="Google Shape;725;p44"/>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4">
    <p:spTree>
      <p:nvGrpSpPr>
        <p:cNvPr id="726" name="Shape 726"/>
        <p:cNvGrpSpPr/>
        <p:nvPr/>
      </p:nvGrpSpPr>
      <p:grpSpPr>
        <a:xfrm>
          <a:off x="0" y="0"/>
          <a:ext cx="0" cy="0"/>
          <a:chOff x="0" y="0"/>
          <a:chExt cx="0" cy="0"/>
        </a:xfrm>
      </p:grpSpPr>
      <p:sp>
        <p:nvSpPr>
          <p:cNvPr id="727" name="Google Shape;727;p45"/>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728" name="Google Shape;728;p4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29" name="Google Shape;729;p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30" name="Google Shape;730;p45"/>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731" name="Google Shape;731;p4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732" name="Google Shape;732;p45"/>
          <p:cNvSpPr txBox="1"/>
          <p:nvPr/>
        </p:nvSpPr>
        <p:spPr>
          <a:xfrm>
            <a:off x="10068030" y="269836"/>
            <a:ext cx="16191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t/>
            </a:r>
            <a:endParaRPr sz="700">
              <a:solidFill>
                <a:srgbClr val="666666"/>
              </a:solidFill>
              <a:latin typeface="Overpass Light"/>
              <a:ea typeface="Overpass Light"/>
              <a:cs typeface="Overpass Light"/>
              <a:sym typeface="Overpass Light"/>
            </a:endParaRPr>
          </a:p>
        </p:txBody>
      </p:sp>
      <p:pic>
        <p:nvPicPr>
          <p:cNvPr id="733" name="Google Shape;733;p4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34" name="Google Shape;734;p4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25">
    <p:spTree>
      <p:nvGrpSpPr>
        <p:cNvPr id="735" name="Shape 735"/>
        <p:cNvGrpSpPr/>
        <p:nvPr/>
      </p:nvGrpSpPr>
      <p:grpSpPr>
        <a:xfrm>
          <a:off x="0" y="0"/>
          <a:ext cx="0" cy="0"/>
          <a:chOff x="0" y="0"/>
          <a:chExt cx="0" cy="0"/>
        </a:xfrm>
      </p:grpSpPr>
      <p:sp>
        <p:nvSpPr>
          <p:cNvPr id="736" name="Google Shape;736;p46"/>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37" name="Google Shape;737;p4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38" name="Google Shape;738;p4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39" name="Google Shape;739;p4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40" name="Google Shape;740;p4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41" name="Google Shape;741;p4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42" name="Google Shape;742;p46"/>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5">
  <p:cSld name="CUSTOM_4_26">
    <p:spTree>
      <p:nvGrpSpPr>
        <p:cNvPr id="743" name="Shape 743"/>
        <p:cNvGrpSpPr/>
        <p:nvPr/>
      </p:nvGrpSpPr>
      <p:grpSpPr>
        <a:xfrm>
          <a:off x="0" y="0"/>
          <a:ext cx="0" cy="0"/>
          <a:chOff x="0" y="0"/>
          <a:chExt cx="0" cy="0"/>
        </a:xfrm>
      </p:grpSpPr>
      <p:sp>
        <p:nvSpPr>
          <p:cNvPr id="744" name="Google Shape;744;p47"/>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45" name="Google Shape;745;p4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46" name="Google Shape;746;p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47" name="Google Shape;747;p4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48" name="Google Shape;748;p4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749" name="Google Shape;749;p47"/>
          <p:cNvSpPr txBox="1"/>
          <p:nvPr/>
        </p:nvSpPr>
        <p:spPr>
          <a:xfrm>
            <a:off x="10068030" y="269836"/>
            <a:ext cx="16191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600">
                <a:solidFill>
                  <a:srgbClr val="666666"/>
                </a:solidFill>
                <a:latin typeface="Overpass"/>
                <a:ea typeface="Overpass"/>
                <a:cs typeface="Overpass"/>
                <a:sym typeface="Overpass"/>
              </a:rPr>
              <a:t>CONFIDENTIAL </a:t>
            </a:r>
            <a:r>
              <a:rPr lang="en" sz="600">
                <a:solidFill>
                  <a:srgbClr val="666666"/>
                </a:solidFill>
                <a:latin typeface="Overpass Light"/>
                <a:ea typeface="Overpass Light"/>
                <a:cs typeface="Overpass Light"/>
                <a:sym typeface="Overpass Light"/>
              </a:rPr>
              <a:t>Designator</a:t>
            </a:r>
            <a:endParaRPr sz="600">
              <a:solidFill>
                <a:srgbClr val="666666"/>
              </a:solidFill>
              <a:latin typeface="Overpass Light"/>
              <a:ea typeface="Overpass Light"/>
              <a:cs typeface="Overpass Light"/>
              <a:sym typeface="Overpass Light"/>
            </a:endParaRPr>
          </a:p>
        </p:txBody>
      </p:sp>
      <p:pic>
        <p:nvPicPr>
          <p:cNvPr id="750" name="Google Shape;750;p4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51" name="Google Shape;751;p47"/>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6">
  <p:cSld name="CUSTOM_4_27">
    <p:spTree>
      <p:nvGrpSpPr>
        <p:cNvPr id="752" name="Shape 752"/>
        <p:cNvGrpSpPr/>
        <p:nvPr/>
      </p:nvGrpSpPr>
      <p:grpSpPr>
        <a:xfrm>
          <a:off x="0" y="0"/>
          <a:ext cx="0" cy="0"/>
          <a:chOff x="0" y="0"/>
          <a:chExt cx="0" cy="0"/>
        </a:xfrm>
      </p:grpSpPr>
      <p:sp>
        <p:nvSpPr>
          <p:cNvPr id="753" name="Google Shape;753;p48"/>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54" name="Google Shape;754;p4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55" name="Google Shape;755;p4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56" name="Google Shape;756;p4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57" name="Google Shape;757;p4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58" name="Google Shape;758;p4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59" name="Google Shape;759;p48"/>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7">
  <p:cSld name="CUSTOM_4_28">
    <p:spTree>
      <p:nvGrpSpPr>
        <p:cNvPr id="760" name="Shape 760"/>
        <p:cNvGrpSpPr/>
        <p:nvPr/>
      </p:nvGrpSpPr>
      <p:grpSpPr>
        <a:xfrm>
          <a:off x="0" y="0"/>
          <a:ext cx="0" cy="0"/>
          <a:chOff x="0" y="0"/>
          <a:chExt cx="0" cy="0"/>
        </a:xfrm>
      </p:grpSpPr>
      <p:sp>
        <p:nvSpPr>
          <p:cNvPr id="761" name="Google Shape;761;p49"/>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62" name="Google Shape;762;p4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63" name="Google Shape;763;p4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64" name="Google Shape;764;p4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65" name="Google Shape;765;p4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66" name="Google Shape;766;p4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67" name="Google Shape;767;p49"/>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8">
  <p:cSld name="CUSTOM_4_29">
    <p:spTree>
      <p:nvGrpSpPr>
        <p:cNvPr id="768" name="Shape 768"/>
        <p:cNvGrpSpPr/>
        <p:nvPr/>
      </p:nvGrpSpPr>
      <p:grpSpPr>
        <a:xfrm>
          <a:off x="0" y="0"/>
          <a:ext cx="0" cy="0"/>
          <a:chOff x="0" y="0"/>
          <a:chExt cx="0" cy="0"/>
        </a:xfrm>
      </p:grpSpPr>
      <p:sp>
        <p:nvSpPr>
          <p:cNvPr id="769" name="Google Shape;769;p50"/>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70" name="Google Shape;770;p5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71" name="Google Shape;771;p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72" name="Google Shape;772;p5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73" name="Google Shape;773;p5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74" name="Google Shape;774;p5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75" name="Google Shape;775;p50"/>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p:cSld name="CUSTOM_4_2_3">
    <p:spTree>
      <p:nvGrpSpPr>
        <p:cNvPr id="776" name="Shape 776"/>
        <p:cNvGrpSpPr/>
        <p:nvPr/>
      </p:nvGrpSpPr>
      <p:grpSpPr>
        <a:xfrm>
          <a:off x="0" y="0"/>
          <a:ext cx="0" cy="0"/>
          <a:chOff x="0" y="0"/>
          <a:chExt cx="0" cy="0"/>
        </a:xfrm>
      </p:grpSpPr>
      <p:sp>
        <p:nvSpPr>
          <p:cNvPr id="777" name="Google Shape;777;p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9pPr>
          </a:lstStyle>
          <a:p/>
        </p:txBody>
      </p:sp>
      <p:sp>
        <p:nvSpPr>
          <p:cNvPr id="778" name="Google Shape;778;p5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779" name="Google Shape;779;p5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780" name="Google Shape;780;p5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81" name="Google Shape;781;p5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782" name="Google Shape;782;p5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83" name="Google Shape;783;p5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rgbClr val="EE0000"/>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784" name="Google Shape;784;p5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1">
  <p:cSld name="CUSTOM_4_12_1">
    <p:spTree>
      <p:nvGrpSpPr>
        <p:cNvPr id="785" name="Shape 785"/>
        <p:cNvGrpSpPr/>
        <p:nvPr/>
      </p:nvGrpSpPr>
      <p:grpSpPr>
        <a:xfrm>
          <a:off x="0" y="0"/>
          <a:ext cx="0" cy="0"/>
          <a:chOff x="0" y="0"/>
          <a:chExt cx="0" cy="0"/>
        </a:xfrm>
      </p:grpSpPr>
      <p:sp>
        <p:nvSpPr>
          <p:cNvPr id="786" name="Google Shape;786;p52"/>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87" name="Google Shape;787;p5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88" name="Google Shape;788;p5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89" name="Google Shape;789;p5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90" name="Google Shape;790;p5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1" name="Google Shape;791;p5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792" name="Google Shape;792;p52"/>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2">
  <p:cSld name="CUSTOM_4_13_1">
    <p:spTree>
      <p:nvGrpSpPr>
        <p:cNvPr id="793" name="Shape 793"/>
        <p:cNvGrpSpPr/>
        <p:nvPr/>
      </p:nvGrpSpPr>
      <p:grpSpPr>
        <a:xfrm>
          <a:off x="0" y="0"/>
          <a:ext cx="0" cy="0"/>
          <a:chOff x="0" y="0"/>
          <a:chExt cx="0" cy="0"/>
        </a:xfrm>
      </p:grpSpPr>
      <p:sp>
        <p:nvSpPr>
          <p:cNvPr id="794" name="Google Shape;794;p53"/>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795" name="Google Shape;795;p5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796" name="Google Shape;796;p5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797" name="Google Shape;797;p5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798" name="Google Shape;798;p5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799" name="Google Shape;799;p5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800" name="Google Shape;800;p53"/>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1">
  <p:cSld name="CUSTOM_4_3_1">
    <p:spTree>
      <p:nvGrpSpPr>
        <p:cNvPr id="801" name="Shape 801"/>
        <p:cNvGrpSpPr/>
        <p:nvPr/>
      </p:nvGrpSpPr>
      <p:grpSpPr>
        <a:xfrm>
          <a:off x="0" y="0"/>
          <a:ext cx="0" cy="0"/>
          <a:chOff x="0" y="0"/>
          <a:chExt cx="0" cy="0"/>
        </a:xfrm>
      </p:grpSpPr>
      <p:sp>
        <p:nvSpPr>
          <p:cNvPr id="802" name="Google Shape;802;p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EE0000"/>
              </a:buClr>
              <a:buSzPts val="1000"/>
              <a:buFont typeface="Red Hat Text Medium"/>
              <a:buNone/>
              <a:defRPr sz="1000">
                <a:solidFill>
                  <a:srgbClr val="EE0000"/>
                </a:solidFill>
                <a:latin typeface="Red Hat Text Medium"/>
                <a:ea typeface="Red Hat Text Medium"/>
                <a:cs typeface="Red Hat Text Medium"/>
                <a:sym typeface="Red Hat Text Medium"/>
              </a:defRPr>
            </a:lvl9pPr>
          </a:lstStyle>
          <a:p/>
        </p:txBody>
      </p:sp>
      <p:sp>
        <p:nvSpPr>
          <p:cNvPr id="803" name="Google Shape;803;p5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804" name="Google Shape;804;p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805" name="Google Shape;805;p5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06" name="Google Shape;806;p5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07" name="Google Shape;807;p5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808" name="Google Shape;808;p5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rgbClr val="EE0000"/>
                </a:solidFill>
              </a:defRPr>
            </a:lvl1pPr>
            <a:lvl2pPr lvl="1" rtl="0" algn="ctr">
              <a:spcBef>
                <a:spcPts val="500"/>
              </a:spcBef>
              <a:spcAft>
                <a:spcPts val="0"/>
              </a:spcAft>
              <a:buNone/>
              <a:defRPr sz="1800">
                <a:solidFill>
                  <a:srgbClr val="EE0000"/>
                </a:solidFill>
              </a:defRPr>
            </a:lvl2pPr>
            <a:lvl3pPr lvl="2" rtl="0" algn="ctr">
              <a:spcBef>
                <a:spcPts val="500"/>
              </a:spcBef>
              <a:spcAft>
                <a:spcPts val="0"/>
              </a:spcAft>
              <a:buNone/>
              <a:defRPr sz="1800">
                <a:solidFill>
                  <a:srgbClr val="EE0000"/>
                </a:solidFill>
              </a:defRPr>
            </a:lvl3pPr>
            <a:lvl4pPr lvl="3" rtl="0" algn="ctr">
              <a:spcBef>
                <a:spcPts val="500"/>
              </a:spcBef>
              <a:spcAft>
                <a:spcPts val="0"/>
              </a:spcAft>
              <a:buNone/>
              <a:defRPr sz="1800">
                <a:solidFill>
                  <a:srgbClr val="EE0000"/>
                </a:solidFill>
              </a:defRPr>
            </a:lvl4pPr>
            <a:lvl5pPr lvl="4" rtl="0" algn="ctr">
              <a:spcBef>
                <a:spcPts val="500"/>
              </a:spcBef>
              <a:spcAft>
                <a:spcPts val="0"/>
              </a:spcAft>
              <a:buNone/>
              <a:defRPr sz="1800">
                <a:solidFill>
                  <a:srgbClr val="EE0000"/>
                </a:solidFill>
              </a:defRPr>
            </a:lvl5pPr>
            <a:lvl6pPr lvl="5" rtl="0" algn="ctr">
              <a:spcBef>
                <a:spcPts val="500"/>
              </a:spcBef>
              <a:spcAft>
                <a:spcPts val="0"/>
              </a:spcAft>
              <a:buNone/>
              <a:defRPr sz="1800">
                <a:solidFill>
                  <a:srgbClr val="EE0000"/>
                </a:solidFill>
              </a:defRPr>
            </a:lvl6pPr>
            <a:lvl7pPr lvl="6" rtl="0" algn="ctr">
              <a:spcBef>
                <a:spcPts val="500"/>
              </a:spcBef>
              <a:spcAft>
                <a:spcPts val="0"/>
              </a:spcAft>
              <a:buNone/>
              <a:defRPr sz="1800">
                <a:solidFill>
                  <a:srgbClr val="EE0000"/>
                </a:solidFill>
              </a:defRPr>
            </a:lvl7pPr>
            <a:lvl8pPr lvl="7" rtl="0" algn="ctr">
              <a:spcBef>
                <a:spcPts val="500"/>
              </a:spcBef>
              <a:spcAft>
                <a:spcPts val="0"/>
              </a:spcAft>
              <a:buNone/>
              <a:defRPr sz="1800">
                <a:solidFill>
                  <a:srgbClr val="EE0000"/>
                </a:solidFill>
              </a:defRPr>
            </a:lvl8pPr>
            <a:lvl9pPr lvl="8" rtl="0" algn="ctr">
              <a:spcBef>
                <a:spcPts val="500"/>
              </a:spcBef>
              <a:spcAft>
                <a:spcPts val="500"/>
              </a:spcAft>
              <a:buNone/>
              <a:defRPr sz="1800">
                <a:solidFill>
                  <a:srgbClr val="EE0000"/>
                </a:solidFill>
              </a:defRPr>
            </a:lvl9pPr>
          </a:lstStyle>
          <a:p/>
        </p:txBody>
      </p:sp>
      <p:sp>
        <p:nvSpPr>
          <p:cNvPr id="809" name="Google Shape;809;p5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810" name="Google Shape;810;p54"/>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811" name="Google Shape;811;p54"/>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812" name="Google Shape;812;p54"/>
          <p:cNvSpPr txBox="1"/>
          <p:nvPr>
            <p:ph idx="4"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9pPr>
          </a:lstStyle>
          <a:p/>
        </p:txBody>
      </p:sp>
      <p:sp>
        <p:nvSpPr>
          <p:cNvPr id="813" name="Google Shape;813;p54"/>
          <p:cNvSpPr txBox="1"/>
          <p:nvPr>
            <p:ph idx="5"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814" name="Google Shape;814;p54"/>
          <p:cNvSpPr txBox="1"/>
          <p:nvPr>
            <p:ph idx="6"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9pPr>
          </a:lstStyle>
          <a:p/>
        </p:txBody>
      </p:sp>
      <p:sp>
        <p:nvSpPr>
          <p:cNvPr id="815" name="Google Shape;815;p54"/>
          <p:cNvSpPr txBox="1"/>
          <p:nvPr>
            <p:ph idx="7"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816" name="Google Shape;816;p54"/>
          <p:cNvSpPr txBox="1"/>
          <p:nvPr>
            <p:ph idx="8"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rgbClr val="EE0000"/>
                </a:solidFill>
                <a:latin typeface="Red Hat Text Medium"/>
                <a:ea typeface="Red Hat Text Medium"/>
                <a:cs typeface="Red Hat Text Medium"/>
                <a:sym typeface="Red Hat Text Medium"/>
              </a:defRPr>
            </a:lvl9pPr>
          </a:lstStyle>
          <a:p/>
        </p:txBody>
      </p:sp>
      <p:sp>
        <p:nvSpPr>
          <p:cNvPr id="817" name="Google Shape;817;p54"/>
          <p:cNvSpPr txBox="1"/>
          <p:nvPr>
            <p:ph idx="9"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1">
  <p:cSld name="CUSTOM_4_4_1">
    <p:spTree>
      <p:nvGrpSpPr>
        <p:cNvPr id="818" name="Shape 818"/>
        <p:cNvGrpSpPr/>
        <p:nvPr/>
      </p:nvGrpSpPr>
      <p:grpSpPr>
        <a:xfrm>
          <a:off x="0" y="0"/>
          <a:ext cx="0" cy="0"/>
          <a:chOff x="0" y="0"/>
          <a:chExt cx="0" cy="0"/>
        </a:xfrm>
      </p:grpSpPr>
      <p:sp>
        <p:nvSpPr>
          <p:cNvPr id="819" name="Google Shape;819;p55"/>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820" name="Google Shape;820;p5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21" name="Google Shape;821;p55"/>
          <p:cNvSpPr txBox="1"/>
          <p:nvPr>
            <p:ph idx="1" type="subTitle"/>
          </p:nvPr>
        </p:nvSpPr>
        <p:spPr>
          <a:xfrm>
            <a:off x="447775" y="55441"/>
            <a:ext cx="5148900" cy="816600"/>
          </a:xfrm>
          <a:prstGeom prst="rect">
            <a:avLst/>
          </a:prstGeom>
        </p:spPr>
        <p:txBody>
          <a:bodyPr anchorCtr="0" anchor="ctr" bIns="91450" lIns="438900" spcFirstLastPara="1" rIns="91450" wrap="square" tIns="91450">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22" name="Google Shape;822;p5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23" name="Google Shape;823;p55"/>
          <p:cNvSpPr txBox="1"/>
          <p:nvPr>
            <p:ph idx="12" type="sldNum"/>
          </p:nvPr>
        </p:nvSpPr>
        <p:spPr>
          <a:xfrm>
            <a:off x="81975" y="6169556"/>
            <a:ext cx="731400" cy="1434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24" name="Google Shape;824;p55"/>
          <p:cNvPicPr preferRelativeResize="0"/>
          <p:nvPr/>
        </p:nvPicPr>
        <p:blipFill rotWithShape="1">
          <a:blip r:embed="rId2">
            <a:alphaModFix/>
          </a:blip>
          <a:srcRect b="318" l="0" r="0" t="328"/>
          <a:stretch/>
        </p:blipFill>
        <p:spPr>
          <a:xfrm>
            <a:off x="10711279" y="6313250"/>
            <a:ext cx="975851" cy="228121"/>
          </a:xfrm>
          <a:prstGeom prst="rect">
            <a:avLst/>
          </a:prstGeom>
          <a:noFill/>
          <a:ln>
            <a:noFill/>
          </a:ln>
        </p:spPr>
      </p:pic>
      <p:sp>
        <p:nvSpPr>
          <p:cNvPr id="825" name="Google Shape;825;p5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p:cSld name="CUSTOM_4_2_3_1">
    <p:spTree>
      <p:nvGrpSpPr>
        <p:cNvPr id="826" name="Shape 826"/>
        <p:cNvGrpSpPr/>
        <p:nvPr/>
      </p:nvGrpSpPr>
      <p:grpSpPr>
        <a:xfrm>
          <a:off x="0" y="0"/>
          <a:ext cx="0" cy="0"/>
          <a:chOff x="0" y="0"/>
          <a:chExt cx="0" cy="0"/>
        </a:xfrm>
      </p:grpSpPr>
      <p:sp>
        <p:nvSpPr>
          <p:cNvPr id="827" name="Google Shape;827;p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828" name="Google Shape;828;p5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829" name="Google Shape;829;p5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830" name="Google Shape;830;p5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831" name="Google Shape;831;p5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32" name="Google Shape;832;p5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833" name="Google Shape;833;p5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834" name="Google Shape;834;p5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835" name="Google Shape;835;p56"/>
          <p:cNvSpPr txBox="1"/>
          <p:nvPr>
            <p:ph idx="4"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9">
  <p:cSld name="CUSTOM_4_30">
    <p:spTree>
      <p:nvGrpSpPr>
        <p:cNvPr id="836" name="Shape 836"/>
        <p:cNvGrpSpPr/>
        <p:nvPr/>
      </p:nvGrpSpPr>
      <p:grpSpPr>
        <a:xfrm>
          <a:off x="0" y="0"/>
          <a:ext cx="0" cy="0"/>
          <a:chOff x="0" y="0"/>
          <a:chExt cx="0" cy="0"/>
        </a:xfrm>
      </p:grpSpPr>
      <p:sp>
        <p:nvSpPr>
          <p:cNvPr id="837" name="Google Shape;837;p57"/>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838" name="Google Shape;838;p5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839" name="Google Shape;839;p5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40" name="Google Shape;840;p5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41" name="Google Shape;841;p5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842" name="Google Shape;842;p57"/>
          <p:cNvSpPr txBox="1"/>
          <p:nvPr>
            <p:ph idx="1"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1">
  <p:cSld name="CUSTOM_4_3_2">
    <p:spTree>
      <p:nvGrpSpPr>
        <p:cNvPr id="843" name="Shape 843"/>
        <p:cNvGrpSpPr/>
        <p:nvPr/>
      </p:nvGrpSpPr>
      <p:grpSpPr>
        <a:xfrm>
          <a:off x="0" y="0"/>
          <a:ext cx="0" cy="0"/>
          <a:chOff x="0" y="0"/>
          <a:chExt cx="0" cy="0"/>
        </a:xfrm>
      </p:grpSpPr>
      <p:sp>
        <p:nvSpPr>
          <p:cNvPr id="844" name="Google Shape;844;p58"/>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845" name="Google Shape;845;p5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846" name="Google Shape;846;p5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847" name="Google Shape;847;p5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848" name="Google Shape;848;p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849" name="Google Shape;849;p5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850" name="Google Shape;850;p58"/>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851" name="Shape 851"/>
        <p:cNvGrpSpPr/>
        <p:nvPr/>
      </p:nvGrpSpPr>
      <p:grpSpPr>
        <a:xfrm>
          <a:off x="0" y="0"/>
          <a:ext cx="0" cy="0"/>
          <a:chOff x="0" y="0"/>
          <a:chExt cx="0" cy="0"/>
        </a:xfrm>
      </p:grpSpPr>
      <p:sp>
        <p:nvSpPr>
          <p:cNvPr id="852" name="Google Shape;852;p59"/>
          <p:cNvSpPr txBox="1"/>
          <p:nvPr>
            <p:ph type="title"/>
          </p:nvPr>
        </p:nvSpPr>
        <p:spPr>
          <a:xfrm>
            <a:off x="2438400" y="2975652"/>
            <a:ext cx="8046900" cy="1292700"/>
          </a:xfrm>
          <a:prstGeom prst="rect">
            <a:avLst/>
          </a:prstGeom>
          <a:noFill/>
          <a:ln>
            <a:noFill/>
          </a:ln>
        </p:spPr>
        <p:txBody>
          <a:bodyPr anchorCtr="1" anchor="ctr" bIns="0" lIns="0" spcFirstLastPara="1" rIns="0" wrap="square" tIns="0">
            <a:noAutofit/>
          </a:bodyPr>
          <a:lstStyle>
            <a:lvl1pPr indent="0" lvl="0" marL="0" marR="0" rtl="0" algn="l">
              <a:spcBef>
                <a:spcPts val="0"/>
              </a:spcBef>
              <a:spcAft>
                <a:spcPts val="0"/>
              </a:spcAft>
              <a:buSzPts val="3400"/>
              <a:buNone/>
              <a:defRPr b="0" i="0" sz="2400" u="none" cap="none" strike="noStrike"/>
            </a:lvl1pPr>
            <a:lvl2pPr indent="0" lvl="1" marL="0" marR="0" rtl="0" algn="l">
              <a:spcBef>
                <a:spcPts val="0"/>
              </a:spcBef>
              <a:spcAft>
                <a:spcPts val="0"/>
              </a:spcAft>
              <a:buSzPts val="3400"/>
              <a:buNone/>
              <a:defRPr b="0" i="0" sz="2400" u="none" cap="none" strike="noStrike"/>
            </a:lvl2pPr>
            <a:lvl3pPr indent="0" lvl="2" marL="0" marR="0" rtl="0" algn="l">
              <a:spcBef>
                <a:spcPts val="0"/>
              </a:spcBef>
              <a:spcAft>
                <a:spcPts val="0"/>
              </a:spcAft>
              <a:buSzPts val="3400"/>
              <a:buNone/>
              <a:defRPr b="0" i="0" sz="2400" u="none" cap="none" strike="noStrike"/>
            </a:lvl3pPr>
            <a:lvl4pPr indent="0" lvl="3" marL="0" marR="0" rtl="0" algn="l">
              <a:spcBef>
                <a:spcPts val="0"/>
              </a:spcBef>
              <a:spcAft>
                <a:spcPts val="0"/>
              </a:spcAft>
              <a:buSzPts val="3400"/>
              <a:buNone/>
              <a:defRPr b="0" i="0" sz="2400" u="none" cap="none" strike="noStrike"/>
            </a:lvl4pPr>
            <a:lvl5pPr indent="0" lvl="4" marL="0" marR="0" rtl="0" algn="l">
              <a:spcBef>
                <a:spcPts val="0"/>
              </a:spcBef>
              <a:spcAft>
                <a:spcPts val="0"/>
              </a:spcAft>
              <a:buSzPts val="3400"/>
              <a:buNone/>
              <a:defRPr b="0" i="0" sz="2400" u="none" cap="none" strike="noStrike"/>
            </a:lvl5pPr>
            <a:lvl6pPr indent="0" lvl="5" marL="0" marR="0" rtl="0" algn="l">
              <a:spcBef>
                <a:spcPts val="0"/>
              </a:spcBef>
              <a:spcAft>
                <a:spcPts val="0"/>
              </a:spcAft>
              <a:buSzPts val="3400"/>
              <a:buNone/>
              <a:defRPr b="0" i="0" sz="2400" u="none" cap="none" strike="noStrike"/>
            </a:lvl6pPr>
            <a:lvl7pPr indent="0" lvl="6" marL="0" marR="0" rtl="0" algn="l">
              <a:spcBef>
                <a:spcPts val="0"/>
              </a:spcBef>
              <a:spcAft>
                <a:spcPts val="0"/>
              </a:spcAft>
              <a:buSzPts val="3400"/>
              <a:buNone/>
              <a:defRPr b="0" i="0" sz="2400" u="none" cap="none" strike="noStrike"/>
            </a:lvl7pPr>
            <a:lvl8pPr indent="0" lvl="7" marL="0" marR="0" rtl="0" algn="l">
              <a:spcBef>
                <a:spcPts val="0"/>
              </a:spcBef>
              <a:spcAft>
                <a:spcPts val="0"/>
              </a:spcAft>
              <a:buSzPts val="3400"/>
              <a:buNone/>
              <a:defRPr b="0" i="0" sz="2400" u="none" cap="none" strike="noStrike"/>
            </a:lvl8pPr>
            <a:lvl9pPr indent="0" lvl="8" marL="0" marR="0" rtl="0" algn="l">
              <a:spcBef>
                <a:spcPts val="0"/>
              </a:spcBef>
              <a:spcAft>
                <a:spcPts val="0"/>
              </a:spcAft>
              <a:buSzPts val="3400"/>
              <a:buNone/>
              <a:defRPr b="0" i="0" sz="2400" u="none" cap="none" strike="noStrike"/>
            </a:lvl9pPr>
          </a:lstStyle>
          <a:p/>
        </p:txBody>
      </p:sp>
      <p:sp>
        <p:nvSpPr>
          <p:cNvPr id="853" name="Google Shape;853;p59"/>
          <p:cNvSpPr txBox="1"/>
          <p:nvPr>
            <p:ph idx="1" type="body"/>
          </p:nvPr>
        </p:nvSpPr>
        <p:spPr>
          <a:xfrm>
            <a:off x="2438400" y="4341910"/>
            <a:ext cx="8046900" cy="19248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600"/>
              <a:buNone/>
              <a:defRPr b="0" i="0" sz="2400" u="none" cap="none" strike="noStrike"/>
            </a:lvl1pPr>
            <a:lvl2pPr indent="-228600" lvl="1" marL="914400" marR="0" rtl="0" algn="l">
              <a:spcBef>
                <a:spcPts val="500"/>
              </a:spcBef>
              <a:spcAft>
                <a:spcPts val="0"/>
              </a:spcAft>
              <a:buSzPts val="1400"/>
              <a:buNone/>
              <a:defRPr b="0" i="0" sz="2400" u="none" cap="none" strike="noStrike"/>
            </a:lvl2pPr>
            <a:lvl3pPr indent="-228600" lvl="2" marL="1371600" marR="0" rtl="0" algn="l">
              <a:spcBef>
                <a:spcPts val="500"/>
              </a:spcBef>
              <a:spcAft>
                <a:spcPts val="0"/>
              </a:spcAft>
              <a:buSzPts val="1400"/>
              <a:buNone/>
              <a:defRPr b="0" i="0" sz="2400" u="none" cap="none" strike="noStrike"/>
            </a:lvl3pPr>
            <a:lvl4pPr indent="-228600" lvl="3" marL="1828800" marR="0" rtl="0" algn="l">
              <a:spcBef>
                <a:spcPts val="500"/>
              </a:spcBef>
              <a:spcAft>
                <a:spcPts val="0"/>
              </a:spcAft>
              <a:buSzPts val="1400"/>
              <a:buNone/>
              <a:defRPr b="0" i="0" sz="2400" u="none" cap="none" strike="noStrike"/>
            </a:lvl4pPr>
            <a:lvl5pPr indent="-228600" lvl="4" marL="2286000" marR="0" rtl="0" algn="l">
              <a:spcBef>
                <a:spcPts val="500"/>
              </a:spcBef>
              <a:spcAft>
                <a:spcPts val="0"/>
              </a:spcAft>
              <a:buSzPts val="1400"/>
              <a:buNone/>
              <a:defRPr b="0" i="0" sz="2400" u="none" cap="none" strike="noStrike"/>
            </a:lvl5pPr>
            <a:lvl6pPr indent="-228600" lvl="5" marL="2743200" marR="0" rtl="0" algn="l">
              <a:spcBef>
                <a:spcPts val="500"/>
              </a:spcBef>
              <a:spcAft>
                <a:spcPts val="0"/>
              </a:spcAft>
              <a:buSzPts val="1400"/>
              <a:buNone/>
              <a:defRPr b="0" i="0" sz="2400" u="none" cap="none" strike="noStrike"/>
            </a:lvl6pPr>
            <a:lvl7pPr indent="-228600" lvl="6" marL="3200400" marR="0" rtl="0" algn="l">
              <a:spcBef>
                <a:spcPts val="500"/>
              </a:spcBef>
              <a:spcAft>
                <a:spcPts val="0"/>
              </a:spcAft>
              <a:buSzPts val="1400"/>
              <a:buNone/>
              <a:defRPr b="0" i="0" sz="2400" u="none" cap="none" strike="noStrike"/>
            </a:lvl7pPr>
            <a:lvl8pPr indent="-228600" lvl="7" marL="3657600" marR="0" rtl="0" algn="l">
              <a:spcBef>
                <a:spcPts val="500"/>
              </a:spcBef>
              <a:spcAft>
                <a:spcPts val="0"/>
              </a:spcAft>
              <a:buSzPts val="1400"/>
              <a:buNone/>
              <a:defRPr b="0" i="0" sz="2400" u="none" cap="none" strike="noStrike"/>
            </a:lvl8pPr>
            <a:lvl9pPr indent="-228600" lvl="8" marL="4114800" marR="0" rtl="0" algn="l">
              <a:spcBef>
                <a:spcPts val="500"/>
              </a:spcBef>
              <a:spcAft>
                <a:spcPts val="500"/>
              </a:spcAft>
              <a:buSzPts val="1400"/>
              <a:buNone/>
              <a:defRPr b="0" i="0" sz="2400" u="none" cap="none" strike="noStrike"/>
            </a:lvl9pPr>
          </a:lstStyle>
          <a:p/>
        </p:txBody>
      </p:sp>
      <p:sp>
        <p:nvSpPr>
          <p:cNvPr id="854" name="Google Shape;854;p59"/>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p:cSld name="CUSTOM_1_1">
    <p:spTree>
      <p:nvGrpSpPr>
        <p:cNvPr id="855" name="Shape 855"/>
        <p:cNvGrpSpPr/>
        <p:nvPr/>
      </p:nvGrpSpPr>
      <p:grpSpPr>
        <a:xfrm>
          <a:off x="0" y="0"/>
          <a:ext cx="0" cy="0"/>
          <a:chOff x="0" y="0"/>
          <a:chExt cx="0" cy="0"/>
        </a:xfrm>
      </p:grpSpPr>
      <p:sp>
        <p:nvSpPr>
          <p:cNvPr id="856" name="Google Shape;856;p60"/>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857" name="Google Shape;857;p60"/>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858" name="Google Shape;858;p60"/>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859" name="Google Shape;859;p60"/>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left, text right">
  <p:cSld name="CUSTOM_1_1_1">
    <p:spTree>
      <p:nvGrpSpPr>
        <p:cNvPr id="860" name="Shape 860"/>
        <p:cNvGrpSpPr/>
        <p:nvPr/>
      </p:nvGrpSpPr>
      <p:grpSpPr>
        <a:xfrm>
          <a:off x="0" y="0"/>
          <a:ext cx="0" cy="0"/>
          <a:chOff x="0" y="0"/>
          <a:chExt cx="0" cy="0"/>
        </a:xfrm>
      </p:grpSpPr>
      <p:sp>
        <p:nvSpPr>
          <p:cNvPr id="861" name="Google Shape;861;p61"/>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862" name="Google Shape;862;p61"/>
          <p:cNvSpPr txBox="1"/>
          <p:nvPr>
            <p:ph idx="1" type="body"/>
          </p:nvPr>
        </p:nvSpPr>
        <p:spPr>
          <a:xfrm>
            <a:off x="6309800" y="2167900"/>
            <a:ext cx="47799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Char char="▸"/>
              <a:defRPr/>
            </a:lvl1pPr>
            <a:lvl2pPr indent="-311150" lvl="1" marL="914400" rtl="0">
              <a:spcBef>
                <a:spcPts val="500"/>
              </a:spcBef>
              <a:spcAft>
                <a:spcPts val="0"/>
              </a:spcAft>
              <a:buSzPts val="1300"/>
              <a:buChar char="･"/>
              <a:defRPr/>
            </a:lvl2pPr>
            <a:lvl3pPr indent="-311150" lvl="2" marL="1371600" rtl="0">
              <a:spcBef>
                <a:spcPts val="500"/>
              </a:spcBef>
              <a:spcAft>
                <a:spcPts val="0"/>
              </a:spcAft>
              <a:buSzPts val="1300"/>
              <a:buChar char="･"/>
              <a:defRPr/>
            </a:lvl3pPr>
            <a:lvl4pPr indent="-311150" lvl="3" marL="1828800" rtl="0">
              <a:spcBef>
                <a:spcPts val="500"/>
              </a:spcBef>
              <a:spcAft>
                <a:spcPts val="0"/>
              </a:spcAft>
              <a:buSzPts val="1300"/>
              <a:buChar char="･"/>
              <a:defRPr/>
            </a:lvl4pPr>
            <a:lvl5pPr indent="-311150" lvl="4" marL="2286000" rtl="0">
              <a:spcBef>
                <a:spcPts val="500"/>
              </a:spcBef>
              <a:spcAft>
                <a:spcPts val="0"/>
              </a:spcAft>
              <a:buSzPts val="1300"/>
              <a:buChar char="･"/>
              <a:defRPr/>
            </a:lvl5pPr>
            <a:lvl6pPr indent="-311150" lvl="5" marL="2743200" rtl="0">
              <a:spcBef>
                <a:spcPts val="500"/>
              </a:spcBef>
              <a:spcAft>
                <a:spcPts val="0"/>
              </a:spcAft>
              <a:buSzPts val="1300"/>
              <a:buChar char="･"/>
              <a:defRPr/>
            </a:lvl6pPr>
            <a:lvl7pPr indent="-311150" lvl="6" marL="3200400" rtl="0">
              <a:spcBef>
                <a:spcPts val="500"/>
              </a:spcBef>
              <a:spcAft>
                <a:spcPts val="0"/>
              </a:spcAft>
              <a:buSzPts val="1300"/>
              <a:buChar char="･"/>
              <a:defRPr/>
            </a:lvl7pPr>
            <a:lvl8pPr indent="-311150" lvl="7" marL="3657600" rtl="0">
              <a:spcBef>
                <a:spcPts val="500"/>
              </a:spcBef>
              <a:spcAft>
                <a:spcPts val="0"/>
              </a:spcAft>
              <a:buSzPts val="1300"/>
              <a:buChar char="･"/>
              <a:defRPr/>
            </a:lvl8pPr>
            <a:lvl9pPr indent="-311150" lvl="8" marL="4114800" rtl="0">
              <a:spcBef>
                <a:spcPts val="500"/>
              </a:spcBef>
              <a:spcAft>
                <a:spcPts val="500"/>
              </a:spcAft>
              <a:buSzPts val="1300"/>
              <a:buChar char="･"/>
              <a:defRPr/>
            </a:lvl9pPr>
          </a:lstStyle>
          <a:p/>
        </p:txBody>
      </p:sp>
      <p:sp>
        <p:nvSpPr>
          <p:cNvPr id="863" name="Google Shape;863;p61"/>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864" name="Google Shape;864;p61"/>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top, text bottom">
  <p:cSld name="CUSTOM_3_1_2">
    <p:spTree>
      <p:nvGrpSpPr>
        <p:cNvPr id="865" name="Shape 865"/>
        <p:cNvGrpSpPr/>
        <p:nvPr/>
      </p:nvGrpSpPr>
      <p:grpSpPr>
        <a:xfrm>
          <a:off x="0" y="0"/>
          <a:ext cx="0" cy="0"/>
          <a:chOff x="0" y="0"/>
          <a:chExt cx="0" cy="0"/>
        </a:xfrm>
      </p:grpSpPr>
      <p:sp>
        <p:nvSpPr>
          <p:cNvPr id="866" name="Google Shape;866;p62"/>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867" name="Google Shape;867;p62"/>
          <p:cNvSpPr txBox="1"/>
          <p:nvPr>
            <p:ph idx="1" type="body"/>
          </p:nvPr>
        </p:nvSpPr>
        <p:spPr>
          <a:xfrm>
            <a:off x="1102200" y="5212665"/>
            <a:ext cx="9987600" cy="5247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900"/>
            </a:lvl1pPr>
            <a:lvl2pPr indent="-317500" lvl="1" marL="914400" rtl="0" algn="ctr">
              <a:spcBef>
                <a:spcPts val="0"/>
              </a:spcBef>
              <a:spcAft>
                <a:spcPts val="0"/>
              </a:spcAft>
              <a:buSzPts val="1400"/>
              <a:buChar char="･"/>
              <a:defRPr sz="1900"/>
            </a:lvl2pPr>
            <a:lvl3pPr indent="-317500" lvl="2" marL="1371600" rtl="0" algn="ctr">
              <a:spcBef>
                <a:spcPts val="0"/>
              </a:spcBef>
              <a:spcAft>
                <a:spcPts val="0"/>
              </a:spcAft>
              <a:buSzPts val="1400"/>
              <a:buChar char="･"/>
              <a:defRPr sz="1900"/>
            </a:lvl3pPr>
            <a:lvl4pPr indent="-317500" lvl="3" marL="1828800" rtl="0" algn="ctr">
              <a:spcBef>
                <a:spcPts val="0"/>
              </a:spcBef>
              <a:spcAft>
                <a:spcPts val="0"/>
              </a:spcAft>
              <a:buSzPts val="1400"/>
              <a:buChar char="･"/>
              <a:defRPr sz="1900"/>
            </a:lvl4pPr>
            <a:lvl5pPr indent="-317500" lvl="4" marL="2286000" rtl="0" algn="ctr">
              <a:spcBef>
                <a:spcPts val="0"/>
              </a:spcBef>
              <a:spcAft>
                <a:spcPts val="0"/>
              </a:spcAft>
              <a:buSzPts val="1400"/>
              <a:buChar char="･"/>
              <a:defRPr sz="1900"/>
            </a:lvl5pPr>
            <a:lvl6pPr indent="-317500" lvl="5" marL="2743200" rtl="0" algn="ctr">
              <a:spcBef>
                <a:spcPts val="0"/>
              </a:spcBef>
              <a:spcAft>
                <a:spcPts val="0"/>
              </a:spcAft>
              <a:buSzPts val="1400"/>
              <a:buChar char="･"/>
              <a:defRPr sz="1900"/>
            </a:lvl6pPr>
            <a:lvl7pPr indent="-317500" lvl="6" marL="3200400" rtl="0" algn="ctr">
              <a:spcBef>
                <a:spcPts val="0"/>
              </a:spcBef>
              <a:spcAft>
                <a:spcPts val="0"/>
              </a:spcAft>
              <a:buSzPts val="1400"/>
              <a:buChar char="･"/>
              <a:defRPr sz="1900"/>
            </a:lvl7pPr>
            <a:lvl8pPr indent="-317500" lvl="7" marL="3657600" rtl="0" algn="ctr">
              <a:spcBef>
                <a:spcPts val="0"/>
              </a:spcBef>
              <a:spcAft>
                <a:spcPts val="0"/>
              </a:spcAft>
              <a:buSzPts val="1400"/>
              <a:buChar char="･"/>
              <a:defRPr sz="1900"/>
            </a:lvl8pPr>
            <a:lvl9pPr indent="-317500" lvl="8" marL="4114800" rtl="0" algn="ctr">
              <a:spcBef>
                <a:spcPts val="0"/>
              </a:spcBef>
              <a:spcAft>
                <a:spcPts val="0"/>
              </a:spcAft>
              <a:buSzPts val="1400"/>
              <a:buChar char="･"/>
              <a:defRPr sz="1900"/>
            </a:lvl9pPr>
          </a:lstStyle>
          <a:p/>
        </p:txBody>
      </p:sp>
      <p:sp>
        <p:nvSpPr>
          <p:cNvPr id="868" name="Google Shape;868;p62"/>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869" name="Google Shape;869;p62"/>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1">
  <p:cSld name="CUSTOM_1_2">
    <p:spTree>
      <p:nvGrpSpPr>
        <p:cNvPr id="870" name="Shape 870"/>
        <p:cNvGrpSpPr/>
        <p:nvPr/>
      </p:nvGrpSpPr>
      <p:grpSpPr>
        <a:xfrm>
          <a:off x="0" y="0"/>
          <a:ext cx="0" cy="0"/>
          <a:chOff x="0" y="0"/>
          <a:chExt cx="0" cy="0"/>
        </a:xfrm>
      </p:grpSpPr>
      <p:sp>
        <p:nvSpPr>
          <p:cNvPr id="871" name="Google Shape;871;p63"/>
          <p:cNvSpPr txBox="1"/>
          <p:nvPr>
            <p:ph idx="12" type="sldNum"/>
          </p:nvPr>
        </p:nvSpPr>
        <p:spPr>
          <a:xfrm>
            <a:off x="137767" y="6311933"/>
            <a:ext cx="441900" cy="392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872" name="Google Shape;872;p63"/>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873" name="Google Shape;873;p63"/>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874" name="Google Shape;874;p63"/>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75" name="Shape 875"/>
        <p:cNvGrpSpPr/>
        <p:nvPr/>
      </p:nvGrpSpPr>
      <p:grpSpPr>
        <a:xfrm>
          <a:off x="0" y="0"/>
          <a:ext cx="0" cy="0"/>
          <a:chOff x="0" y="0"/>
          <a:chExt cx="0" cy="0"/>
        </a:xfrm>
      </p:grpSpPr>
      <p:sp>
        <p:nvSpPr>
          <p:cNvPr id="876" name="Google Shape;876;p64"/>
          <p:cNvSpPr txBox="1"/>
          <p:nvPr>
            <p:ph type="title"/>
          </p:nvPr>
        </p:nvSpPr>
        <p:spPr>
          <a:xfrm>
            <a:off x="415600" y="593367"/>
            <a:ext cx="11360700" cy="763500"/>
          </a:xfrm>
          <a:prstGeom prst="rect">
            <a:avLst/>
          </a:prstGeom>
        </p:spPr>
        <p:txBody>
          <a:bodyPr anchorCtr="0" anchor="t"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77" name="Google Shape;877;p64"/>
          <p:cNvSpPr txBox="1"/>
          <p:nvPr>
            <p:ph idx="1" type="body"/>
          </p:nvPr>
        </p:nvSpPr>
        <p:spPr>
          <a:xfrm>
            <a:off x="415600" y="1536633"/>
            <a:ext cx="11360700" cy="45552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17500" lvl="1" marL="914400" rtl="0">
              <a:spcBef>
                <a:spcPts val="500"/>
              </a:spcBef>
              <a:spcAft>
                <a:spcPts val="0"/>
              </a:spcAft>
              <a:buSzPts val="1400"/>
              <a:buChar char="･"/>
              <a:defRPr/>
            </a:lvl2pPr>
            <a:lvl3pPr indent="-317500" lvl="2" marL="1371600" rtl="0">
              <a:spcBef>
                <a:spcPts val="500"/>
              </a:spcBef>
              <a:spcAft>
                <a:spcPts val="0"/>
              </a:spcAft>
              <a:buSzPts val="1400"/>
              <a:buChar char="･"/>
              <a:defRPr/>
            </a:lvl3pPr>
            <a:lvl4pPr indent="-317500" lvl="3" marL="1828800" rtl="0">
              <a:spcBef>
                <a:spcPts val="500"/>
              </a:spcBef>
              <a:spcAft>
                <a:spcPts val="0"/>
              </a:spcAft>
              <a:buSzPts val="1400"/>
              <a:buChar char="･"/>
              <a:defRPr/>
            </a:lvl4pPr>
            <a:lvl5pPr indent="-317500" lvl="4" marL="2286000" rtl="0">
              <a:spcBef>
                <a:spcPts val="500"/>
              </a:spcBef>
              <a:spcAft>
                <a:spcPts val="0"/>
              </a:spcAft>
              <a:buSzPts val="1400"/>
              <a:buChar char="･"/>
              <a:defRPr/>
            </a:lvl5pPr>
            <a:lvl6pPr indent="-317500" lvl="5" marL="2743200" rtl="0">
              <a:spcBef>
                <a:spcPts val="500"/>
              </a:spcBef>
              <a:spcAft>
                <a:spcPts val="0"/>
              </a:spcAft>
              <a:buSzPts val="1400"/>
              <a:buChar char="･"/>
              <a:defRPr/>
            </a:lvl6pPr>
            <a:lvl7pPr indent="-317500" lvl="6" marL="3200400" rtl="0">
              <a:spcBef>
                <a:spcPts val="500"/>
              </a:spcBef>
              <a:spcAft>
                <a:spcPts val="0"/>
              </a:spcAft>
              <a:buSzPts val="1400"/>
              <a:buChar char="･"/>
              <a:defRPr/>
            </a:lvl7pPr>
            <a:lvl8pPr indent="-317500" lvl="7" marL="3657600" rtl="0">
              <a:spcBef>
                <a:spcPts val="500"/>
              </a:spcBef>
              <a:spcAft>
                <a:spcPts val="0"/>
              </a:spcAft>
              <a:buSzPts val="1400"/>
              <a:buChar char="･"/>
              <a:defRPr/>
            </a:lvl8pPr>
            <a:lvl9pPr indent="-317500" lvl="8" marL="4114800" rtl="0">
              <a:spcBef>
                <a:spcPts val="500"/>
              </a:spcBef>
              <a:spcAft>
                <a:spcPts val="500"/>
              </a:spcAft>
              <a:buSzPts val="1400"/>
              <a:buChar char="･"/>
              <a:defRPr/>
            </a:lvl9pPr>
          </a:lstStyle>
          <a:p/>
        </p:txBody>
      </p:sp>
      <p:sp>
        <p:nvSpPr>
          <p:cNvPr id="878" name="Google Shape;878;p64"/>
          <p:cNvSpPr txBox="1"/>
          <p:nvPr>
            <p:ph idx="12" type="sldNum"/>
          </p:nvPr>
        </p:nvSpPr>
        <p:spPr>
          <a:xfrm>
            <a:off x="11296610" y="6217622"/>
            <a:ext cx="7317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p:cSld name="headline only">
    <p:spTree>
      <p:nvGrpSpPr>
        <p:cNvPr id="879" name="Shape 879"/>
        <p:cNvGrpSpPr/>
        <p:nvPr/>
      </p:nvGrpSpPr>
      <p:grpSpPr>
        <a:xfrm>
          <a:off x="0" y="0"/>
          <a:ext cx="0" cy="0"/>
          <a:chOff x="0" y="0"/>
          <a:chExt cx="0" cy="0"/>
        </a:xfrm>
      </p:grpSpPr>
      <p:sp>
        <p:nvSpPr>
          <p:cNvPr id="880" name="Google Shape;880;p65"/>
          <p:cNvSpPr txBox="1"/>
          <p:nvPr>
            <p:ph type="title"/>
          </p:nvPr>
        </p:nvSpPr>
        <p:spPr>
          <a:xfrm>
            <a:off x="914400" y="2362200"/>
            <a:ext cx="10363200" cy="1371600"/>
          </a:xfrm>
          <a:prstGeom prst="rect">
            <a:avLst/>
          </a:prstGeom>
          <a:noFill/>
          <a:ln>
            <a:noFill/>
          </a:ln>
        </p:spPr>
        <p:txBody>
          <a:bodyPr anchorCtr="0" anchor="ctr" bIns="0" lIns="0" spcFirstLastPara="1" rIns="0" wrap="square" tIns="0">
            <a:noAutofit/>
          </a:bodyPr>
          <a:lstStyle>
            <a:lvl1pPr indent="0" lvl="0" marL="0" marR="0" rtl="0" algn="ctr">
              <a:spcBef>
                <a:spcPts val="0"/>
              </a:spcBef>
              <a:spcAft>
                <a:spcPts val="0"/>
              </a:spcAft>
              <a:buSzPts val="3400"/>
              <a:buNone/>
              <a:defRPr b="0" i="0" sz="4800" u="none" cap="none" strike="noStrike">
                <a:solidFill>
                  <a:schemeClr val="dk1"/>
                </a:solidFill>
                <a:latin typeface="Arial"/>
                <a:ea typeface="Arial"/>
                <a:cs typeface="Arial"/>
                <a:sym typeface="Arial"/>
              </a:defRPr>
            </a:lvl1pPr>
            <a:lvl2pPr indent="0" lvl="1"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9pPr>
          </a:lstStyle>
          <a:p/>
        </p:txBody>
      </p:sp>
      <p:sp>
        <p:nvSpPr>
          <p:cNvPr id="881" name="Google Shape;881;p65"/>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sz="1100">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882" name="Google Shape;882;p65"/>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buNone/>
              <a:defRPr sz="1100">
                <a:solidFill>
                  <a:schemeClr val="dk1"/>
                </a:solidFill>
                <a:latin typeface="Arial"/>
                <a:ea typeface="Arial"/>
                <a:cs typeface="Arial"/>
                <a:sym typeface="Arial"/>
              </a:defRPr>
            </a:lvl1pPr>
            <a:lvl2pPr indent="0" lvl="1" marL="0" marR="0" rtl="0" algn="r">
              <a:spcBef>
                <a:spcPts val="0"/>
              </a:spcBef>
              <a:buNone/>
              <a:defRPr sz="1100">
                <a:solidFill>
                  <a:schemeClr val="dk1"/>
                </a:solidFill>
                <a:latin typeface="Arial"/>
                <a:ea typeface="Arial"/>
                <a:cs typeface="Arial"/>
                <a:sym typeface="Arial"/>
              </a:defRPr>
            </a:lvl2pPr>
            <a:lvl3pPr indent="0" lvl="2" marL="0" marR="0" rtl="0" algn="r">
              <a:spcBef>
                <a:spcPts val="0"/>
              </a:spcBef>
              <a:buNone/>
              <a:defRPr sz="1100">
                <a:solidFill>
                  <a:schemeClr val="dk1"/>
                </a:solidFill>
                <a:latin typeface="Arial"/>
                <a:ea typeface="Arial"/>
                <a:cs typeface="Arial"/>
                <a:sym typeface="Arial"/>
              </a:defRPr>
            </a:lvl3pPr>
            <a:lvl4pPr indent="0" lvl="3" marL="0" marR="0" rtl="0" algn="r">
              <a:spcBef>
                <a:spcPts val="0"/>
              </a:spcBef>
              <a:buNone/>
              <a:defRPr sz="1100">
                <a:solidFill>
                  <a:schemeClr val="dk1"/>
                </a:solidFill>
                <a:latin typeface="Arial"/>
                <a:ea typeface="Arial"/>
                <a:cs typeface="Arial"/>
                <a:sym typeface="Arial"/>
              </a:defRPr>
            </a:lvl4pPr>
            <a:lvl5pPr indent="0" lvl="4" marL="0" marR="0" rtl="0" algn="r">
              <a:spcBef>
                <a:spcPts val="0"/>
              </a:spcBef>
              <a:buNone/>
              <a:defRPr sz="1100">
                <a:solidFill>
                  <a:schemeClr val="dk1"/>
                </a:solidFill>
                <a:latin typeface="Arial"/>
                <a:ea typeface="Arial"/>
                <a:cs typeface="Arial"/>
                <a:sym typeface="Arial"/>
              </a:defRPr>
            </a:lvl5pPr>
            <a:lvl6pPr indent="0" lvl="5" marL="0" marR="0" rtl="0" algn="r">
              <a:spcBef>
                <a:spcPts val="0"/>
              </a:spcBef>
              <a:buNone/>
              <a:defRPr sz="1100">
                <a:solidFill>
                  <a:schemeClr val="dk1"/>
                </a:solidFill>
                <a:latin typeface="Arial"/>
                <a:ea typeface="Arial"/>
                <a:cs typeface="Arial"/>
                <a:sym typeface="Arial"/>
              </a:defRPr>
            </a:lvl6pPr>
            <a:lvl7pPr indent="0" lvl="6" marL="0" marR="0" rtl="0" algn="r">
              <a:spcBef>
                <a:spcPts val="0"/>
              </a:spcBef>
              <a:buNone/>
              <a:defRPr sz="1100">
                <a:solidFill>
                  <a:schemeClr val="dk1"/>
                </a:solidFill>
                <a:latin typeface="Arial"/>
                <a:ea typeface="Arial"/>
                <a:cs typeface="Arial"/>
                <a:sym typeface="Arial"/>
              </a:defRPr>
            </a:lvl7pPr>
            <a:lvl8pPr indent="0" lvl="7" marL="0" marR="0" rtl="0" algn="r">
              <a:spcBef>
                <a:spcPts val="0"/>
              </a:spcBef>
              <a:buNone/>
              <a:defRPr sz="1100">
                <a:solidFill>
                  <a:schemeClr val="dk1"/>
                </a:solidFill>
                <a:latin typeface="Arial"/>
                <a:ea typeface="Arial"/>
                <a:cs typeface="Arial"/>
                <a:sym typeface="Arial"/>
              </a:defRPr>
            </a:lvl8pPr>
            <a:lvl9pPr indent="0" lvl="8" marL="0" marR="0" rtl="0" algn="r">
              <a:spcBef>
                <a:spcPts val="0"/>
              </a:spcBef>
              <a:buNone/>
              <a:defRPr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CUSTOM_1_1_1_1">
    <p:spTree>
      <p:nvGrpSpPr>
        <p:cNvPr id="883" name="Shape 883"/>
        <p:cNvGrpSpPr/>
        <p:nvPr/>
      </p:nvGrpSpPr>
      <p:grpSpPr>
        <a:xfrm>
          <a:off x="0" y="0"/>
          <a:ext cx="0" cy="0"/>
          <a:chOff x="0" y="0"/>
          <a:chExt cx="0" cy="0"/>
        </a:xfrm>
      </p:grpSpPr>
      <p:sp>
        <p:nvSpPr>
          <p:cNvPr id="884" name="Google Shape;884;p66"/>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885" name="Google Shape;885;p66"/>
          <p:cNvSpPr txBox="1"/>
          <p:nvPr>
            <p:ph idx="1" type="subTitle"/>
          </p:nvPr>
        </p:nvSpPr>
        <p:spPr>
          <a:xfrm>
            <a:off x="1102200" y="3829675"/>
            <a:ext cx="3014400" cy="8856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a:lvl2pPr>
            <a:lvl3pPr lvl="2" rtl="0" algn="ctr">
              <a:lnSpc>
                <a:spcPct val="100000"/>
              </a:lnSpc>
              <a:spcBef>
                <a:spcPts val="500"/>
              </a:spcBef>
              <a:spcAft>
                <a:spcPts val="0"/>
              </a:spcAft>
              <a:buNone/>
              <a:defRPr/>
            </a:lvl3pPr>
            <a:lvl4pPr lvl="3" rtl="0" algn="ctr">
              <a:lnSpc>
                <a:spcPct val="100000"/>
              </a:lnSpc>
              <a:spcBef>
                <a:spcPts val="500"/>
              </a:spcBef>
              <a:spcAft>
                <a:spcPts val="0"/>
              </a:spcAft>
              <a:buNone/>
              <a:defRPr/>
            </a:lvl4pPr>
            <a:lvl5pPr lvl="4" rtl="0" algn="ctr">
              <a:lnSpc>
                <a:spcPct val="100000"/>
              </a:lnSpc>
              <a:spcBef>
                <a:spcPts val="500"/>
              </a:spcBef>
              <a:spcAft>
                <a:spcPts val="0"/>
              </a:spcAft>
              <a:buNone/>
              <a:defRPr/>
            </a:lvl5pPr>
            <a:lvl6pPr lvl="5" rtl="0" algn="ctr">
              <a:lnSpc>
                <a:spcPct val="100000"/>
              </a:lnSpc>
              <a:spcBef>
                <a:spcPts val="500"/>
              </a:spcBef>
              <a:spcAft>
                <a:spcPts val="0"/>
              </a:spcAft>
              <a:buNone/>
              <a:defRPr/>
            </a:lvl6pPr>
            <a:lvl7pPr lvl="6" rtl="0" algn="ctr">
              <a:lnSpc>
                <a:spcPct val="100000"/>
              </a:lnSpc>
              <a:spcBef>
                <a:spcPts val="500"/>
              </a:spcBef>
              <a:spcAft>
                <a:spcPts val="0"/>
              </a:spcAft>
              <a:buNone/>
              <a:defRPr/>
            </a:lvl7pPr>
            <a:lvl8pPr lvl="7" rtl="0" algn="ctr">
              <a:lnSpc>
                <a:spcPct val="100000"/>
              </a:lnSpc>
              <a:spcBef>
                <a:spcPts val="500"/>
              </a:spcBef>
              <a:spcAft>
                <a:spcPts val="0"/>
              </a:spcAft>
              <a:buNone/>
              <a:defRPr/>
            </a:lvl8pPr>
            <a:lvl9pPr lvl="8" rtl="0" algn="ctr">
              <a:lnSpc>
                <a:spcPct val="100000"/>
              </a:lnSpc>
              <a:spcBef>
                <a:spcPts val="500"/>
              </a:spcBef>
              <a:spcAft>
                <a:spcPts val="500"/>
              </a:spcAft>
              <a:buNone/>
              <a:defRPr/>
            </a:lvl9pPr>
          </a:lstStyle>
          <a:p/>
        </p:txBody>
      </p:sp>
      <p:sp>
        <p:nvSpPr>
          <p:cNvPr id="886" name="Google Shape;886;p66"/>
          <p:cNvSpPr txBox="1"/>
          <p:nvPr>
            <p:ph idx="2" type="subTitle"/>
          </p:nvPr>
        </p:nvSpPr>
        <p:spPr>
          <a:xfrm>
            <a:off x="1102200" y="4715275"/>
            <a:ext cx="3014400" cy="885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1600"/>
            </a:lvl1pPr>
            <a:lvl2pPr lvl="1" rtl="0" algn="ctr">
              <a:lnSpc>
                <a:spcPct val="100000"/>
              </a:lnSpc>
              <a:spcBef>
                <a:spcPts val="500"/>
              </a:spcBef>
              <a:spcAft>
                <a:spcPts val="0"/>
              </a:spcAft>
              <a:buNone/>
              <a:defRPr sz="1600"/>
            </a:lvl2pPr>
            <a:lvl3pPr lvl="2" rtl="0" algn="ctr">
              <a:lnSpc>
                <a:spcPct val="100000"/>
              </a:lnSpc>
              <a:spcBef>
                <a:spcPts val="500"/>
              </a:spcBef>
              <a:spcAft>
                <a:spcPts val="0"/>
              </a:spcAft>
              <a:buNone/>
              <a:defRPr sz="1600"/>
            </a:lvl3pPr>
            <a:lvl4pPr lvl="3" rtl="0" algn="ctr">
              <a:lnSpc>
                <a:spcPct val="100000"/>
              </a:lnSpc>
              <a:spcBef>
                <a:spcPts val="500"/>
              </a:spcBef>
              <a:spcAft>
                <a:spcPts val="0"/>
              </a:spcAft>
              <a:buNone/>
              <a:defRPr sz="1600"/>
            </a:lvl4pPr>
            <a:lvl5pPr lvl="4" rtl="0" algn="ctr">
              <a:lnSpc>
                <a:spcPct val="100000"/>
              </a:lnSpc>
              <a:spcBef>
                <a:spcPts val="500"/>
              </a:spcBef>
              <a:spcAft>
                <a:spcPts val="0"/>
              </a:spcAft>
              <a:buNone/>
              <a:defRPr sz="1600"/>
            </a:lvl5pPr>
            <a:lvl6pPr lvl="5" rtl="0" algn="ctr">
              <a:lnSpc>
                <a:spcPct val="100000"/>
              </a:lnSpc>
              <a:spcBef>
                <a:spcPts val="500"/>
              </a:spcBef>
              <a:spcAft>
                <a:spcPts val="0"/>
              </a:spcAft>
              <a:buNone/>
              <a:defRPr sz="1600"/>
            </a:lvl6pPr>
            <a:lvl7pPr lvl="6" rtl="0" algn="ctr">
              <a:lnSpc>
                <a:spcPct val="100000"/>
              </a:lnSpc>
              <a:spcBef>
                <a:spcPts val="500"/>
              </a:spcBef>
              <a:spcAft>
                <a:spcPts val="0"/>
              </a:spcAft>
              <a:buNone/>
              <a:defRPr sz="1600"/>
            </a:lvl7pPr>
            <a:lvl8pPr lvl="7" rtl="0" algn="ctr">
              <a:lnSpc>
                <a:spcPct val="100000"/>
              </a:lnSpc>
              <a:spcBef>
                <a:spcPts val="500"/>
              </a:spcBef>
              <a:spcAft>
                <a:spcPts val="0"/>
              </a:spcAft>
              <a:buNone/>
              <a:defRPr sz="1600"/>
            </a:lvl8pPr>
            <a:lvl9pPr lvl="8" rtl="0" algn="ctr">
              <a:lnSpc>
                <a:spcPct val="100000"/>
              </a:lnSpc>
              <a:spcBef>
                <a:spcPts val="500"/>
              </a:spcBef>
              <a:spcAft>
                <a:spcPts val="500"/>
              </a:spcAft>
              <a:buNone/>
              <a:defRPr sz="1600"/>
            </a:lvl9pPr>
          </a:lstStyle>
          <a:p/>
        </p:txBody>
      </p:sp>
      <p:sp>
        <p:nvSpPr>
          <p:cNvPr id="887" name="Google Shape;887;p66"/>
          <p:cNvSpPr txBox="1"/>
          <p:nvPr>
            <p:ph idx="3" type="subTitle"/>
          </p:nvPr>
        </p:nvSpPr>
        <p:spPr>
          <a:xfrm>
            <a:off x="4588800" y="4715275"/>
            <a:ext cx="3014400" cy="885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1600"/>
            </a:lvl1pPr>
            <a:lvl2pPr lvl="1" rtl="0" algn="ctr">
              <a:lnSpc>
                <a:spcPct val="100000"/>
              </a:lnSpc>
              <a:spcBef>
                <a:spcPts val="500"/>
              </a:spcBef>
              <a:spcAft>
                <a:spcPts val="0"/>
              </a:spcAft>
              <a:buNone/>
              <a:defRPr sz="1600"/>
            </a:lvl2pPr>
            <a:lvl3pPr lvl="2" rtl="0" algn="ctr">
              <a:lnSpc>
                <a:spcPct val="100000"/>
              </a:lnSpc>
              <a:spcBef>
                <a:spcPts val="500"/>
              </a:spcBef>
              <a:spcAft>
                <a:spcPts val="0"/>
              </a:spcAft>
              <a:buNone/>
              <a:defRPr sz="1600"/>
            </a:lvl3pPr>
            <a:lvl4pPr lvl="3" rtl="0" algn="ctr">
              <a:lnSpc>
                <a:spcPct val="100000"/>
              </a:lnSpc>
              <a:spcBef>
                <a:spcPts val="500"/>
              </a:spcBef>
              <a:spcAft>
                <a:spcPts val="0"/>
              </a:spcAft>
              <a:buNone/>
              <a:defRPr sz="1600"/>
            </a:lvl4pPr>
            <a:lvl5pPr lvl="4" rtl="0" algn="ctr">
              <a:lnSpc>
                <a:spcPct val="100000"/>
              </a:lnSpc>
              <a:spcBef>
                <a:spcPts val="500"/>
              </a:spcBef>
              <a:spcAft>
                <a:spcPts val="0"/>
              </a:spcAft>
              <a:buNone/>
              <a:defRPr sz="1600"/>
            </a:lvl5pPr>
            <a:lvl6pPr lvl="5" rtl="0" algn="ctr">
              <a:lnSpc>
                <a:spcPct val="100000"/>
              </a:lnSpc>
              <a:spcBef>
                <a:spcPts val="500"/>
              </a:spcBef>
              <a:spcAft>
                <a:spcPts val="0"/>
              </a:spcAft>
              <a:buNone/>
              <a:defRPr sz="1600"/>
            </a:lvl6pPr>
            <a:lvl7pPr lvl="6" rtl="0" algn="ctr">
              <a:lnSpc>
                <a:spcPct val="100000"/>
              </a:lnSpc>
              <a:spcBef>
                <a:spcPts val="500"/>
              </a:spcBef>
              <a:spcAft>
                <a:spcPts val="0"/>
              </a:spcAft>
              <a:buNone/>
              <a:defRPr sz="1600"/>
            </a:lvl7pPr>
            <a:lvl8pPr lvl="7" rtl="0" algn="ctr">
              <a:lnSpc>
                <a:spcPct val="100000"/>
              </a:lnSpc>
              <a:spcBef>
                <a:spcPts val="500"/>
              </a:spcBef>
              <a:spcAft>
                <a:spcPts val="0"/>
              </a:spcAft>
              <a:buNone/>
              <a:defRPr sz="1600"/>
            </a:lvl8pPr>
            <a:lvl9pPr lvl="8" rtl="0" algn="ctr">
              <a:lnSpc>
                <a:spcPct val="100000"/>
              </a:lnSpc>
              <a:spcBef>
                <a:spcPts val="500"/>
              </a:spcBef>
              <a:spcAft>
                <a:spcPts val="500"/>
              </a:spcAft>
              <a:buNone/>
              <a:defRPr sz="1600"/>
            </a:lvl9pPr>
          </a:lstStyle>
          <a:p/>
        </p:txBody>
      </p:sp>
      <p:sp>
        <p:nvSpPr>
          <p:cNvPr id="888" name="Google Shape;888;p66"/>
          <p:cNvSpPr txBox="1"/>
          <p:nvPr>
            <p:ph idx="4" type="subTitle"/>
          </p:nvPr>
        </p:nvSpPr>
        <p:spPr>
          <a:xfrm>
            <a:off x="4588800" y="3829675"/>
            <a:ext cx="3014400" cy="8856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a:lvl2pPr>
            <a:lvl3pPr lvl="2" rtl="0" algn="ctr">
              <a:lnSpc>
                <a:spcPct val="100000"/>
              </a:lnSpc>
              <a:spcBef>
                <a:spcPts val="500"/>
              </a:spcBef>
              <a:spcAft>
                <a:spcPts val="0"/>
              </a:spcAft>
              <a:buNone/>
              <a:defRPr/>
            </a:lvl3pPr>
            <a:lvl4pPr lvl="3" rtl="0" algn="ctr">
              <a:lnSpc>
                <a:spcPct val="100000"/>
              </a:lnSpc>
              <a:spcBef>
                <a:spcPts val="500"/>
              </a:spcBef>
              <a:spcAft>
                <a:spcPts val="0"/>
              </a:spcAft>
              <a:buNone/>
              <a:defRPr/>
            </a:lvl4pPr>
            <a:lvl5pPr lvl="4" rtl="0" algn="ctr">
              <a:lnSpc>
                <a:spcPct val="100000"/>
              </a:lnSpc>
              <a:spcBef>
                <a:spcPts val="500"/>
              </a:spcBef>
              <a:spcAft>
                <a:spcPts val="0"/>
              </a:spcAft>
              <a:buNone/>
              <a:defRPr/>
            </a:lvl5pPr>
            <a:lvl6pPr lvl="5" rtl="0" algn="ctr">
              <a:lnSpc>
                <a:spcPct val="100000"/>
              </a:lnSpc>
              <a:spcBef>
                <a:spcPts val="500"/>
              </a:spcBef>
              <a:spcAft>
                <a:spcPts val="0"/>
              </a:spcAft>
              <a:buNone/>
              <a:defRPr/>
            </a:lvl6pPr>
            <a:lvl7pPr lvl="6" rtl="0" algn="ctr">
              <a:lnSpc>
                <a:spcPct val="100000"/>
              </a:lnSpc>
              <a:spcBef>
                <a:spcPts val="500"/>
              </a:spcBef>
              <a:spcAft>
                <a:spcPts val="0"/>
              </a:spcAft>
              <a:buNone/>
              <a:defRPr/>
            </a:lvl7pPr>
            <a:lvl8pPr lvl="7" rtl="0" algn="ctr">
              <a:lnSpc>
                <a:spcPct val="100000"/>
              </a:lnSpc>
              <a:spcBef>
                <a:spcPts val="500"/>
              </a:spcBef>
              <a:spcAft>
                <a:spcPts val="0"/>
              </a:spcAft>
              <a:buNone/>
              <a:defRPr/>
            </a:lvl8pPr>
            <a:lvl9pPr lvl="8" rtl="0" algn="ctr">
              <a:lnSpc>
                <a:spcPct val="100000"/>
              </a:lnSpc>
              <a:spcBef>
                <a:spcPts val="500"/>
              </a:spcBef>
              <a:spcAft>
                <a:spcPts val="500"/>
              </a:spcAft>
              <a:buNone/>
              <a:defRPr/>
            </a:lvl9pPr>
          </a:lstStyle>
          <a:p/>
        </p:txBody>
      </p:sp>
      <p:sp>
        <p:nvSpPr>
          <p:cNvPr id="889" name="Google Shape;889;p66"/>
          <p:cNvSpPr txBox="1"/>
          <p:nvPr>
            <p:ph idx="5" type="subTitle"/>
          </p:nvPr>
        </p:nvSpPr>
        <p:spPr>
          <a:xfrm>
            <a:off x="8075400" y="4715275"/>
            <a:ext cx="3014400" cy="885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1600"/>
            </a:lvl1pPr>
            <a:lvl2pPr lvl="1" rtl="0" algn="ctr">
              <a:lnSpc>
                <a:spcPct val="100000"/>
              </a:lnSpc>
              <a:spcBef>
                <a:spcPts val="500"/>
              </a:spcBef>
              <a:spcAft>
                <a:spcPts val="0"/>
              </a:spcAft>
              <a:buNone/>
              <a:defRPr sz="1600"/>
            </a:lvl2pPr>
            <a:lvl3pPr lvl="2" rtl="0" algn="ctr">
              <a:lnSpc>
                <a:spcPct val="100000"/>
              </a:lnSpc>
              <a:spcBef>
                <a:spcPts val="500"/>
              </a:spcBef>
              <a:spcAft>
                <a:spcPts val="0"/>
              </a:spcAft>
              <a:buNone/>
              <a:defRPr sz="1600"/>
            </a:lvl3pPr>
            <a:lvl4pPr lvl="3" rtl="0" algn="ctr">
              <a:lnSpc>
                <a:spcPct val="100000"/>
              </a:lnSpc>
              <a:spcBef>
                <a:spcPts val="500"/>
              </a:spcBef>
              <a:spcAft>
                <a:spcPts val="0"/>
              </a:spcAft>
              <a:buNone/>
              <a:defRPr sz="1600"/>
            </a:lvl4pPr>
            <a:lvl5pPr lvl="4" rtl="0" algn="ctr">
              <a:lnSpc>
                <a:spcPct val="100000"/>
              </a:lnSpc>
              <a:spcBef>
                <a:spcPts val="500"/>
              </a:spcBef>
              <a:spcAft>
                <a:spcPts val="0"/>
              </a:spcAft>
              <a:buNone/>
              <a:defRPr sz="1600"/>
            </a:lvl5pPr>
            <a:lvl6pPr lvl="5" rtl="0" algn="ctr">
              <a:lnSpc>
                <a:spcPct val="100000"/>
              </a:lnSpc>
              <a:spcBef>
                <a:spcPts val="500"/>
              </a:spcBef>
              <a:spcAft>
                <a:spcPts val="0"/>
              </a:spcAft>
              <a:buNone/>
              <a:defRPr sz="1600"/>
            </a:lvl6pPr>
            <a:lvl7pPr lvl="6" rtl="0" algn="ctr">
              <a:lnSpc>
                <a:spcPct val="100000"/>
              </a:lnSpc>
              <a:spcBef>
                <a:spcPts val="500"/>
              </a:spcBef>
              <a:spcAft>
                <a:spcPts val="0"/>
              </a:spcAft>
              <a:buNone/>
              <a:defRPr sz="1600"/>
            </a:lvl7pPr>
            <a:lvl8pPr lvl="7" rtl="0" algn="ctr">
              <a:lnSpc>
                <a:spcPct val="100000"/>
              </a:lnSpc>
              <a:spcBef>
                <a:spcPts val="500"/>
              </a:spcBef>
              <a:spcAft>
                <a:spcPts val="0"/>
              </a:spcAft>
              <a:buNone/>
              <a:defRPr sz="1600"/>
            </a:lvl8pPr>
            <a:lvl9pPr lvl="8" rtl="0" algn="ctr">
              <a:lnSpc>
                <a:spcPct val="100000"/>
              </a:lnSpc>
              <a:spcBef>
                <a:spcPts val="500"/>
              </a:spcBef>
              <a:spcAft>
                <a:spcPts val="500"/>
              </a:spcAft>
              <a:buNone/>
              <a:defRPr sz="1600"/>
            </a:lvl9pPr>
          </a:lstStyle>
          <a:p/>
        </p:txBody>
      </p:sp>
      <p:sp>
        <p:nvSpPr>
          <p:cNvPr id="890" name="Google Shape;890;p66"/>
          <p:cNvSpPr txBox="1"/>
          <p:nvPr>
            <p:ph idx="6" type="subTitle"/>
          </p:nvPr>
        </p:nvSpPr>
        <p:spPr>
          <a:xfrm>
            <a:off x="8075400" y="3829675"/>
            <a:ext cx="3014400" cy="8856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a:lvl2pPr>
            <a:lvl3pPr lvl="2" rtl="0" algn="ctr">
              <a:lnSpc>
                <a:spcPct val="100000"/>
              </a:lnSpc>
              <a:spcBef>
                <a:spcPts val="500"/>
              </a:spcBef>
              <a:spcAft>
                <a:spcPts val="0"/>
              </a:spcAft>
              <a:buNone/>
              <a:defRPr/>
            </a:lvl3pPr>
            <a:lvl4pPr lvl="3" rtl="0" algn="ctr">
              <a:lnSpc>
                <a:spcPct val="100000"/>
              </a:lnSpc>
              <a:spcBef>
                <a:spcPts val="500"/>
              </a:spcBef>
              <a:spcAft>
                <a:spcPts val="0"/>
              </a:spcAft>
              <a:buNone/>
              <a:defRPr/>
            </a:lvl4pPr>
            <a:lvl5pPr lvl="4" rtl="0" algn="ctr">
              <a:lnSpc>
                <a:spcPct val="100000"/>
              </a:lnSpc>
              <a:spcBef>
                <a:spcPts val="500"/>
              </a:spcBef>
              <a:spcAft>
                <a:spcPts val="0"/>
              </a:spcAft>
              <a:buNone/>
              <a:defRPr/>
            </a:lvl5pPr>
            <a:lvl6pPr lvl="5" rtl="0" algn="ctr">
              <a:lnSpc>
                <a:spcPct val="100000"/>
              </a:lnSpc>
              <a:spcBef>
                <a:spcPts val="500"/>
              </a:spcBef>
              <a:spcAft>
                <a:spcPts val="0"/>
              </a:spcAft>
              <a:buNone/>
              <a:defRPr/>
            </a:lvl6pPr>
            <a:lvl7pPr lvl="6" rtl="0" algn="ctr">
              <a:lnSpc>
                <a:spcPct val="100000"/>
              </a:lnSpc>
              <a:spcBef>
                <a:spcPts val="500"/>
              </a:spcBef>
              <a:spcAft>
                <a:spcPts val="0"/>
              </a:spcAft>
              <a:buNone/>
              <a:defRPr/>
            </a:lvl7pPr>
            <a:lvl8pPr lvl="7" rtl="0" algn="ctr">
              <a:lnSpc>
                <a:spcPct val="100000"/>
              </a:lnSpc>
              <a:spcBef>
                <a:spcPts val="500"/>
              </a:spcBef>
              <a:spcAft>
                <a:spcPts val="0"/>
              </a:spcAft>
              <a:buNone/>
              <a:defRPr/>
            </a:lvl8pPr>
            <a:lvl9pPr lvl="8" rtl="0" algn="ctr">
              <a:lnSpc>
                <a:spcPct val="100000"/>
              </a:lnSpc>
              <a:spcBef>
                <a:spcPts val="500"/>
              </a:spcBef>
              <a:spcAft>
                <a:spcPts val="500"/>
              </a:spcAft>
              <a:buNone/>
              <a:defRPr/>
            </a:lvl9pPr>
          </a:lstStyle>
          <a:p/>
        </p:txBody>
      </p:sp>
      <p:sp>
        <p:nvSpPr>
          <p:cNvPr id="891" name="Google Shape;891;p66"/>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892" name="Google Shape;892;p66"/>
          <p:cNvSpPr txBox="1"/>
          <p:nvPr>
            <p:ph idx="7" type="subTitle"/>
          </p:nvPr>
        </p:nvSpPr>
        <p:spPr>
          <a:xfrm>
            <a:off x="1102200" y="1239700"/>
            <a:ext cx="1007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p:cSld name="CUSTOM_4_13_1_1">
    <p:spTree>
      <p:nvGrpSpPr>
        <p:cNvPr id="893" name="Shape 893"/>
        <p:cNvGrpSpPr/>
        <p:nvPr/>
      </p:nvGrpSpPr>
      <p:grpSpPr>
        <a:xfrm>
          <a:off x="0" y="0"/>
          <a:ext cx="0" cy="0"/>
          <a:chOff x="0" y="0"/>
          <a:chExt cx="0" cy="0"/>
        </a:xfrm>
      </p:grpSpPr>
      <p:sp>
        <p:nvSpPr>
          <p:cNvPr id="894" name="Google Shape;894;p67"/>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895" name="Google Shape;895;p6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896" name="Google Shape;896;p67"/>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897" name="Google Shape;897;p67"/>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898" name="Google Shape;898;p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899" name="Google Shape;899;p6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900" name="Google Shape;900;p6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901" name="Google Shape;901;p67"/>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902" name="Google Shape;902;p67"/>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903" name="Google Shape;903;p67"/>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904" name="Google Shape;904;p67"/>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905" name="Google Shape;905;p67"/>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906" name="Google Shape;906;p67"/>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7"/>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ype="titleOnly">
  <p:cSld name="TITLE_ONLY">
    <p:bg>
      <p:bgPr>
        <a:blipFill>
          <a:blip r:embed="rId2">
            <a:alphaModFix/>
          </a:blip>
          <a:stretch>
            <a:fillRect/>
          </a:stretch>
        </a:blipFill>
      </p:bgPr>
    </p:bg>
    <p:spTree>
      <p:nvGrpSpPr>
        <p:cNvPr id="908" name="Shape 908"/>
        <p:cNvGrpSpPr/>
        <p:nvPr/>
      </p:nvGrpSpPr>
      <p:grpSpPr>
        <a:xfrm>
          <a:off x="0" y="0"/>
          <a:ext cx="0" cy="0"/>
          <a:chOff x="0" y="0"/>
          <a:chExt cx="0" cy="0"/>
        </a:xfrm>
      </p:grpSpPr>
      <p:sp>
        <p:nvSpPr>
          <p:cNvPr id="909" name="Google Shape;909;p68"/>
          <p:cNvSpPr/>
          <p:nvPr/>
        </p:nvSpPr>
        <p:spPr>
          <a:xfrm>
            <a:off x="9402734" y="3798966"/>
            <a:ext cx="2789100" cy="2473800"/>
          </a:xfrm>
          <a:prstGeom prst="rect">
            <a:avLst/>
          </a:pr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910" name="Google Shape;910;p68"/>
          <p:cNvSpPr/>
          <p:nvPr/>
        </p:nvSpPr>
        <p:spPr>
          <a:xfrm>
            <a:off x="202188" y="6459938"/>
            <a:ext cx="1213200" cy="2121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911" name="Google Shape;911;p68"/>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0">
  <p:cSld name="CUSTOM_4_31">
    <p:spTree>
      <p:nvGrpSpPr>
        <p:cNvPr id="912" name="Shape 912"/>
        <p:cNvGrpSpPr/>
        <p:nvPr/>
      </p:nvGrpSpPr>
      <p:grpSpPr>
        <a:xfrm>
          <a:off x="0" y="0"/>
          <a:ext cx="0" cy="0"/>
          <a:chOff x="0" y="0"/>
          <a:chExt cx="0" cy="0"/>
        </a:xfrm>
      </p:grpSpPr>
      <p:sp>
        <p:nvSpPr>
          <p:cNvPr id="913" name="Google Shape;913;p69"/>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500">
                <a:solidFill>
                  <a:srgbClr val="000000"/>
                </a:solidFill>
              </a:defRPr>
            </a:lvl1pPr>
            <a:lvl2pPr lvl="1" rtl="0" algn="ctr">
              <a:lnSpc>
                <a:spcPct val="130000"/>
              </a:lnSpc>
              <a:spcBef>
                <a:spcPts val="0"/>
              </a:spcBef>
              <a:spcAft>
                <a:spcPts val="0"/>
              </a:spcAft>
              <a:buNone/>
              <a:defRPr sz="2500">
                <a:solidFill>
                  <a:srgbClr val="000000"/>
                </a:solidFill>
              </a:defRPr>
            </a:lvl2pPr>
            <a:lvl3pPr lvl="2" rtl="0" algn="ctr">
              <a:lnSpc>
                <a:spcPct val="130000"/>
              </a:lnSpc>
              <a:spcBef>
                <a:spcPts val="0"/>
              </a:spcBef>
              <a:spcAft>
                <a:spcPts val="0"/>
              </a:spcAft>
              <a:buNone/>
              <a:defRPr sz="2500">
                <a:solidFill>
                  <a:srgbClr val="000000"/>
                </a:solidFill>
              </a:defRPr>
            </a:lvl3pPr>
            <a:lvl4pPr lvl="3" rtl="0" algn="ctr">
              <a:lnSpc>
                <a:spcPct val="130000"/>
              </a:lnSpc>
              <a:spcBef>
                <a:spcPts val="0"/>
              </a:spcBef>
              <a:spcAft>
                <a:spcPts val="0"/>
              </a:spcAft>
              <a:buNone/>
              <a:defRPr sz="2500">
                <a:solidFill>
                  <a:srgbClr val="000000"/>
                </a:solidFill>
              </a:defRPr>
            </a:lvl4pPr>
            <a:lvl5pPr lvl="4" rtl="0" algn="ctr">
              <a:lnSpc>
                <a:spcPct val="130000"/>
              </a:lnSpc>
              <a:spcBef>
                <a:spcPts val="0"/>
              </a:spcBef>
              <a:spcAft>
                <a:spcPts val="0"/>
              </a:spcAft>
              <a:buNone/>
              <a:defRPr sz="2500">
                <a:solidFill>
                  <a:srgbClr val="000000"/>
                </a:solidFill>
              </a:defRPr>
            </a:lvl5pPr>
            <a:lvl6pPr lvl="5" rtl="0" algn="ctr">
              <a:lnSpc>
                <a:spcPct val="130000"/>
              </a:lnSpc>
              <a:spcBef>
                <a:spcPts val="0"/>
              </a:spcBef>
              <a:spcAft>
                <a:spcPts val="0"/>
              </a:spcAft>
              <a:buNone/>
              <a:defRPr sz="2500">
                <a:solidFill>
                  <a:srgbClr val="000000"/>
                </a:solidFill>
              </a:defRPr>
            </a:lvl6pPr>
            <a:lvl7pPr lvl="6" rtl="0" algn="ctr">
              <a:lnSpc>
                <a:spcPct val="130000"/>
              </a:lnSpc>
              <a:spcBef>
                <a:spcPts val="0"/>
              </a:spcBef>
              <a:spcAft>
                <a:spcPts val="0"/>
              </a:spcAft>
              <a:buNone/>
              <a:defRPr sz="2500">
                <a:solidFill>
                  <a:srgbClr val="000000"/>
                </a:solidFill>
              </a:defRPr>
            </a:lvl7pPr>
            <a:lvl8pPr lvl="7" rtl="0" algn="ctr">
              <a:lnSpc>
                <a:spcPct val="130000"/>
              </a:lnSpc>
              <a:spcBef>
                <a:spcPts val="0"/>
              </a:spcBef>
              <a:spcAft>
                <a:spcPts val="0"/>
              </a:spcAft>
              <a:buNone/>
              <a:defRPr sz="2500">
                <a:solidFill>
                  <a:srgbClr val="000000"/>
                </a:solidFill>
              </a:defRPr>
            </a:lvl8pPr>
            <a:lvl9pPr lvl="8" rtl="0" algn="ctr">
              <a:lnSpc>
                <a:spcPct val="130000"/>
              </a:lnSpc>
              <a:spcBef>
                <a:spcPts val="0"/>
              </a:spcBef>
              <a:spcAft>
                <a:spcPts val="0"/>
              </a:spcAft>
              <a:buNone/>
              <a:defRPr sz="2500">
                <a:solidFill>
                  <a:srgbClr val="000000"/>
                </a:solidFill>
              </a:defRPr>
            </a:lvl9pPr>
          </a:lstStyle>
          <a:p/>
        </p:txBody>
      </p:sp>
      <p:cxnSp>
        <p:nvCxnSpPr>
          <p:cNvPr id="914" name="Google Shape;914;p6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915" name="Google Shape;915;p69"/>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916" name="Google Shape;916;p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917" name="Google Shape;917;p69"/>
          <p:cNvSpPr txBox="1"/>
          <p:nvPr/>
        </p:nvSpPr>
        <p:spPr>
          <a:xfrm>
            <a:off x="10068030" y="269836"/>
            <a:ext cx="16188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800">
                <a:solidFill>
                  <a:srgbClr val="666666"/>
                </a:solidFill>
                <a:latin typeface="Overpass"/>
                <a:ea typeface="Overpass"/>
                <a:cs typeface="Overpass"/>
                <a:sym typeface="Overpass"/>
              </a:rPr>
              <a:t>CONFIDENTIAL </a:t>
            </a:r>
            <a:r>
              <a:rPr lang="en" sz="800">
                <a:solidFill>
                  <a:srgbClr val="666666"/>
                </a:solidFill>
                <a:latin typeface="Overpass Light"/>
                <a:ea typeface="Overpass Light"/>
                <a:cs typeface="Overpass Light"/>
                <a:sym typeface="Overpass Light"/>
              </a:rPr>
              <a:t>INTERNAL USE</a:t>
            </a:r>
            <a:endParaRPr sz="800">
              <a:solidFill>
                <a:srgbClr val="666666"/>
              </a:solidFill>
              <a:latin typeface="Overpass Light"/>
              <a:ea typeface="Overpass Light"/>
              <a:cs typeface="Overpass Light"/>
              <a:sym typeface="Overpass Light"/>
            </a:endParaRPr>
          </a:p>
        </p:txBody>
      </p:sp>
      <p:pic>
        <p:nvPicPr>
          <p:cNvPr id="918" name="Google Shape;918;p6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919" name="Google Shape;919;p69"/>
          <p:cNvSpPr txBox="1"/>
          <p:nvPr>
            <p:ph idx="1"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500">
                <a:solidFill>
                  <a:srgbClr val="4D4D4F"/>
                </a:solidFill>
              </a:defRPr>
            </a:lvl1pPr>
            <a:lvl2pPr lvl="1" rtl="0">
              <a:lnSpc>
                <a:spcPct val="142000"/>
              </a:lnSpc>
              <a:spcBef>
                <a:spcPts val="0"/>
              </a:spcBef>
              <a:spcAft>
                <a:spcPts val="0"/>
              </a:spcAft>
              <a:buNone/>
              <a:defRPr sz="500">
                <a:solidFill>
                  <a:srgbClr val="4D4D4F"/>
                </a:solidFill>
              </a:defRPr>
            </a:lvl2pPr>
            <a:lvl3pPr lvl="2" rtl="0">
              <a:lnSpc>
                <a:spcPct val="142000"/>
              </a:lnSpc>
              <a:spcBef>
                <a:spcPts val="0"/>
              </a:spcBef>
              <a:spcAft>
                <a:spcPts val="0"/>
              </a:spcAft>
              <a:buNone/>
              <a:defRPr sz="500">
                <a:solidFill>
                  <a:srgbClr val="4D4D4F"/>
                </a:solidFill>
              </a:defRPr>
            </a:lvl3pPr>
            <a:lvl4pPr lvl="3" rtl="0">
              <a:lnSpc>
                <a:spcPct val="142000"/>
              </a:lnSpc>
              <a:spcBef>
                <a:spcPts val="0"/>
              </a:spcBef>
              <a:spcAft>
                <a:spcPts val="0"/>
              </a:spcAft>
              <a:buNone/>
              <a:defRPr sz="500">
                <a:solidFill>
                  <a:srgbClr val="4D4D4F"/>
                </a:solidFill>
              </a:defRPr>
            </a:lvl4pPr>
            <a:lvl5pPr lvl="4" rtl="0">
              <a:lnSpc>
                <a:spcPct val="142000"/>
              </a:lnSpc>
              <a:spcBef>
                <a:spcPts val="0"/>
              </a:spcBef>
              <a:spcAft>
                <a:spcPts val="0"/>
              </a:spcAft>
              <a:buNone/>
              <a:defRPr sz="500">
                <a:solidFill>
                  <a:srgbClr val="4D4D4F"/>
                </a:solidFill>
              </a:defRPr>
            </a:lvl5pPr>
            <a:lvl6pPr lvl="5" rtl="0">
              <a:lnSpc>
                <a:spcPct val="142000"/>
              </a:lnSpc>
              <a:spcBef>
                <a:spcPts val="0"/>
              </a:spcBef>
              <a:spcAft>
                <a:spcPts val="0"/>
              </a:spcAft>
              <a:buNone/>
              <a:defRPr sz="500">
                <a:solidFill>
                  <a:srgbClr val="4D4D4F"/>
                </a:solidFill>
              </a:defRPr>
            </a:lvl6pPr>
            <a:lvl7pPr lvl="6" rtl="0">
              <a:lnSpc>
                <a:spcPct val="142000"/>
              </a:lnSpc>
              <a:spcBef>
                <a:spcPts val="0"/>
              </a:spcBef>
              <a:spcAft>
                <a:spcPts val="0"/>
              </a:spcAft>
              <a:buNone/>
              <a:defRPr sz="500">
                <a:solidFill>
                  <a:srgbClr val="4D4D4F"/>
                </a:solidFill>
              </a:defRPr>
            </a:lvl7pPr>
            <a:lvl8pPr lvl="7" rtl="0">
              <a:lnSpc>
                <a:spcPct val="142000"/>
              </a:lnSpc>
              <a:spcBef>
                <a:spcPts val="0"/>
              </a:spcBef>
              <a:spcAft>
                <a:spcPts val="0"/>
              </a:spcAft>
              <a:buNone/>
              <a:defRPr sz="500">
                <a:solidFill>
                  <a:srgbClr val="4D4D4F"/>
                </a:solidFill>
              </a:defRPr>
            </a:lvl8pPr>
            <a:lvl9pPr lvl="8" rtl="0">
              <a:lnSpc>
                <a:spcPct val="142000"/>
              </a:lnSpc>
              <a:spcBef>
                <a:spcPts val="0"/>
              </a:spcBef>
              <a:spcAft>
                <a:spcPts val="0"/>
              </a:spcAft>
              <a:buNone/>
              <a:defRPr sz="500">
                <a:solidFill>
                  <a:srgbClr val="4D4D4F"/>
                </a:solidFill>
              </a:defRPr>
            </a:lvl9pPr>
          </a:lstStyle>
          <a:p/>
        </p:txBody>
      </p:sp>
      <p:sp>
        <p:nvSpPr>
          <p:cNvPr id="920" name="Google Shape;920;p69"/>
          <p:cNvSpPr txBox="1"/>
          <p:nvPr/>
        </p:nvSpPr>
        <p:spPr>
          <a:xfrm>
            <a:off x="634300" y="340636"/>
            <a:ext cx="29445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4D4D4F"/>
                </a:solidFill>
                <a:latin typeface="Overpass"/>
                <a:ea typeface="Overpass"/>
                <a:cs typeface="Overpass"/>
                <a:sym typeface="Overpass"/>
              </a:rPr>
              <a:t>2019 RED HAT TECH EXCHANGE</a:t>
            </a:r>
            <a:endParaRPr b="1" sz="800">
              <a:solidFill>
                <a:srgbClr val="4D4D4F"/>
              </a:solidFill>
              <a:latin typeface="Overpass"/>
              <a:ea typeface="Overpass"/>
              <a:cs typeface="Overpass"/>
              <a:sym typeface="Overpas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2">
  <p:cSld name="CUSTOM_1_3">
    <p:spTree>
      <p:nvGrpSpPr>
        <p:cNvPr id="921" name="Shape 921"/>
        <p:cNvGrpSpPr/>
        <p:nvPr/>
      </p:nvGrpSpPr>
      <p:grpSpPr>
        <a:xfrm>
          <a:off x="0" y="0"/>
          <a:ext cx="0" cy="0"/>
          <a:chOff x="0" y="0"/>
          <a:chExt cx="0" cy="0"/>
        </a:xfrm>
      </p:grpSpPr>
      <p:sp>
        <p:nvSpPr>
          <p:cNvPr id="922" name="Google Shape;922;p70"/>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23" name="Google Shape;923;p70"/>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924" name="Google Shape;924;p70"/>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925" name="Google Shape;925;p70"/>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1">
  <p:cSld name="CUSTOM_5">
    <p:spTree>
      <p:nvGrpSpPr>
        <p:cNvPr id="926" name="Shape 926"/>
        <p:cNvGrpSpPr/>
        <p:nvPr/>
      </p:nvGrpSpPr>
      <p:grpSpPr>
        <a:xfrm>
          <a:off x="0" y="0"/>
          <a:ext cx="0" cy="0"/>
          <a:chOff x="0" y="0"/>
          <a:chExt cx="0" cy="0"/>
        </a:xfrm>
      </p:grpSpPr>
      <p:sp>
        <p:nvSpPr>
          <p:cNvPr id="927" name="Google Shape;927;p71"/>
          <p:cNvSpPr txBox="1"/>
          <p:nvPr>
            <p:ph type="title"/>
          </p:nvPr>
        </p:nvSpPr>
        <p:spPr>
          <a:xfrm>
            <a:off x="1102200" y="2273179"/>
            <a:ext cx="9987600" cy="1417500"/>
          </a:xfrm>
          <a:prstGeom prst="rect">
            <a:avLst/>
          </a:prstGeom>
        </p:spPr>
        <p:txBody>
          <a:bodyPr anchorCtr="0" anchor="ctr" bIns="0" lIns="0" spcFirstLastPara="1" rIns="0" wrap="square" tIns="0">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928" name="Google Shape;928;p71"/>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3">
  <p:cSld name="CUSTOM_4_32">
    <p:spTree>
      <p:nvGrpSpPr>
        <p:cNvPr id="929" name="Shape 929"/>
        <p:cNvGrpSpPr/>
        <p:nvPr/>
      </p:nvGrpSpPr>
      <p:grpSpPr>
        <a:xfrm>
          <a:off x="0" y="0"/>
          <a:ext cx="0" cy="0"/>
          <a:chOff x="0" y="0"/>
          <a:chExt cx="0" cy="0"/>
        </a:xfrm>
      </p:grpSpPr>
      <p:sp>
        <p:nvSpPr>
          <p:cNvPr id="930" name="Google Shape;930;p72"/>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931" name="Google Shape;931;p7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32" name="Google Shape;932;p7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933" name="Google Shape;933;p7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934" name="Google Shape;934;p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935" name="Google Shape;935;p7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936" name="Google Shape;936;p72"/>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600">
                <a:solidFill>
                  <a:srgbClr val="4D4D4F"/>
                </a:solidFill>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4">
  <p:cSld name="CUSTOM_4_33">
    <p:spTree>
      <p:nvGrpSpPr>
        <p:cNvPr id="937" name="Shape 937"/>
        <p:cNvGrpSpPr/>
        <p:nvPr/>
      </p:nvGrpSpPr>
      <p:grpSpPr>
        <a:xfrm>
          <a:off x="0" y="0"/>
          <a:ext cx="0" cy="0"/>
          <a:chOff x="0" y="0"/>
          <a:chExt cx="0" cy="0"/>
        </a:xfrm>
      </p:grpSpPr>
      <p:sp>
        <p:nvSpPr>
          <p:cNvPr id="938" name="Google Shape;938;p73"/>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500">
                <a:solidFill>
                  <a:srgbClr val="000000"/>
                </a:solidFill>
              </a:defRPr>
            </a:lvl1pPr>
            <a:lvl2pPr lvl="1" rtl="0" algn="ctr">
              <a:lnSpc>
                <a:spcPct val="130000"/>
              </a:lnSpc>
              <a:spcBef>
                <a:spcPts val="0"/>
              </a:spcBef>
              <a:spcAft>
                <a:spcPts val="0"/>
              </a:spcAft>
              <a:buNone/>
              <a:defRPr sz="2500">
                <a:solidFill>
                  <a:srgbClr val="000000"/>
                </a:solidFill>
              </a:defRPr>
            </a:lvl2pPr>
            <a:lvl3pPr lvl="2" rtl="0" algn="ctr">
              <a:lnSpc>
                <a:spcPct val="130000"/>
              </a:lnSpc>
              <a:spcBef>
                <a:spcPts val="0"/>
              </a:spcBef>
              <a:spcAft>
                <a:spcPts val="0"/>
              </a:spcAft>
              <a:buNone/>
              <a:defRPr sz="2500">
                <a:solidFill>
                  <a:srgbClr val="000000"/>
                </a:solidFill>
              </a:defRPr>
            </a:lvl3pPr>
            <a:lvl4pPr lvl="3" rtl="0" algn="ctr">
              <a:lnSpc>
                <a:spcPct val="130000"/>
              </a:lnSpc>
              <a:spcBef>
                <a:spcPts val="0"/>
              </a:spcBef>
              <a:spcAft>
                <a:spcPts val="0"/>
              </a:spcAft>
              <a:buNone/>
              <a:defRPr sz="2500">
                <a:solidFill>
                  <a:srgbClr val="000000"/>
                </a:solidFill>
              </a:defRPr>
            </a:lvl4pPr>
            <a:lvl5pPr lvl="4" rtl="0" algn="ctr">
              <a:lnSpc>
                <a:spcPct val="130000"/>
              </a:lnSpc>
              <a:spcBef>
                <a:spcPts val="0"/>
              </a:spcBef>
              <a:spcAft>
                <a:spcPts val="0"/>
              </a:spcAft>
              <a:buNone/>
              <a:defRPr sz="2500">
                <a:solidFill>
                  <a:srgbClr val="000000"/>
                </a:solidFill>
              </a:defRPr>
            </a:lvl5pPr>
            <a:lvl6pPr lvl="5" rtl="0" algn="ctr">
              <a:lnSpc>
                <a:spcPct val="130000"/>
              </a:lnSpc>
              <a:spcBef>
                <a:spcPts val="0"/>
              </a:spcBef>
              <a:spcAft>
                <a:spcPts val="0"/>
              </a:spcAft>
              <a:buNone/>
              <a:defRPr sz="2500">
                <a:solidFill>
                  <a:srgbClr val="000000"/>
                </a:solidFill>
              </a:defRPr>
            </a:lvl6pPr>
            <a:lvl7pPr lvl="6" rtl="0" algn="ctr">
              <a:lnSpc>
                <a:spcPct val="130000"/>
              </a:lnSpc>
              <a:spcBef>
                <a:spcPts val="0"/>
              </a:spcBef>
              <a:spcAft>
                <a:spcPts val="0"/>
              </a:spcAft>
              <a:buNone/>
              <a:defRPr sz="2500">
                <a:solidFill>
                  <a:srgbClr val="000000"/>
                </a:solidFill>
              </a:defRPr>
            </a:lvl7pPr>
            <a:lvl8pPr lvl="7" rtl="0" algn="ctr">
              <a:lnSpc>
                <a:spcPct val="130000"/>
              </a:lnSpc>
              <a:spcBef>
                <a:spcPts val="0"/>
              </a:spcBef>
              <a:spcAft>
                <a:spcPts val="0"/>
              </a:spcAft>
              <a:buNone/>
              <a:defRPr sz="2500">
                <a:solidFill>
                  <a:srgbClr val="000000"/>
                </a:solidFill>
              </a:defRPr>
            </a:lvl8pPr>
            <a:lvl9pPr lvl="8" rtl="0" algn="ctr">
              <a:lnSpc>
                <a:spcPct val="130000"/>
              </a:lnSpc>
              <a:spcBef>
                <a:spcPts val="0"/>
              </a:spcBef>
              <a:spcAft>
                <a:spcPts val="0"/>
              </a:spcAft>
              <a:buNone/>
              <a:defRPr sz="2500">
                <a:solidFill>
                  <a:srgbClr val="000000"/>
                </a:solidFill>
              </a:defRPr>
            </a:lvl9pPr>
          </a:lstStyle>
          <a:p/>
        </p:txBody>
      </p:sp>
      <p:cxnSp>
        <p:nvCxnSpPr>
          <p:cNvPr id="939" name="Google Shape;939;p7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940" name="Google Shape;940;p73"/>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941" name="Google Shape;941;p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942" name="Google Shape;942;p73"/>
          <p:cNvSpPr txBox="1"/>
          <p:nvPr/>
        </p:nvSpPr>
        <p:spPr>
          <a:xfrm>
            <a:off x="10068030" y="269836"/>
            <a:ext cx="16188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800">
                <a:solidFill>
                  <a:srgbClr val="666666"/>
                </a:solidFill>
                <a:latin typeface="Overpass"/>
                <a:ea typeface="Overpass"/>
                <a:cs typeface="Overpass"/>
                <a:sym typeface="Overpass"/>
              </a:rPr>
              <a:t>CONFIDENTIAL </a:t>
            </a:r>
            <a:r>
              <a:rPr lang="en" sz="800">
                <a:solidFill>
                  <a:srgbClr val="666666"/>
                </a:solidFill>
                <a:latin typeface="Overpass Light"/>
                <a:ea typeface="Overpass Light"/>
                <a:cs typeface="Overpass Light"/>
                <a:sym typeface="Overpass Light"/>
              </a:rPr>
              <a:t>INTERNAL USE</a:t>
            </a:r>
            <a:endParaRPr sz="800">
              <a:solidFill>
                <a:srgbClr val="666666"/>
              </a:solidFill>
              <a:latin typeface="Overpass Light"/>
              <a:ea typeface="Overpass Light"/>
              <a:cs typeface="Overpass Light"/>
              <a:sym typeface="Overpass Light"/>
            </a:endParaRPr>
          </a:p>
        </p:txBody>
      </p:sp>
      <p:pic>
        <p:nvPicPr>
          <p:cNvPr id="943" name="Google Shape;943;p7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944" name="Google Shape;944;p73"/>
          <p:cNvSpPr txBox="1"/>
          <p:nvPr>
            <p:ph idx="1"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500">
                <a:solidFill>
                  <a:srgbClr val="4D4D4F"/>
                </a:solidFill>
              </a:defRPr>
            </a:lvl1pPr>
            <a:lvl2pPr lvl="1" rtl="0">
              <a:lnSpc>
                <a:spcPct val="142000"/>
              </a:lnSpc>
              <a:spcBef>
                <a:spcPts val="0"/>
              </a:spcBef>
              <a:spcAft>
                <a:spcPts val="0"/>
              </a:spcAft>
              <a:buNone/>
              <a:defRPr sz="500">
                <a:solidFill>
                  <a:srgbClr val="4D4D4F"/>
                </a:solidFill>
              </a:defRPr>
            </a:lvl2pPr>
            <a:lvl3pPr lvl="2" rtl="0">
              <a:lnSpc>
                <a:spcPct val="142000"/>
              </a:lnSpc>
              <a:spcBef>
                <a:spcPts val="0"/>
              </a:spcBef>
              <a:spcAft>
                <a:spcPts val="0"/>
              </a:spcAft>
              <a:buNone/>
              <a:defRPr sz="500">
                <a:solidFill>
                  <a:srgbClr val="4D4D4F"/>
                </a:solidFill>
              </a:defRPr>
            </a:lvl3pPr>
            <a:lvl4pPr lvl="3" rtl="0">
              <a:lnSpc>
                <a:spcPct val="142000"/>
              </a:lnSpc>
              <a:spcBef>
                <a:spcPts val="0"/>
              </a:spcBef>
              <a:spcAft>
                <a:spcPts val="0"/>
              </a:spcAft>
              <a:buNone/>
              <a:defRPr sz="500">
                <a:solidFill>
                  <a:srgbClr val="4D4D4F"/>
                </a:solidFill>
              </a:defRPr>
            </a:lvl4pPr>
            <a:lvl5pPr lvl="4" rtl="0">
              <a:lnSpc>
                <a:spcPct val="142000"/>
              </a:lnSpc>
              <a:spcBef>
                <a:spcPts val="0"/>
              </a:spcBef>
              <a:spcAft>
                <a:spcPts val="0"/>
              </a:spcAft>
              <a:buNone/>
              <a:defRPr sz="500">
                <a:solidFill>
                  <a:srgbClr val="4D4D4F"/>
                </a:solidFill>
              </a:defRPr>
            </a:lvl5pPr>
            <a:lvl6pPr lvl="5" rtl="0">
              <a:lnSpc>
                <a:spcPct val="142000"/>
              </a:lnSpc>
              <a:spcBef>
                <a:spcPts val="0"/>
              </a:spcBef>
              <a:spcAft>
                <a:spcPts val="0"/>
              </a:spcAft>
              <a:buNone/>
              <a:defRPr sz="500">
                <a:solidFill>
                  <a:srgbClr val="4D4D4F"/>
                </a:solidFill>
              </a:defRPr>
            </a:lvl6pPr>
            <a:lvl7pPr lvl="6" rtl="0">
              <a:lnSpc>
                <a:spcPct val="142000"/>
              </a:lnSpc>
              <a:spcBef>
                <a:spcPts val="0"/>
              </a:spcBef>
              <a:spcAft>
                <a:spcPts val="0"/>
              </a:spcAft>
              <a:buNone/>
              <a:defRPr sz="500">
                <a:solidFill>
                  <a:srgbClr val="4D4D4F"/>
                </a:solidFill>
              </a:defRPr>
            </a:lvl7pPr>
            <a:lvl8pPr lvl="7" rtl="0">
              <a:lnSpc>
                <a:spcPct val="142000"/>
              </a:lnSpc>
              <a:spcBef>
                <a:spcPts val="0"/>
              </a:spcBef>
              <a:spcAft>
                <a:spcPts val="0"/>
              </a:spcAft>
              <a:buNone/>
              <a:defRPr sz="500">
                <a:solidFill>
                  <a:srgbClr val="4D4D4F"/>
                </a:solidFill>
              </a:defRPr>
            </a:lvl8pPr>
            <a:lvl9pPr lvl="8" rtl="0">
              <a:lnSpc>
                <a:spcPct val="142000"/>
              </a:lnSpc>
              <a:spcBef>
                <a:spcPts val="0"/>
              </a:spcBef>
              <a:spcAft>
                <a:spcPts val="0"/>
              </a:spcAft>
              <a:buNone/>
              <a:defRPr sz="500">
                <a:solidFill>
                  <a:srgbClr val="4D4D4F"/>
                </a:solidFill>
              </a:defRPr>
            </a:lvl9pPr>
          </a:lstStyle>
          <a:p/>
        </p:txBody>
      </p:sp>
      <p:sp>
        <p:nvSpPr>
          <p:cNvPr id="945" name="Google Shape;945;p73"/>
          <p:cNvSpPr txBox="1"/>
          <p:nvPr/>
        </p:nvSpPr>
        <p:spPr>
          <a:xfrm>
            <a:off x="634300" y="340636"/>
            <a:ext cx="29445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4D4D4F"/>
                </a:solidFill>
                <a:latin typeface="Overpass"/>
                <a:ea typeface="Overpass"/>
                <a:cs typeface="Overpass"/>
                <a:sym typeface="Overpass"/>
              </a:rPr>
              <a:t>2019 RED HAT TECH EXCHANGE</a:t>
            </a:r>
            <a:endParaRPr b="1" sz="800">
              <a:solidFill>
                <a:srgbClr val="4D4D4F"/>
              </a:solidFill>
              <a:latin typeface="Overpass"/>
              <a:ea typeface="Overpass"/>
              <a:cs typeface="Overpass"/>
              <a:sym typeface="Overpas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op, graphic bottom">
  <p:cSld name="CUSTOM_3_2">
    <p:spTree>
      <p:nvGrpSpPr>
        <p:cNvPr id="946" name="Shape 946"/>
        <p:cNvGrpSpPr/>
        <p:nvPr/>
      </p:nvGrpSpPr>
      <p:grpSpPr>
        <a:xfrm>
          <a:off x="0" y="0"/>
          <a:ext cx="0" cy="0"/>
          <a:chOff x="0" y="0"/>
          <a:chExt cx="0" cy="0"/>
        </a:xfrm>
      </p:grpSpPr>
      <p:sp>
        <p:nvSpPr>
          <p:cNvPr id="947" name="Google Shape;947;p74"/>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8" name="Google Shape;948;p74"/>
          <p:cNvSpPr txBox="1"/>
          <p:nvPr>
            <p:ph idx="1" type="body"/>
          </p:nvPr>
        </p:nvSpPr>
        <p:spPr>
          <a:xfrm>
            <a:off x="1102200" y="2072425"/>
            <a:ext cx="9987600" cy="524700"/>
          </a:xfrm>
          <a:prstGeom prst="rect">
            <a:avLst/>
          </a:prstGeom>
        </p:spPr>
        <p:txBody>
          <a:bodyPr anchorCtr="0" anchor="b" bIns="0" lIns="0" spcFirstLastPara="1" rIns="0" wrap="square" tIns="0">
            <a:noAutofit/>
          </a:bodyPr>
          <a:lstStyle>
            <a:lvl1pPr indent="-330200" lvl="0" marL="457200" rtl="0" algn="ctr">
              <a:spcBef>
                <a:spcPts val="0"/>
              </a:spcBef>
              <a:spcAft>
                <a:spcPts val="0"/>
              </a:spcAft>
              <a:buSzPts val="1600"/>
              <a:buChar char="▸"/>
              <a:defRPr sz="1900"/>
            </a:lvl1pPr>
            <a:lvl2pPr indent="-317500" lvl="1" marL="914400" rtl="0" algn="ctr">
              <a:spcBef>
                <a:spcPts val="0"/>
              </a:spcBef>
              <a:spcAft>
                <a:spcPts val="0"/>
              </a:spcAft>
              <a:buSzPts val="1400"/>
              <a:buChar char="･"/>
              <a:defRPr sz="1900"/>
            </a:lvl2pPr>
            <a:lvl3pPr indent="-317500" lvl="2" marL="1371600" rtl="0" algn="ctr">
              <a:spcBef>
                <a:spcPts val="0"/>
              </a:spcBef>
              <a:spcAft>
                <a:spcPts val="0"/>
              </a:spcAft>
              <a:buSzPts val="1400"/>
              <a:buChar char="･"/>
              <a:defRPr sz="1900"/>
            </a:lvl3pPr>
            <a:lvl4pPr indent="-317500" lvl="3" marL="1828800" rtl="0" algn="ctr">
              <a:spcBef>
                <a:spcPts val="0"/>
              </a:spcBef>
              <a:spcAft>
                <a:spcPts val="0"/>
              </a:spcAft>
              <a:buSzPts val="1400"/>
              <a:buChar char="･"/>
              <a:defRPr sz="1900"/>
            </a:lvl4pPr>
            <a:lvl5pPr indent="-317500" lvl="4" marL="2286000" rtl="0" algn="ctr">
              <a:spcBef>
                <a:spcPts val="0"/>
              </a:spcBef>
              <a:spcAft>
                <a:spcPts val="0"/>
              </a:spcAft>
              <a:buSzPts val="1400"/>
              <a:buChar char="･"/>
              <a:defRPr sz="1900"/>
            </a:lvl5pPr>
            <a:lvl6pPr indent="-317500" lvl="5" marL="2743200" rtl="0" algn="ctr">
              <a:spcBef>
                <a:spcPts val="0"/>
              </a:spcBef>
              <a:spcAft>
                <a:spcPts val="0"/>
              </a:spcAft>
              <a:buSzPts val="1400"/>
              <a:buChar char="･"/>
              <a:defRPr sz="1900"/>
            </a:lvl6pPr>
            <a:lvl7pPr indent="-317500" lvl="6" marL="3200400" rtl="0" algn="ctr">
              <a:spcBef>
                <a:spcPts val="0"/>
              </a:spcBef>
              <a:spcAft>
                <a:spcPts val="0"/>
              </a:spcAft>
              <a:buSzPts val="1400"/>
              <a:buChar char="･"/>
              <a:defRPr sz="1900"/>
            </a:lvl7pPr>
            <a:lvl8pPr indent="-317500" lvl="7" marL="3657600" rtl="0" algn="ctr">
              <a:spcBef>
                <a:spcPts val="0"/>
              </a:spcBef>
              <a:spcAft>
                <a:spcPts val="0"/>
              </a:spcAft>
              <a:buSzPts val="1400"/>
              <a:buChar char="･"/>
              <a:defRPr sz="1900"/>
            </a:lvl8pPr>
            <a:lvl9pPr indent="-317500" lvl="8" marL="4114800" rtl="0" algn="ctr">
              <a:spcBef>
                <a:spcPts val="0"/>
              </a:spcBef>
              <a:spcAft>
                <a:spcPts val="0"/>
              </a:spcAft>
              <a:buSzPts val="1400"/>
              <a:buChar char="･"/>
              <a:defRPr sz="1900"/>
            </a:lvl9pPr>
          </a:lstStyle>
          <a:p/>
        </p:txBody>
      </p:sp>
      <p:sp>
        <p:nvSpPr>
          <p:cNvPr id="949" name="Google Shape;949;p74"/>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Clr>
                <a:schemeClr val="dk1"/>
              </a:buClr>
              <a:buSzPts val="3400"/>
              <a:buNone/>
              <a:defRPr>
                <a:solidFill>
                  <a:schemeClr val="dk1"/>
                </a:solidFill>
              </a:defRPr>
            </a:lvl2pPr>
            <a:lvl3pPr lvl="2" rtl="0">
              <a:spcBef>
                <a:spcPts val="0"/>
              </a:spcBef>
              <a:spcAft>
                <a:spcPts val="0"/>
              </a:spcAft>
              <a:buClr>
                <a:schemeClr val="dk1"/>
              </a:buClr>
              <a:buSzPts val="3400"/>
              <a:buNone/>
              <a:defRPr>
                <a:solidFill>
                  <a:schemeClr val="dk1"/>
                </a:solidFill>
              </a:defRPr>
            </a:lvl3pPr>
            <a:lvl4pPr lvl="3" rtl="0">
              <a:spcBef>
                <a:spcPts val="0"/>
              </a:spcBef>
              <a:spcAft>
                <a:spcPts val="0"/>
              </a:spcAft>
              <a:buClr>
                <a:schemeClr val="dk1"/>
              </a:buClr>
              <a:buSzPts val="3400"/>
              <a:buNone/>
              <a:defRPr>
                <a:solidFill>
                  <a:schemeClr val="dk1"/>
                </a:solidFill>
              </a:defRPr>
            </a:lvl4pPr>
            <a:lvl5pPr lvl="4" rtl="0">
              <a:spcBef>
                <a:spcPts val="0"/>
              </a:spcBef>
              <a:spcAft>
                <a:spcPts val="0"/>
              </a:spcAft>
              <a:buClr>
                <a:schemeClr val="dk1"/>
              </a:buClr>
              <a:buSzPts val="3400"/>
              <a:buNone/>
              <a:defRPr>
                <a:solidFill>
                  <a:schemeClr val="dk1"/>
                </a:solidFill>
              </a:defRPr>
            </a:lvl5pPr>
            <a:lvl6pPr lvl="5" rtl="0">
              <a:spcBef>
                <a:spcPts val="0"/>
              </a:spcBef>
              <a:spcAft>
                <a:spcPts val="0"/>
              </a:spcAft>
              <a:buClr>
                <a:schemeClr val="dk1"/>
              </a:buClr>
              <a:buSzPts val="3400"/>
              <a:buNone/>
              <a:defRPr>
                <a:solidFill>
                  <a:schemeClr val="dk1"/>
                </a:solidFill>
              </a:defRPr>
            </a:lvl6pPr>
            <a:lvl7pPr lvl="6" rtl="0">
              <a:spcBef>
                <a:spcPts val="0"/>
              </a:spcBef>
              <a:spcAft>
                <a:spcPts val="0"/>
              </a:spcAft>
              <a:buClr>
                <a:schemeClr val="dk1"/>
              </a:buClr>
              <a:buSzPts val="3400"/>
              <a:buNone/>
              <a:defRPr>
                <a:solidFill>
                  <a:schemeClr val="dk1"/>
                </a:solidFill>
              </a:defRPr>
            </a:lvl7pPr>
            <a:lvl8pPr lvl="7" rtl="0">
              <a:spcBef>
                <a:spcPts val="0"/>
              </a:spcBef>
              <a:spcAft>
                <a:spcPts val="0"/>
              </a:spcAft>
              <a:buClr>
                <a:schemeClr val="dk1"/>
              </a:buClr>
              <a:buSzPts val="3400"/>
              <a:buNone/>
              <a:defRPr>
                <a:solidFill>
                  <a:schemeClr val="dk1"/>
                </a:solidFill>
              </a:defRPr>
            </a:lvl8pPr>
            <a:lvl9pPr lvl="8" rtl="0">
              <a:spcBef>
                <a:spcPts val="0"/>
              </a:spcBef>
              <a:spcAft>
                <a:spcPts val="0"/>
              </a:spcAft>
              <a:buClr>
                <a:schemeClr val="dk1"/>
              </a:buClr>
              <a:buSzPts val="3400"/>
              <a:buNone/>
              <a:defRPr>
                <a:solidFill>
                  <a:schemeClr val="dk1"/>
                </a:solidFill>
              </a:defRPr>
            </a:lvl9pPr>
          </a:lstStyle>
          <a:p/>
        </p:txBody>
      </p:sp>
      <p:sp>
        <p:nvSpPr>
          <p:cNvPr id="950" name="Google Shape;950;p74"/>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3">
  <p:cSld name="CUSTOM_1_4">
    <p:spTree>
      <p:nvGrpSpPr>
        <p:cNvPr id="951" name="Shape 951"/>
        <p:cNvGrpSpPr/>
        <p:nvPr/>
      </p:nvGrpSpPr>
      <p:grpSpPr>
        <a:xfrm>
          <a:off x="0" y="0"/>
          <a:ext cx="0" cy="0"/>
          <a:chOff x="0" y="0"/>
          <a:chExt cx="0" cy="0"/>
        </a:xfrm>
      </p:grpSpPr>
      <p:sp>
        <p:nvSpPr>
          <p:cNvPr id="952" name="Google Shape;952;p75"/>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53" name="Google Shape;953;p75"/>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Char char="▸"/>
              <a:defRPr/>
            </a:lvl1pPr>
            <a:lvl2pPr indent="-311150" lvl="1" marL="914400" rtl="0">
              <a:spcBef>
                <a:spcPts val="500"/>
              </a:spcBef>
              <a:spcAft>
                <a:spcPts val="0"/>
              </a:spcAft>
              <a:buSzPts val="1300"/>
              <a:buChar char="･"/>
              <a:defRPr/>
            </a:lvl2pPr>
            <a:lvl3pPr indent="-311150" lvl="2" marL="1371600" rtl="0">
              <a:spcBef>
                <a:spcPts val="500"/>
              </a:spcBef>
              <a:spcAft>
                <a:spcPts val="0"/>
              </a:spcAft>
              <a:buSzPts val="1300"/>
              <a:buChar char="･"/>
              <a:defRPr/>
            </a:lvl3pPr>
            <a:lvl4pPr indent="-311150" lvl="3" marL="1828800" rtl="0">
              <a:spcBef>
                <a:spcPts val="500"/>
              </a:spcBef>
              <a:spcAft>
                <a:spcPts val="0"/>
              </a:spcAft>
              <a:buSzPts val="1300"/>
              <a:buChar char="･"/>
              <a:defRPr/>
            </a:lvl4pPr>
            <a:lvl5pPr indent="-311150" lvl="4" marL="2286000" rtl="0">
              <a:spcBef>
                <a:spcPts val="500"/>
              </a:spcBef>
              <a:spcAft>
                <a:spcPts val="0"/>
              </a:spcAft>
              <a:buSzPts val="1300"/>
              <a:buChar char="･"/>
              <a:defRPr/>
            </a:lvl5pPr>
            <a:lvl6pPr indent="-311150" lvl="5" marL="2743200" rtl="0">
              <a:spcBef>
                <a:spcPts val="500"/>
              </a:spcBef>
              <a:spcAft>
                <a:spcPts val="0"/>
              </a:spcAft>
              <a:buSzPts val="1300"/>
              <a:buChar char="･"/>
              <a:defRPr/>
            </a:lvl6pPr>
            <a:lvl7pPr indent="-311150" lvl="6" marL="3200400" rtl="0">
              <a:spcBef>
                <a:spcPts val="500"/>
              </a:spcBef>
              <a:spcAft>
                <a:spcPts val="0"/>
              </a:spcAft>
              <a:buSzPts val="1300"/>
              <a:buChar char="･"/>
              <a:defRPr/>
            </a:lvl7pPr>
            <a:lvl8pPr indent="-311150" lvl="7" marL="3657600" rtl="0">
              <a:spcBef>
                <a:spcPts val="500"/>
              </a:spcBef>
              <a:spcAft>
                <a:spcPts val="0"/>
              </a:spcAft>
              <a:buSzPts val="1300"/>
              <a:buChar char="･"/>
              <a:defRPr/>
            </a:lvl8pPr>
            <a:lvl9pPr indent="-311150" lvl="8" marL="4114800" rtl="0">
              <a:spcBef>
                <a:spcPts val="500"/>
              </a:spcBef>
              <a:spcAft>
                <a:spcPts val="500"/>
              </a:spcAft>
              <a:buSzPts val="1300"/>
              <a:buChar char="･"/>
              <a:defRPr/>
            </a:lvl9pPr>
          </a:lstStyle>
          <a:p/>
        </p:txBody>
      </p:sp>
      <p:sp>
        <p:nvSpPr>
          <p:cNvPr id="954" name="Google Shape;954;p75"/>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Clr>
                <a:schemeClr val="dk1"/>
              </a:buClr>
              <a:buSzPts val="3400"/>
              <a:buNone/>
              <a:defRPr>
                <a:solidFill>
                  <a:schemeClr val="dk1"/>
                </a:solidFill>
              </a:defRPr>
            </a:lvl2pPr>
            <a:lvl3pPr lvl="2" rtl="0">
              <a:spcBef>
                <a:spcPts val="0"/>
              </a:spcBef>
              <a:spcAft>
                <a:spcPts val="0"/>
              </a:spcAft>
              <a:buClr>
                <a:schemeClr val="dk1"/>
              </a:buClr>
              <a:buSzPts val="3400"/>
              <a:buNone/>
              <a:defRPr>
                <a:solidFill>
                  <a:schemeClr val="dk1"/>
                </a:solidFill>
              </a:defRPr>
            </a:lvl3pPr>
            <a:lvl4pPr lvl="3" rtl="0">
              <a:spcBef>
                <a:spcPts val="0"/>
              </a:spcBef>
              <a:spcAft>
                <a:spcPts val="0"/>
              </a:spcAft>
              <a:buClr>
                <a:schemeClr val="dk1"/>
              </a:buClr>
              <a:buSzPts val="3400"/>
              <a:buNone/>
              <a:defRPr>
                <a:solidFill>
                  <a:schemeClr val="dk1"/>
                </a:solidFill>
              </a:defRPr>
            </a:lvl4pPr>
            <a:lvl5pPr lvl="4" rtl="0">
              <a:spcBef>
                <a:spcPts val="0"/>
              </a:spcBef>
              <a:spcAft>
                <a:spcPts val="0"/>
              </a:spcAft>
              <a:buClr>
                <a:schemeClr val="dk1"/>
              </a:buClr>
              <a:buSzPts val="3400"/>
              <a:buNone/>
              <a:defRPr>
                <a:solidFill>
                  <a:schemeClr val="dk1"/>
                </a:solidFill>
              </a:defRPr>
            </a:lvl5pPr>
            <a:lvl6pPr lvl="5" rtl="0">
              <a:spcBef>
                <a:spcPts val="0"/>
              </a:spcBef>
              <a:spcAft>
                <a:spcPts val="0"/>
              </a:spcAft>
              <a:buClr>
                <a:schemeClr val="dk1"/>
              </a:buClr>
              <a:buSzPts val="3400"/>
              <a:buNone/>
              <a:defRPr>
                <a:solidFill>
                  <a:schemeClr val="dk1"/>
                </a:solidFill>
              </a:defRPr>
            </a:lvl6pPr>
            <a:lvl7pPr lvl="6" rtl="0">
              <a:spcBef>
                <a:spcPts val="0"/>
              </a:spcBef>
              <a:spcAft>
                <a:spcPts val="0"/>
              </a:spcAft>
              <a:buClr>
                <a:schemeClr val="dk1"/>
              </a:buClr>
              <a:buSzPts val="3400"/>
              <a:buNone/>
              <a:defRPr>
                <a:solidFill>
                  <a:schemeClr val="dk1"/>
                </a:solidFill>
              </a:defRPr>
            </a:lvl7pPr>
            <a:lvl8pPr lvl="7" rtl="0">
              <a:spcBef>
                <a:spcPts val="0"/>
              </a:spcBef>
              <a:spcAft>
                <a:spcPts val="0"/>
              </a:spcAft>
              <a:buClr>
                <a:schemeClr val="dk1"/>
              </a:buClr>
              <a:buSzPts val="3400"/>
              <a:buNone/>
              <a:defRPr>
                <a:solidFill>
                  <a:schemeClr val="dk1"/>
                </a:solidFill>
              </a:defRPr>
            </a:lvl8pPr>
            <a:lvl9pPr lvl="8" rtl="0">
              <a:spcBef>
                <a:spcPts val="0"/>
              </a:spcBef>
              <a:spcAft>
                <a:spcPts val="0"/>
              </a:spcAft>
              <a:buClr>
                <a:schemeClr val="dk1"/>
              </a:buClr>
              <a:buSzPts val="3400"/>
              <a:buNone/>
              <a:defRPr>
                <a:solidFill>
                  <a:schemeClr val="dk1"/>
                </a:solidFill>
              </a:defRPr>
            </a:lvl9pPr>
          </a:lstStyle>
          <a:p/>
        </p:txBody>
      </p:sp>
      <p:sp>
        <p:nvSpPr>
          <p:cNvPr id="955" name="Google Shape;955;p75"/>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top, text bottom 1">
  <p:cSld name="CUSTOM_3_1_3">
    <p:spTree>
      <p:nvGrpSpPr>
        <p:cNvPr id="956" name="Shape 956"/>
        <p:cNvGrpSpPr/>
        <p:nvPr/>
      </p:nvGrpSpPr>
      <p:grpSpPr>
        <a:xfrm>
          <a:off x="0" y="0"/>
          <a:ext cx="0" cy="0"/>
          <a:chOff x="0" y="0"/>
          <a:chExt cx="0" cy="0"/>
        </a:xfrm>
      </p:grpSpPr>
      <p:sp>
        <p:nvSpPr>
          <p:cNvPr id="957" name="Google Shape;957;p76"/>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58" name="Google Shape;958;p76"/>
          <p:cNvSpPr txBox="1"/>
          <p:nvPr>
            <p:ph idx="1" type="body"/>
          </p:nvPr>
        </p:nvSpPr>
        <p:spPr>
          <a:xfrm>
            <a:off x="1102200" y="5212665"/>
            <a:ext cx="9987600" cy="5247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900"/>
            </a:lvl1pPr>
            <a:lvl2pPr indent="-317500" lvl="1" marL="914400" rtl="0" algn="ctr">
              <a:spcBef>
                <a:spcPts val="0"/>
              </a:spcBef>
              <a:spcAft>
                <a:spcPts val="0"/>
              </a:spcAft>
              <a:buSzPts val="1400"/>
              <a:buChar char="･"/>
              <a:defRPr sz="1900"/>
            </a:lvl2pPr>
            <a:lvl3pPr indent="-317500" lvl="2" marL="1371600" rtl="0" algn="ctr">
              <a:spcBef>
                <a:spcPts val="0"/>
              </a:spcBef>
              <a:spcAft>
                <a:spcPts val="0"/>
              </a:spcAft>
              <a:buSzPts val="1400"/>
              <a:buChar char="･"/>
              <a:defRPr sz="1900"/>
            </a:lvl3pPr>
            <a:lvl4pPr indent="-317500" lvl="3" marL="1828800" rtl="0" algn="ctr">
              <a:spcBef>
                <a:spcPts val="0"/>
              </a:spcBef>
              <a:spcAft>
                <a:spcPts val="0"/>
              </a:spcAft>
              <a:buSzPts val="1400"/>
              <a:buChar char="･"/>
              <a:defRPr sz="1900"/>
            </a:lvl4pPr>
            <a:lvl5pPr indent="-317500" lvl="4" marL="2286000" rtl="0" algn="ctr">
              <a:spcBef>
                <a:spcPts val="0"/>
              </a:spcBef>
              <a:spcAft>
                <a:spcPts val="0"/>
              </a:spcAft>
              <a:buSzPts val="1400"/>
              <a:buChar char="･"/>
              <a:defRPr sz="1900"/>
            </a:lvl5pPr>
            <a:lvl6pPr indent="-317500" lvl="5" marL="2743200" rtl="0" algn="ctr">
              <a:spcBef>
                <a:spcPts val="0"/>
              </a:spcBef>
              <a:spcAft>
                <a:spcPts val="0"/>
              </a:spcAft>
              <a:buSzPts val="1400"/>
              <a:buChar char="･"/>
              <a:defRPr sz="1900"/>
            </a:lvl6pPr>
            <a:lvl7pPr indent="-317500" lvl="6" marL="3200400" rtl="0" algn="ctr">
              <a:spcBef>
                <a:spcPts val="0"/>
              </a:spcBef>
              <a:spcAft>
                <a:spcPts val="0"/>
              </a:spcAft>
              <a:buSzPts val="1400"/>
              <a:buChar char="･"/>
              <a:defRPr sz="1900"/>
            </a:lvl7pPr>
            <a:lvl8pPr indent="-317500" lvl="7" marL="3657600" rtl="0" algn="ctr">
              <a:spcBef>
                <a:spcPts val="0"/>
              </a:spcBef>
              <a:spcAft>
                <a:spcPts val="0"/>
              </a:spcAft>
              <a:buSzPts val="1400"/>
              <a:buChar char="･"/>
              <a:defRPr sz="1900"/>
            </a:lvl8pPr>
            <a:lvl9pPr indent="-317500" lvl="8" marL="4114800" rtl="0" algn="ctr">
              <a:spcBef>
                <a:spcPts val="0"/>
              </a:spcBef>
              <a:spcAft>
                <a:spcPts val="0"/>
              </a:spcAft>
              <a:buSzPts val="1400"/>
              <a:buChar char="･"/>
              <a:defRPr sz="1900"/>
            </a:lvl9pPr>
          </a:lstStyle>
          <a:p/>
        </p:txBody>
      </p:sp>
      <p:sp>
        <p:nvSpPr>
          <p:cNvPr id="959" name="Google Shape;959;p76"/>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Clr>
                <a:schemeClr val="dk1"/>
              </a:buClr>
              <a:buSzPts val="3400"/>
              <a:buNone/>
              <a:defRPr b="0">
                <a:solidFill>
                  <a:schemeClr val="dk1"/>
                </a:solidFill>
              </a:defRPr>
            </a:lvl2pPr>
            <a:lvl3pPr lvl="2" rtl="0">
              <a:spcBef>
                <a:spcPts val="0"/>
              </a:spcBef>
              <a:spcAft>
                <a:spcPts val="0"/>
              </a:spcAft>
              <a:buClr>
                <a:schemeClr val="dk1"/>
              </a:buClr>
              <a:buSzPts val="3400"/>
              <a:buNone/>
              <a:defRPr b="0">
                <a:solidFill>
                  <a:schemeClr val="dk1"/>
                </a:solidFill>
              </a:defRPr>
            </a:lvl3pPr>
            <a:lvl4pPr lvl="3" rtl="0">
              <a:spcBef>
                <a:spcPts val="0"/>
              </a:spcBef>
              <a:spcAft>
                <a:spcPts val="0"/>
              </a:spcAft>
              <a:buClr>
                <a:schemeClr val="dk1"/>
              </a:buClr>
              <a:buSzPts val="3400"/>
              <a:buNone/>
              <a:defRPr b="0">
                <a:solidFill>
                  <a:schemeClr val="dk1"/>
                </a:solidFill>
              </a:defRPr>
            </a:lvl4pPr>
            <a:lvl5pPr lvl="4" rtl="0">
              <a:spcBef>
                <a:spcPts val="0"/>
              </a:spcBef>
              <a:spcAft>
                <a:spcPts val="0"/>
              </a:spcAft>
              <a:buClr>
                <a:schemeClr val="dk1"/>
              </a:buClr>
              <a:buSzPts val="3400"/>
              <a:buNone/>
              <a:defRPr b="0">
                <a:solidFill>
                  <a:schemeClr val="dk1"/>
                </a:solidFill>
              </a:defRPr>
            </a:lvl5pPr>
            <a:lvl6pPr lvl="5" rtl="0">
              <a:spcBef>
                <a:spcPts val="0"/>
              </a:spcBef>
              <a:spcAft>
                <a:spcPts val="0"/>
              </a:spcAft>
              <a:buClr>
                <a:schemeClr val="dk1"/>
              </a:buClr>
              <a:buSzPts val="3400"/>
              <a:buNone/>
              <a:defRPr b="0">
                <a:solidFill>
                  <a:schemeClr val="dk1"/>
                </a:solidFill>
              </a:defRPr>
            </a:lvl6pPr>
            <a:lvl7pPr lvl="6" rtl="0">
              <a:spcBef>
                <a:spcPts val="0"/>
              </a:spcBef>
              <a:spcAft>
                <a:spcPts val="0"/>
              </a:spcAft>
              <a:buClr>
                <a:schemeClr val="dk1"/>
              </a:buClr>
              <a:buSzPts val="3400"/>
              <a:buNone/>
              <a:defRPr b="0">
                <a:solidFill>
                  <a:schemeClr val="dk1"/>
                </a:solidFill>
              </a:defRPr>
            </a:lvl7pPr>
            <a:lvl8pPr lvl="7" rtl="0">
              <a:spcBef>
                <a:spcPts val="0"/>
              </a:spcBef>
              <a:spcAft>
                <a:spcPts val="0"/>
              </a:spcAft>
              <a:buClr>
                <a:schemeClr val="dk1"/>
              </a:buClr>
              <a:buSzPts val="3400"/>
              <a:buNone/>
              <a:defRPr b="0">
                <a:solidFill>
                  <a:schemeClr val="dk1"/>
                </a:solidFill>
              </a:defRPr>
            </a:lvl8pPr>
            <a:lvl9pPr lvl="8" rtl="0">
              <a:spcBef>
                <a:spcPts val="0"/>
              </a:spcBef>
              <a:spcAft>
                <a:spcPts val="0"/>
              </a:spcAft>
              <a:buClr>
                <a:schemeClr val="dk1"/>
              </a:buClr>
              <a:buSzPts val="3400"/>
              <a:buNone/>
              <a:defRPr b="0">
                <a:solidFill>
                  <a:schemeClr val="dk1"/>
                </a:solidFill>
              </a:defRPr>
            </a:lvl9pPr>
          </a:lstStyle>
          <a:p/>
        </p:txBody>
      </p:sp>
      <p:sp>
        <p:nvSpPr>
          <p:cNvPr id="960" name="Google Shape;960;p76"/>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op, graphic bottom 1">
  <p:cSld name="CUSTOM_3_3">
    <p:spTree>
      <p:nvGrpSpPr>
        <p:cNvPr id="961" name="Shape 961"/>
        <p:cNvGrpSpPr/>
        <p:nvPr/>
      </p:nvGrpSpPr>
      <p:grpSpPr>
        <a:xfrm>
          <a:off x="0" y="0"/>
          <a:ext cx="0" cy="0"/>
          <a:chOff x="0" y="0"/>
          <a:chExt cx="0" cy="0"/>
        </a:xfrm>
      </p:grpSpPr>
      <p:sp>
        <p:nvSpPr>
          <p:cNvPr id="962" name="Google Shape;962;p77"/>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3" name="Google Shape;963;p77"/>
          <p:cNvSpPr txBox="1"/>
          <p:nvPr>
            <p:ph idx="1" type="body"/>
          </p:nvPr>
        </p:nvSpPr>
        <p:spPr>
          <a:xfrm>
            <a:off x="1102200" y="2072425"/>
            <a:ext cx="9987600" cy="524700"/>
          </a:xfrm>
          <a:prstGeom prst="rect">
            <a:avLst/>
          </a:prstGeom>
        </p:spPr>
        <p:txBody>
          <a:bodyPr anchorCtr="0" anchor="b" bIns="0" lIns="0" spcFirstLastPara="1" rIns="0" wrap="square" tIns="0">
            <a:noAutofit/>
          </a:bodyPr>
          <a:lstStyle>
            <a:lvl1pPr indent="-330200" lvl="0" marL="457200" rtl="0" algn="ctr">
              <a:spcBef>
                <a:spcPts val="0"/>
              </a:spcBef>
              <a:spcAft>
                <a:spcPts val="0"/>
              </a:spcAft>
              <a:buSzPts val="1600"/>
              <a:buChar char="▸"/>
              <a:defRPr sz="1900"/>
            </a:lvl1pPr>
            <a:lvl2pPr indent="-317500" lvl="1" marL="914400" rtl="0" algn="ctr">
              <a:spcBef>
                <a:spcPts val="0"/>
              </a:spcBef>
              <a:spcAft>
                <a:spcPts val="0"/>
              </a:spcAft>
              <a:buSzPts val="1400"/>
              <a:buChar char="･"/>
              <a:defRPr sz="1900"/>
            </a:lvl2pPr>
            <a:lvl3pPr indent="-317500" lvl="2" marL="1371600" rtl="0" algn="ctr">
              <a:spcBef>
                <a:spcPts val="0"/>
              </a:spcBef>
              <a:spcAft>
                <a:spcPts val="0"/>
              </a:spcAft>
              <a:buSzPts val="1400"/>
              <a:buChar char="･"/>
              <a:defRPr sz="1900"/>
            </a:lvl3pPr>
            <a:lvl4pPr indent="-317500" lvl="3" marL="1828800" rtl="0" algn="ctr">
              <a:spcBef>
                <a:spcPts val="0"/>
              </a:spcBef>
              <a:spcAft>
                <a:spcPts val="0"/>
              </a:spcAft>
              <a:buSzPts val="1400"/>
              <a:buChar char="･"/>
              <a:defRPr sz="1900"/>
            </a:lvl4pPr>
            <a:lvl5pPr indent="-317500" lvl="4" marL="2286000" rtl="0" algn="ctr">
              <a:spcBef>
                <a:spcPts val="0"/>
              </a:spcBef>
              <a:spcAft>
                <a:spcPts val="0"/>
              </a:spcAft>
              <a:buSzPts val="1400"/>
              <a:buChar char="･"/>
              <a:defRPr sz="1900"/>
            </a:lvl5pPr>
            <a:lvl6pPr indent="-317500" lvl="5" marL="2743200" rtl="0" algn="ctr">
              <a:spcBef>
                <a:spcPts val="0"/>
              </a:spcBef>
              <a:spcAft>
                <a:spcPts val="0"/>
              </a:spcAft>
              <a:buSzPts val="1400"/>
              <a:buChar char="･"/>
              <a:defRPr sz="1900"/>
            </a:lvl6pPr>
            <a:lvl7pPr indent="-317500" lvl="6" marL="3200400" rtl="0" algn="ctr">
              <a:spcBef>
                <a:spcPts val="0"/>
              </a:spcBef>
              <a:spcAft>
                <a:spcPts val="0"/>
              </a:spcAft>
              <a:buSzPts val="1400"/>
              <a:buChar char="･"/>
              <a:defRPr sz="1900"/>
            </a:lvl7pPr>
            <a:lvl8pPr indent="-317500" lvl="7" marL="3657600" rtl="0" algn="ctr">
              <a:spcBef>
                <a:spcPts val="0"/>
              </a:spcBef>
              <a:spcAft>
                <a:spcPts val="0"/>
              </a:spcAft>
              <a:buSzPts val="1400"/>
              <a:buChar char="･"/>
              <a:defRPr sz="1900"/>
            </a:lvl8pPr>
            <a:lvl9pPr indent="-317500" lvl="8" marL="4114800" rtl="0" algn="ctr">
              <a:spcBef>
                <a:spcPts val="0"/>
              </a:spcBef>
              <a:spcAft>
                <a:spcPts val="0"/>
              </a:spcAft>
              <a:buSzPts val="1400"/>
              <a:buChar char="･"/>
              <a:defRPr sz="1900"/>
            </a:lvl9pPr>
          </a:lstStyle>
          <a:p/>
        </p:txBody>
      </p:sp>
      <p:sp>
        <p:nvSpPr>
          <p:cNvPr id="964" name="Google Shape;964;p77"/>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Clr>
                <a:schemeClr val="dk1"/>
              </a:buClr>
              <a:buSzPts val="3400"/>
              <a:buNone/>
              <a:defRPr>
                <a:solidFill>
                  <a:schemeClr val="dk1"/>
                </a:solidFill>
              </a:defRPr>
            </a:lvl2pPr>
            <a:lvl3pPr lvl="2" rtl="0">
              <a:spcBef>
                <a:spcPts val="0"/>
              </a:spcBef>
              <a:spcAft>
                <a:spcPts val="0"/>
              </a:spcAft>
              <a:buClr>
                <a:schemeClr val="dk1"/>
              </a:buClr>
              <a:buSzPts val="3400"/>
              <a:buNone/>
              <a:defRPr>
                <a:solidFill>
                  <a:schemeClr val="dk1"/>
                </a:solidFill>
              </a:defRPr>
            </a:lvl3pPr>
            <a:lvl4pPr lvl="3" rtl="0">
              <a:spcBef>
                <a:spcPts val="0"/>
              </a:spcBef>
              <a:spcAft>
                <a:spcPts val="0"/>
              </a:spcAft>
              <a:buClr>
                <a:schemeClr val="dk1"/>
              </a:buClr>
              <a:buSzPts val="3400"/>
              <a:buNone/>
              <a:defRPr>
                <a:solidFill>
                  <a:schemeClr val="dk1"/>
                </a:solidFill>
              </a:defRPr>
            </a:lvl4pPr>
            <a:lvl5pPr lvl="4" rtl="0">
              <a:spcBef>
                <a:spcPts val="0"/>
              </a:spcBef>
              <a:spcAft>
                <a:spcPts val="0"/>
              </a:spcAft>
              <a:buClr>
                <a:schemeClr val="dk1"/>
              </a:buClr>
              <a:buSzPts val="3400"/>
              <a:buNone/>
              <a:defRPr>
                <a:solidFill>
                  <a:schemeClr val="dk1"/>
                </a:solidFill>
              </a:defRPr>
            </a:lvl5pPr>
            <a:lvl6pPr lvl="5" rtl="0">
              <a:spcBef>
                <a:spcPts val="0"/>
              </a:spcBef>
              <a:spcAft>
                <a:spcPts val="0"/>
              </a:spcAft>
              <a:buClr>
                <a:schemeClr val="dk1"/>
              </a:buClr>
              <a:buSzPts val="3400"/>
              <a:buNone/>
              <a:defRPr>
                <a:solidFill>
                  <a:schemeClr val="dk1"/>
                </a:solidFill>
              </a:defRPr>
            </a:lvl6pPr>
            <a:lvl7pPr lvl="6" rtl="0">
              <a:spcBef>
                <a:spcPts val="0"/>
              </a:spcBef>
              <a:spcAft>
                <a:spcPts val="0"/>
              </a:spcAft>
              <a:buClr>
                <a:schemeClr val="dk1"/>
              </a:buClr>
              <a:buSzPts val="3400"/>
              <a:buNone/>
              <a:defRPr>
                <a:solidFill>
                  <a:schemeClr val="dk1"/>
                </a:solidFill>
              </a:defRPr>
            </a:lvl7pPr>
            <a:lvl8pPr lvl="7" rtl="0">
              <a:spcBef>
                <a:spcPts val="0"/>
              </a:spcBef>
              <a:spcAft>
                <a:spcPts val="0"/>
              </a:spcAft>
              <a:buClr>
                <a:schemeClr val="dk1"/>
              </a:buClr>
              <a:buSzPts val="3400"/>
              <a:buNone/>
              <a:defRPr>
                <a:solidFill>
                  <a:schemeClr val="dk1"/>
                </a:solidFill>
              </a:defRPr>
            </a:lvl8pPr>
            <a:lvl9pPr lvl="8" rtl="0">
              <a:spcBef>
                <a:spcPts val="0"/>
              </a:spcBef>
              <a:spcAft>
                <a:spcPts val="0"/>
              </a:spcAft>
              <a:buClr>
                <a:schemeClr val="dk1"/>
              </a:buClr>
              <a:buSzPts val="3400"/>
              <a:buNone/>
              <a:defRPr>
                <a:solidFill>
                  <a:schemeClr val="dk1"/>
                </a:solidFill>
              </a:defRPr>
            </a:lvl9pPr>
          </a:lstStyle>
          <a:p/>
        </p:txBody>
      </p:sp>
      <p:sp>
        <p:nvSpPr>
          <p:cNvPr id="965" name="Google Shape;965;p77"/>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4">
  <p:cSld name="text only">
    <p:spTree>
      <p:nvGrpSpPr>
        <p:cNvPr id="966" name="Shape 966"/>
        <p:cNvGrpSpPr/>
        <p:nvPr/>
      </p:nvGrpSpPr>
      <p:grpSpPr>
        <a:xfrm>
          <a:off x="0" y="0"/>
          <a:ext cx="0" cy="0"/>
          <a:chOff x="0" y="0"/>
          <a:chExt cx="0" cy="0"/>
        </a:xfrm>
      </p:grpSpPr>
      <p:sp>
        <p:nvSpPr>
          <p:cNvPr id="967" name="Google Shape;967;p78"/>
          <p:cNvSpPr txBox="1"/>
          <p:nvPr>
            <p:ph idx="1" type="body"/>
          </p:nvPr>
        </p:nvSpPr>
        <p:spPr>
          <a:xfrm>
            <a:off x="914400" y="1397000"/>
            <a:ext cx="10363200" cy="381300"/>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463550" lvl="1" marL="914400" marR="0" rtl="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2pPr>
            <a:lvl3pPr indent="-431800" lvl="2" marL="1371600" marR="0" rtl="0" algn="l">
              <a:spcBef>
                <a:spcPts val="6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3pPr>
            <a:lvl4pPr indent="-400050" lvl="3" marL="18288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68" name="Google Shape;968;p78"/>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sz="1100">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969" name="Google Shape;969;p78"/>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spcAft>
                <a:spcPts val="0"/>
              </a:spcAft>
              <a:buNone/>
              <a:defRPr sz="1100">
                <a:solidFill>
                  <a:schemeClr val="dk1"/>
                </a:solidFill>
                <a:latin typeface="Arial"/>
                <a:ea typeface="Arial"/>
                <a:cs typeface="Arial"/>
                <a:sym typeface="Arial"/>
              </a:defRPr>
            </a:lvl1pPr>
            <a:lvl2pPr indent="0" lvl="1" marL="0" marR="0" rtl="0" algn="r">
              <a:spcBef>
                <a:spcPts val="0"/>
              </a:spcBef>
              <a:spcAft>
                <a:spcPts val="0"/>
              </a:spcAft>
              <a:buNone/>
              <a:defRPr sz="1100">
                <a:solidFill>
                  <a:schemeClr val="dk1"/>
                </a:solidFill>
                <a:latin typeface="Arial"/>
                <a:ea typeface="Arial"/>
                <a:cs typeface="Arial"/>
                <a:sym typeface="Arial"/>
              </a:defRPr>
            </a:lvl2pPr>
            <a:lvl3pPr indent="0" lvl="2" marL="0" marR="0" rtl="0" algn="r">
              <a:spcBef>
                <a:spcPts val="0"/>
              </a:spcBef>
              <a:spcAft>
                <a:spcPts val="0"/>
              </a:spcAft>
              <a:buNone/>
              <a:defRPr sz="1100">
                <a:solidFill>
                  <a:schemeClr val="dk1"/>
                </a:solidFill>
                <a:latin typeface="Arial"/>
                <a:ea typeface="Arial"/>
                <a:cs typeface="Arial"/>
                <a:sym typeface="Arial"/>
              </a:defRPr>
            </a:lvl3pPr>
            <a:lvl4pPr indent="0" lvl="3" marL="0" marR="0" rtl="0" algn="r">
              <a:spcBef>
                <a:spcPts val="0"/>
              </a:spcBef>
              <a:spcAft>
                <a:spcPts val="0"/>
              </a:spcAft>
              <a:buNone/>
              <a:defRPr sz="1100">
                <a:solidFill>
                  <a:schemeClr val="dk1"/>
                </a:solidFill>
                <a:latin typeface="Arial"/>
                <a:ea typeface="Arial"/>
                <a:cs typeface="Arial"/>
                <a:sym typeface="Arial"/>
              </a:defRPr>
            </a:lvl4pPr>
            <a:lvl5pPr indent="0" lvl="4" marL="0" marR="0" rtl="0" algn="r">
              <a:spcBef>
                <a:spcPts val="0"/>
              </a:spcBef>
              <a:spcAft>
                <a:spcPts val="0"/>
              </a:spcAft>
              <a:buNone/>
              <a:defRPr sz="1100">
                <a:solidFill>
                  <a:schemeClr val="dk1"/>
                </a:solidFill>
                <a:latin typeface="Arial"/>
                <a:ea typeface="Arial"/>
                <a:cs typeface="Arial"/>
                <a:sym typeface="Arial"/>
              </a:defRPr>
            </a:lvl5pPr>
            <a:lvl6pPr indent="0" lvl="5" marL="0" marR="0" rtl="0" algn="r">
              <a:spcBef>
                <a:spcPts val="0"/>
              </a:spcBef>
              <a:spcAft>
                <a:spcPts val="0"/>
              </a:spcAft>
              <a:buNone/>
              <a:defRPr sz="1100">
                <a:solidFill>
                  <a:schemeClr val="dk1"/>
                </a:solidFill>
                <a:latin typeface="Arial"/>
                <a:ea typeface="Arial"/>
                <a:cs typeface="Arial"/>
                <a:sym typeface="Arial"/>
              </a:defRPr>
            </a:lvl6pPr>
            <a:lvl7pPr indent="0" lvl="6" marL="0" marR="0" rtl="0" algn="r">
              <a:spcBef>
                <a:spcPts val="0"/>
              </a:spcBef>
              <a:spcAft>
                <a:spcPts val="0"/>
              </a:spcAft>
              <a:buNone/>
              <a:defRPr sz="1100">
                <a:solidFill>
                  <a:schemeClr val="dk1"/>
                </a:solidFill>
                <a:latin typeface="Arial"/>
                <a:ea typeface="Arial"/>
                <a:cs typeface="Arial"/>
                <a:sym typeface="Arial"/>
              </a:defRPr>
            </a:lvl7pPr>
            <a:lvl8pPr indent="0" lvl="7" marL="0" marR="0" rtl="0" algn="r">
              <a:spcBef>
                <a:spcPts val="0"/>
              </a:spcBef>
              <a:spcAft>
                <a:spcPts val="0"/>
              </a:spcAft>
              <a:buNone/>
              <a:defRPr sz="1100">
                <a:solidFill>
                  <a:schemeClr val="dk1"/>
                </a:solidFill>
                <a:latin typeface="Arial"/>
                <a:ea typeface="Arial"/>
                <a:cs typeface="Arial"/>
                <a:sym typeface="Arial"/>
              </a:defRPr>
            </a:lvl8pPr>
            <a:lvl9pPr indent="0" lvl="8" marL="0" marR="0" rtl="0" algn="r">
              <a:spcBef>
                <a:spcPts val="0"/>
              </a:spcBef>
              <a:spcAft>
                <a:spcPts val="0"/>
              </a:spcAft>
              <a:buNone/>
              <a:defRPr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70" name="Google Shape;970;p78"/>
          <p:cNvSpPr txBox="1"/>
          <p:nvPr>
            <p:ph type="title"/>
          </p:nvPr>
        </p:nvSpPr>
        <p:spPr>
          <a:xfrm>
            <a:off x="914400" y="0"/>
            <a:ext cx="10363200" cy="1371600"/>
          </a:xfrm>
          <a:prstGeom prst="rect">
            <a:avLst/>
          </a:prstGeom>
          <a:noFill/>
          <a:ln>
            <a:noFill/>
          </a:ln>
        </p:spPr>
        <p:txBody>
          <a:bodyPr anchorCtr="0" anchor="b" bIns="0" lIns="0" spcFirstLastPara="1" rIns="0" wrap="square" tIns="0">
            <a:noAutofit/>
          </a:bodyPr>
          <a:lstStyle>
            <a:lvl1pPr indent="0" lvl="0" marL="0" marR="0" rtl="0" algn="l">
              <a:spcBef>
                <a:spcPts val="0"/>
              </a:spcBef>
              <a:spcAft>
                <a:spcPts val="0"/>
              </a:spcAft>
              <a:buSzPts val="3400"/>
              <a:buNone/>
              <a:defRPr b="0" i="0" sz="3700" u="none" cap="none" strike="noStrike">
                <a:solidFill>
                  <a:srgbClr val="000000"/>
                </a:solidFill>
                <a:latin typeface="Arial"/>
                <a:ea typeface="Arial"/>
                <a:cs typeface="Arial"/>
                <a:sym typeface="Arial"/>
              </a:defRPr>
            </a:lvl1pPr>
            <a:lvl2pPr indent="0" lvl="1"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9pPr>
          </a:lstStyle>
          <a:p/>
        </p:txBody>
      </p:sp>
      <p:sp>
        <p:nvSpPr>
          <p:cNvPr id="971" name="Google Shape;971;p78"/>
          <p:cNvSpPr txBox="1"/>
          <p:nvPr>
            <p:ph idx="2" type="body"/>
          </p:nvPr>
        </p:nvSpPr>
        <p:spPr>
          <a:xfrm>
            <a:off x="914400" y="2209800"/>
            <a:ext cx="10363200" cy="990300"/>
          </a:xfrm>
          <a:prstGeom prst="rect">
            <a:avLst/>
          </a:prstGeom>
          <a:noFill/>
          <a:ln>
            <a:noFill/>
          </a:ln>
        </p:spPr>
        <p:txBody>
          <a:bodyPr anchorCtr="0" anchor="b" bIns="0" lIns="0" spcFirstLastPara="1" rIns="0" wrap="square" tIns="0">
            <a:noAutofit/>
          </a:bodyPr>
          <a:lstStyle>
            <a:lvl1pPr indent="-228600" lvl="0" marL="457200" marR="0" rtl="0" algn="l">
              <a:lnSpc>
                <a:spcPct val="110000"/>
              </a:lnSpc>
              <a:spcBef>
                <a:spcPts val="40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381000" lvl="1" marL="9144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972" name="Google Shape;972;p78"/>
          <p:cNvSpPr txBox="1"/>
          <p:nvPr>
            <p:ph idx="3" type="body"/>
          </p:nvPr>
        </p:nvSpPr>
        <p:spPr>
          <a:xfrm>
            <a:off x="914400" y="3429000"/>
            <a:ext cx="10363200" cy="2438400"/>
          </a:xfrm>
          <a:prstGeom prst="rect">
            <a:avLst/>
          </a:prstGeom>
          <a:noFill/>
          <a:ln>
            <a:noFill/>
          </a:ln>
        </p:spPr>
        <p:txBody>
          <a:bodyPr anchorCtr="0" anchor="t" bIns="0" lIns="0" spcFirstLastPara="1" rIns="0" wrap="square" tIns="0">
            <a:noAutofit/>
          </a:bodyPr>
          <a:lstStyle>
            <a:lvl1pPr indent="-330200" lvl="0" marL="4572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1pPr>
            <a:lvl2pPr indent="-330200" lvl="1" marL="9144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2pPr>
            <a:lvl3pPr indent="-330200" lvl="2" marL="13716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graphics">
  <p:cSld name="CUSTOM_2_2">
    <p:spTree>
      <p:nvGrpSpPr>
        <p:cNvPr id="973" name="Shape 973"/>
        <p:cNvGrpSpPr/>
        <p:nvPr/>
      </p:nvGrpSpPr>
      <p:grpSpPr>
        <a:xfrm>
          <a:off x="0" y="0"/>
          <a:ext cx="0" cy="0"/>
          <a:chOff x="0" y="0"/>
          <a:chExt cx="0" cy="0"/>
        </a:xfrm>
      </p:grpSpPr>
      <p:sp>
        <p:nvSpPr>
          <p:cNvPr id="974" name="Google Shape;974;p79"/>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75" name="Google Shape;975;p79"/>
          <p:cNvSpPr txBox="1"/>
          <p:nvPr>
            <p:ph idx="1" type="subTitle"/>
          </p:nvPr>
        </p:nvSpPr>
        <p:spPr>
          <a:xfrm>
            <a:off x="6624633" y="3670871"/>
            <a:ext cx="4465200" cy="6663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976" name="Google Shape;976;p79"/>
          <p:cNvSpPr txBox="1"/>
          <p:nvPr>
            <p:ph idx="2" type="body"/>
          </p:nvPr>
        </p:nvSpPr>
        <p:spPr>
          <a:xfrm>
            <a:off x="6624467" y="4184771"/>
            <a:ext cx="4465200" cy="1788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977" name="Google Shape;977;p79"/>
          <p:cNvSpPr txBox="1"/>
          <p:nvPr>
            <p:ph idx="3" type="subTitle"/>
          </p:nvPr>
        </p:nvSpPr>
        <p:spPr>
          <a:xfrm>
            <a:off x="1102200" y="3670871"/>
            <a:ext cx="4465200" cy="6663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978" name="Google Shape;978;p79"/>
          <p:cNvSpPr txBox="1"/>
          <p:nvPr>
            <p:ph idx="4" type="body"/>
          </p:nvPr>
        </p:nvSpPr>
        <p:spPr>
          <a:xfrm>
            <a:off x="1102033" y="4184771"/>
            <a:ext cx="4465200" cy="1788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979" name="Google Shape;979;p79"/>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None/>
              <a:defRPr/>
            </a:lvl1pPr>
            <a:lvl2pPr lvl="1" rtl="0">
              <a:spcBef>
                <a:spcPts val="0"/>
              </a:spcBef>
              <a:spcAft>
                <a:spcPts val="0"/>
              </a:spcAft>
              <a:buClr>
                <a:schemeClr val="dk1"/>
              </a:buClr>
              <a:buSzPts val="3400"/>
              <a:buNone/>
              <a:defRPr>
                <a:solidFill>
                  <a:schemeClr val="dk1"/>
                </a:solidFill>
              </a:defRPr>
            </a:lvl2pPr>
            <a:lvl3pPr lvl="2" rtl="0">
              <a:spcBef>
                <a:spcPts val="0"/>
              </a:spcBef>
              <a:spcAft>
                <a:spcPts val="0"/>
              </a:spcAft>
              <a:buClr>
                <a:schemeClr val="dk1"/>
              </a:buClr>
              <a:buSzPts val="3400"/>
              <a:buNone/>
              <a:defRPr>
                <a:solidFill>
                  <a:schemeClr val="dk1"/>
                </a:solidFill>
              </a:defRPr>
            </a:lvl3pPr>
            <a:lvl4pPr lvl="3" rtl="0">
              <a:spcBef>
                <a:spcPts val="0"/>
              </a:spcBef>
              <a:spcAft>
                <a:spcPts val="0"/>
              </a:spcAft>
              <a:buClr>
                <a:schemeClr val="dk1"/>
              </a:buClr>
              <a:buSzPts val="3400"/>
              <a:buNone/>
              <a:defRPr>
                <a:solidFill>
                  <a:schemeClr val="dk1"/>
                </a:solidFill>
              </a:defRPr>
            </a:lvl4pPr>
            <a:lvl5pPr lvl="4" rtl="0">
              <a:spcBef>
                <a:spcPts val="0"/>
              </a:spcBef>
              <a:spcAft>
                <a:spcPts val="0"/>
              </a:spcAft>
              <a:buClr>
                <a:schemeClr val="dk1"/>
              </a:buClr>
              <a:buSzPts val="3400"/>
              <a:buNone/>
              <a:defRPr>
                <a:solidFill>
                  <a:schemeClr val="dk1"/>
                </a:solidFill>
              </a:defRPr>
            </a:lvl5pPr>
            <a:lvl6pPr lvl="5" rtl="0">
              <a:spcBef>
                <a:spcPts val="0"/>
              </a:spcBef>
              <a:spcAft>
                <a:spcPts val="0"/>
              </a:spcAft>
              <a:buClr>
                <a:schemeClr val="dk1"/>
              </a:buClr>
              <a:buSzPts val="3400"/>
              <a:buNone/>
              <a:defRPr>
                <a:solidFill>
                  <a:schemeClr val="dk1"/>
                </a:solidFill>
              </a:defRPr>
            </a:lvl6pPr>
            <a:lvl7pPr lvl="6" rtl="0">
              <a:spcBef>
                <a:spcPts val="0"/>
              </a:spcBef>
              <a:spcAft>
                <a:spcPts val="0"/>
              </a:spcAft>
              <a:buClr>
                <a:schemeClr val="dk1"/>
              </a:buClr>
              <a:buSzPts val="3400"/>
              <a:buNone/>
              <a:defRPr>
                <a:solidFill>
                  <a:schemeClr val="dk1"/>
                </a:solidFill>
              </a:defRPr>
            </a:lvl7pPr>
            <a:lvl8pPr lvl="7" rtl="0">
              <a:spcBef>
                <a:spcPts val="0"/>
              </a:spcBef>
              <a:spcAft>
                <a:spcPts val="0"/>
              </a:spcAft>
              <a:buClr>
                <a:schemeClr val="dk1"/>
              </a:buClr>
              <a:buSzPts val="3400"/>
              <a:buNone/>
              <a:defRPr>
                <a:solidFill>
                  <a:schemeClr val="dk1"/>
                </a:solidFill>
              </a:defRPr>
            </a:lvl8pPr>
            <a:lvl9pPr lvl="8" rtl="0">
              <a:spcBef>
                <a:spcPts val="0"/>
              </a:spcBef>
              <a:spcAft>
                <a:spcPts val="0"/>
              </a:spcAft>
              <a:buClr>
                <a:schemeClr val="dk1"/>
              </a:buClr>
              <a:buSzPts val="3400"/>
              <a:buNone/>
              <a:defRPr>
                <a:solidFill>
                  <a:schemeClr val="dk1"/>
                </a:solidFill>
              </a:defRPr>
            </a:lvl9pPr>
          </a:lstStyle>
          <a:p/>
        </p:txBody>
      </p:sp>
      <p:sp>
        <p:nvSpPr>
          <p:cNvPr id="980" name="Google Shape;980;p79"/>
          <p:cNvSpPr txBox="1"/>
          <p:nvPr>
            <p:ph idx="5"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USTOM_4_2_4">
    <p:spTree>
      <p:nvGrpSpPr>
        <p:cNvPr id="981" name="Shape 981"/>
        <p:cNvGrpSpPr/>
        <p:nvPr/>
      </p:nvGrpSpPr>
      <p:grpSpPr>
        <a:xfrm>
          <a:off x="0" y="0"/>
          <a:ext cx="0" cy="0"/>
          <a:chOff x="0" y="0"/>
          <a:chExt cx="0" cy="0"/>
        </a:xfrm>
      </p:grpSpPr>
      <p:sp>
        <p:nvSpPr>
          <p:cNvPr id="982" name="Google Shape;982;p80"/>
          <p:cNvSpPr txBox="1"/>
          <p:nvPr>
            <p:ph type="title"/>
          </p:nvPr>
        </p:nvSpPr>
        <p:spPr>
          <a:xfrm>
            <a:off x="447767" y="946000"/>
            <a:ext cx="11318100" cy="967500"/>
          </a:xfrm>
          <a:prstGeom prst="rect">
            <a:avLst/>
          </a:prstGeom>
        </p:spPr>
        <p:txBody>
          <a:bodyPr anchorCtr="0" anchor="t" bIns="0" lIns="0" spcFirstLastPara="1" rIns="0" wrap="square" tIns="0">
            <a:noAutofit/>
          </a:bodyPr>
          <a:lstStyle>
            <a:lvl1pPr lvl="0" rtl="0" algn="ctr">
              <a:lnSpc>
                <a:spcPct val="115000"/>
              </a:lnSpc>
              <a:spcBef>
                <a:spcPts val="0"/>
              </a:spcBef>
              <a:spcAft>
                <a:spcPts val="0"/>
              </a:spcAft>
              <a:buNone/>
              <a:defRPr sz="4800">
                <a:solidFill>
                  <a:srgbClr val="000000"/>
                </a:solidFill>
                <a:latin typeface="Overpass"/>
                <a:ea typeface="Overpass"/>
                <a:cs typeface="Overpass"/>
                <a:sym typeface="Overpass"/>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983" name="Google Shape;983;p8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984" name="Google Shape;984;p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Red Hat Text Medium"/>
              <a:buNone/>
              <a:defRPr sz="9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985" name="Google Shape;985;p80"/>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986" name="Google Shape;986;p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987" name="Google Shape;987;p8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988" name="Google Shape;988;p8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989" name="Google Shape;989;p80"/>
          <p:cNvSpPr txBox="1"/>
          <p:nvPr>
            <p:ph idx="3" type="body"/>
          </p:nvPr>
        </p:nvSpPr>
        <p:spPr>
          <a:xfrm>
            <a:off x="901600" y="1913600"/>
            <a:ext cx="10388700" cy="4256100"/>
          </a:xfrm>
          <a:prstGeom prst="rect">
            <a:avLst/>
          </a:prstGeom>
        </p:spPr>
        <p:txBody>
          <a:bodyPr anchorCtr="0" anchor="t" bIns="0" lIns="0" spcFirstLastPara="1" rIns="0" wrap="square" tIns="0">
            <a:noAutofit/>
          </a:bodyPr>
          <a:lstStyle>
            <a:lvl1pPr indent="-431800" lvl="0" marL="457200" rtl="0">
              <a:lnSpc>
                <a:spcPct val="115000"/>
              </a:lnSpc>
              <a:spcBef>
                <a:spcPts val="0"/>
              </a:spcBef>
              <a:spcAft>
                <a:spcPts val="0"/>
              </a:spcAft>
              <a:buClr>
                <a:schemeClr val="dk1"/>
              </a:buClr>
              <a:buSzPts val="3200"/>
              <a:buFont typeface="Proxima Nova"/>
              <a:buChar char="▸"/>
              <a:defRPr sz="3200">
                <a:solidFill>
                  <a:schemeClr val="dk1"/>
                </a:solidFill>
                <a:latin typeface="Proxima Nova"/>
                <a:ea typeface="Proxima Nova"/>
                <a:cs typeface="Proxima Nova"/>
                <a:sym typeface="Proxima Nova"/>
              </a:defRPr>
            </a:lvl1pPr>
            <a:lvl2pPr indent="-381000" lvl="1" marL="914400" rtl="0">
              <a:lnSpc>
                <a:spcPct val="115000"/>
              </a:lnSpc>
              <a:spcBef>
                <a:spcPts val="1100"/>
              </a:spcBef>
              <a:spcAft>
                <a:spcPts val="0"/>
              </a:spcAft>
              <a:buSzPts val="2400"/>
              <a:buFont typeface="Proxima Nova"/>
              <a:buChar char="･"/>
              <a:defRPr sz="2400">
                <a:latin typeface="Proxima Nova"/>
                <a:ea typeface="Proxima Nova"/>
                <a:cs typeface="Proxima Nova"/>
                <a:sym typeface="Proxima Nova"/>
              </a:defRPr>
            </a:lvl2pPr>
            <a:lvl3pPr indent="-349250" lvl="2" marL="1371600" rtl="0">
              <a:lnSpc>
                <a:spcPct val="115000"/>
              </a:lnSpc>
              <a:spcBef>
                <a:spcPts val="1100"/>
              </a:spcBef>
              <a:spcAft>
                <a:spcPts val="0"/>
              </a:spcAft>
              <a:buSzPts val="1900"/>
              <a:buFont typeface="Proxima Nova"/>
              <a:buChar char="･"/>
              <a:defRPr sz="1900">
                <a:latin typeface="Proxima Nova"/>
                <a:ea typeface="Proxima Nova"/>
                <a:cs typeface="Proxima Nova"/>
                <a:sym typeface="Proxima Nova"/>
              </a:defRPr>
            </a:lvl3pPr>
            <a:lvl4pPr indent="-317500" lvl="3" marL="1828800" rtl="0">
              <a:lnSpc>
                <a:spcPct val="115000"/>
              </a:lnSpc>
              <a:spcBef>
                <a:spcPts val="1100"/>
              </a:spcBef>
              <a:spcAft>
                <a:spcPts val="0"/>
              </a:spcAft>
              <a:buSzPts val="1400"/>
              <a:buFont typeface="Proxima Nova"/>
              <a:buChar char="･"/>
              <a:defRPr>
                <a:latin typeface="Proxima Nova"/>
                <a:ea typeface="Proxima Nova"/>
                <a:cs typeface="Proxima Nova"/>
                <a:sym typeface="Proxima Nova"/>
              </a:defRPr>
            </a:lvl4pPr>
            <a:lvl5pPr indent="-323850" lvl="4" marL="2286000" rtl="0">
              <a:lnSpc>
                <a:spcPct val="115000"/>
              </a:lnSpc>
              <a:spcBef>
                <a:spcPts val="1100"/>
              </a:spcBef>
              <a:spcAft>
                <a:spcPts val="0"/>
              </a:spcAft>
              <a:buSzPts val="1500"/>
              <a:buFont typeface="Proxima Nova"/>
              <a:buChar char="･"/>
              <a:defRPr sz="1500">
                <a:latin typeface="Proxima Nova"/>
                <a:ea typeface="Proxima Nova"/>
                <a:cs typeface="Proxima Nova"/>
                <a:sym typeface="Proxima Nova"/>
              </a:defRPr>
            </a:lvl5pPr>
            <a:lvl6pPr indent="-311150" lvl="5" marL="2743200" rtl="0">
              <a:lnSpc>
                <a:spcPct val="115000"/>
              </a:lnSpc>
              <a:spcBef>
                <a:spcPts val="1100"/>
              </a:spcBef>
              <a:spcAft>
                <a:spcPts val="0"/>
              </a:spcAft>
              <a:buSzPts val="1300"/>
              <a:buFont typeface="Proxima Nova"/>
              <a:buChar char="･"/>
              <a:defRPr sz="1300">
                <a:latin typeface="Proxima Nova"/>
                <a:ea typeface="Proxima Nova"/>
                <a:cs typeface="Proxima Nova"/>
                <a:sym typeface="Proxima Nova"/>
              </a:defRPr>
            </a:lvl6pPr>
            <a:lvl7pPr indent="-304800" lvl="6" marL="3200400" rtl="0">
              <a:lnSpc>
                <a:spcPct val="115000"/>
              </a:lnSpc>
              <a:spcBef>
                <a:spcPts val="1100"/>
              </a:spcBef>
              <a:spcAft>
                <a:spcPts val="0"/>
              </a:spcAft>
              <a:buSzPts val="1200"/>
              <a:buFont typeface="Proxima Nova"/>
              <a:buChar char="･"/>
              <a:defRPr sz="1200">
                <a:latin typeface="Proxima Nova"/>
                <a:ea typeface="Proxima Nova"/>
                <a:cs typeface="Proxima Nova"/>
                <a:sym typeface="Proxima Nova"/>
              </a:defRPr>
            </a:lvl7pPr>
            <a:lvl8pPr indent="-298450" lvl="7" marL="3657600" rtl="0">
              <a:lnSpc>
                <a:spcPct val="115000"/>
              </a:lnSpc>
              <a:spcBef>
                <a:spcPts val="1100"/>
              </a:spcBef>
              <a:spcAft>
                <a:spcPts val="0"/>
              </a:spcAft>
              <a:buSzPts val="1100"/>
              <a:buFont typeface="Proxima Nova"/>
              <a:buChar char="･"/>
              <a:defRPr sz="1100">
                <a:latin typeface="Proxima Nova"/>
                <a:ea typeface="Proxima Nova"/>
                <a:cs typeface="Proxima Nova"/>
                <a:sym typeface="Proxima Nova"/>
              </a:defRPr>
            </a:lvl8pPr>
            <a:lvl9pPr indent="-285750" lvl="8" marL="4114800" rtl="0">
              <a:lnSpc>
                <a:spcPct val="115000"/>
              </a:lnSpc>
              <a:spcBef>
                <a:spcPts val="1100"/>
              </a:spcBef>
              <a:spcAft>
                <a:spcPts val="1100"/>
              </a:spcAft>
              <a:buSzPts val="900"/>
              <a:buFont typeface="Proxima Nova"/>
              <a:buChar char="･"/>
              <a:defRPr sz="900">
                <a:latin typeface="Proxima Nova"/>
                <a:ea typeface="Proxima Nova"/>
                <a:cs typeface="Proxima Nova"/>
                <a:sym typeface="Proxima Nova"/>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2">
  <p:cSld name="CUSTOM_4_3_3">
    <p:spTree>
      <p:nvGrpSpPr>
        <p:cNvPr id="990" name="Shape 990"/>
        <p:cNvGrpSpPr/>
        <p:nvPr/>
      </p:nvGrpSpPr>
      <p:grpSpPr>
        <a:xfrm>
          <a:off x="0" y="0"/>
          <a:ext cx="0" cy="0"/>
          <a:chOff x="0" y="0"/>
          <a:chExt cx="0" cy="0"/>
        </a:xfrm>
      </p:grpSpPr>
      <p:cxnSp>
        <p:nvCxnSpPr>
          <p:cNvPr id="991" name="Google Shape;991;p8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992" name="Google Shape;992;p8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993" name="Google Shape;993;p8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994" name="Google Shape;994;p8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995" name="Google Shape;995;p8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996" name="Google Shape;996;p81"/>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997" name="Google Shape;997;p81"/>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998" name="Google Shape;998;p81"/>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999" name="Google Shape;999;p81"/>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000" name="Google Shape;1000;p81"/>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001" name="Google Shape;1001;p81"/>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002" name="Google Shape;1002;p81"/>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003" name="Google Shape;1003;p81"/>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004" name="Google Shape;1004;p81"/>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05" name="Google Shape;1005;p8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06" name="Google Shape;1006;p81"/>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1">
  <p:cSld name="CUSTOM_4_2_3_2">
    <p:spTree>
      <p:nvGrpSpPr>
        <p:cNvPr id="1007" name="Shape 1007"/>
        <p:cNvGrpSpPr/>
        <p:nvPr/>
      </p:nvGrpSpPr>
      <p:grpSpPr>
        <a:xfrm>
          <a:off x="0" y="0"/>
          <a:ext cx="0" cy="0"/>
          <a:chOff x="0" y="0"/>
          <a:chExt cx="0" cy="0"/>
        </a:xfrm>
      </p:grpSpPr>
      <p:sp>
        <p:nvSpPr>
          <p:cNvPr id="1008" name="Google Shape;1008;p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009" name="Google Shape;1009;p8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010" name="Google Shape;1010;p8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11" name="Google Shape;1011;p8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12" name="Google Shape;1012;p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13" name="Google Shape;1013;p8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14" name="Google Shape;1014;p8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015" name="Google Shape;1015;p8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16" name="Google Shape;1016;p82"/>
          <p:cNvSpPr txBox="1"/>
          <p:nvPr>
            <p:ph idx="4"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1">
  <p:cSld name="CUSTOM_4_13_1_2">
    <p:spTree>
      <p:nvGrpSpPr>
        <p:cNvPr id="1017" name="Shape 1017"/>
        <p:cNvGrpSpPr/>
        <p:nvPr/>
      </p:nvGrpSpPr>
      <p:grpSpPr>
        <a:xfrm>
          <a:off x="0" y="0"/>
          <a:ext cx="0" cy="0"/>
          <a:chOff x="0" y="0"/>
          <a:chExt cx="0" cy="0"/>
        </a:xfrm>
      </p:grpSpPr>
      <p:sp>
        <p:nvSpPr>
          <p:cNvPr id="1018" name="Google Shape;1018;p83"/>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1019" name="Google Shape;1019;p8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1020" name="Google Shape;1020;p83"/>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1021" name="Google Shape;1021;p83"/>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1022" name="Google Shape;1022;p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23" name="Google Shape;1023;p8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24" name="Google Shape;1024;p8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1025" name="Google Shape;1025;p83"/>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1026" name="Google Shape;1026;p83"/>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027" name="Google Shape;1027;p83"/>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028" name="Google Shape;1028;p83"/>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029" name="Google Shape;1029;p83"/>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030" name="Google Shape;1030;p83"/>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83"/>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1">
  <p:cSld name="CUSTOM_4_17_3">
    <p:spTree>
      <p:nvGrpSpPr>
        <p:cNvPr id="1032" name="Shape 1032"/>
        <p:cNvGrpSpPr/>
        <p:nvPr/>
      </p:nvGrpSpPr>
      <p:grpSpPr>
        <a:xfrm>
          <a:off x="0" y="0"/>
          <a:ext cx="0" cy="0"/>
          <a:chOff x="0" y="0"/>
          <a:chExt cx="0" cy="0"/>
        </a:xfrm>
      </p:grpSpPr>
      <p:sp>
        <p:nvSpPr>
          <p:cNvPr id="1033" name="Google Shape;1033;p8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34" name="Google Shape;1034;p84"/>
          <p:cNvSpPr txBox="1"/>
          <p:nvPr>
            <p:ph type="title"/>
          </p:nvPr>
        </p:nvSpPr>
        <p:spPr>
          <a:xfrm>
            <a:off x="885050" y="1100350"/>
            <a:ext cx="10422000" cy="5532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9pPr>
          </a:lstStyle>
          <a:p/>
        </p:txBody>
      </p:sp>
      <p:cxnSp>
        <p:nvCxnSpPr>
          <p:cNvPr id="1035" name="Google Shape;1035;p8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36" name="Google Shape;1036;p8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37" name="Google Shape;1037;p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38" name="Google Shape;1038;p8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39" name="Google Shape;1039;p84"/>
          <p:cNvSpPr txBox="1"/>
          <p:nvPr>
            <p:ph idx="2" type="subTitle"/>
          </p:nvPr>
        </p:nvSpPr>
        <p:spPr>
          <a:xfrm>
            <a:off x="885125" y="1653550"/>
            <a:ext cx="10422000" cy="4566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1800">
                <a:solidFill>
                  <a:schemeClr val="accent1"/>
                </a:solidFill>
              </a:defRPr>
            </a:lvl1pPr>
            <a:lvl2pPr lvl="1" rtl="0" algn="ctr">
              <a:lnSpc>
                <a:spcPct val="100000"/>
              </a:lnSpc>
              <a:spcBef>
                <a:spcPts val="0"/>
              </a:spcBef>
              <a:spcAft>
                <a:spcPts val="0"/>
              </a:spcAft>
              <a:buNone/>
              <a:defRPr sz="1800">
                <a:solidFill>
                  <a:schemeClr val="accent1"/>
                </a:solidFill>
              </a:defRPr>
            </a:lvl2pPr>
            <a:lvl3pPr lvl="2" rtl="0" algn="ctr">
              <a:lnSpc>
                <a:spcPct val="100000"/>
              </a:lnSpc>
              <a:spcBef>
                <a:spcPts val="0"/>
              </a:spcBef>
              <a:spcAft>
                <a:spcPts val="0"/>
              </a:spcAft>
              <a:buNone/>
              <a:defRPr sz="1800">
                <a:solidFill>
                  <a:schemeClr val="accent1"/>
                </a:solidFill>
              </a:defRPr>
            </a:lvl3pPr>
            <a:lvl4pPr lvl="3" rtl="0" algn="ctr">
              <a:lnSpc>
                <a:spcPct val="100000"/>
              </a:lnSpc>
              <a:spcBef>
                <a:spcPts val="0"/>
              </a:spcBef>
              <a:spcAft>
                <a:spcPts val="0"/>
              </a:spcAft>
              <a:buNone/>
              <a:defRPr sz="1800">
                <a:solidFill>
                  <a:schemeClr val="accent1"/>
                </a:solidFill>
              </a:defRPr>
            </a:lvl4pPr>
            <a:lvl5pPr lvl="4" rtl="0" algn="ctr">
              <a:lnSpc>
                <a:spcPct val="100000"/>
              </a:lnSpc>
              <a:spcBef>
                <a:spcPts val="0"/>
              </a:spcBef>
              <a:spcAft>
                <a:spcPts val="0"/>
              </a:spcAft>
              <a:buNone/>
              <a:defRPr sz="1800">
                <a:solidFill>
                  <a:schemeClr val="accent1"/>
                </a:solidFill>
              </a:defRPr>
            </a:lvl5pPr>
            <a:lvl6pPr lvl="5" rtl="0" algn="ctr">
              <a:lnSpc>
                <a:spcPct val="100000"/>
              </a:lnSpc>
              <a:spcBef>
                <a:spcPts val="0"/>
              </a:spcBef>
              <a:spcAft>
                <a:spcPts val="0"/>
              </a:spcAft>
              <a:buNone/>
              <a:defRPr sz="1800">
                <a:solidFill>
                  <a:schemeClr val="accent1"/>
                </a:solidFill>
              </a:defRPr>
            </a:lvl6pPr>
            <a:lvl7pPr lvl="6" rtl="0" algn="ctr">
              <a:lnSpc>
                <a:spcPct val="100000"/>
              </a:lnSpc>
              <a:spcBef>
                <a:spcPts val="0"/>
              </a:spcBef>
              <a:spcAft>
                <a:spcPts val="0"/>
              </a:spcAft>
              <a:buNone/>
              <a:defRPr sz="1800">
                <a:solidFill>
                  <a:schemeClr val="accent1"/>
                </a:solidFill>
              </a:defRPr>
            </a:lvl7pPr>
            <a:lvl8pPr lvl="7" rtl="0" algn="ctr">
              <a:lnSpc>
                <a:spcPct val="100000"/>
              </a:lnSpc>
              <a:spcBef>
                <a:spcPts val="0"/>
              </a:spcBef>
              <a:spcAft>
                <a:spcPts val="0"/>
              </a:spcAft>
              <a:buNone/>
              <a:defRPr sz="1800">
                <a:solidFill>
                  <a:schemeClr val="accent1"/>
                </a:solidFill>
              </a:defRPr>
            </a:lvl8pPr>
            <a:lvl9pPr lvl="8" rtl="0" algn="ctr">
              <a:lnSpc>
                <a:spcPct val="100000"/>
              </a:lnSpc>
              <a:spcBef>
                <a:spcPts val="0"/>
              </a:spcBef>
              <a:spcAft>
                <a:spcPts val="0"/>
              </a:spcAft>
              <a:buNone/>
              <a:defRPr sz="1800">
                <a:solidFill>
                  <a:schemeClr val="accent1"/>
                </a:solidFill>
              </a:defRPr>
            </a:lvl9pPr>
          </a:lstStyle>
          <a:p/>
        </p:txBody>
      </p:sp>
      <p:sp>
        <p:nvSpPr>
          <p:cNvPr id="1040" name="Google Shape;1040;p84"/>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30200" lvl="0" marL="457200" rtl="0">
              <a:lnSpc>
                <a:spcPct val="135000"/>
              </a:lnSpc>
              <a:spcBef>
                <a:spcPts val="1000"/>
              </a:spcBef>
              <a:spcAft>
                <a:spcPts val="0"/>
              </a:spcAft>
              <a:buSzPts val="1600"/>
              <a:buChar char="▸"/>
              <a:defRPr/>
            </a:lvl1pPr>
            <a:lvl2pPr indent="-317500" lvl="1" marL="914400" rtl="0">
              <a:lnSpc>
                <a:spcPct val="135000"/>
              </a:lnSpc>
              <a:spcBef>
                <a:spcPts val="1000"/>
              </a:spcBef>
              <a:spcAft>
                <a:spcPts val="0"/>
              </a:spcAft>
              <a:buSzPts val="1400"/>
              <a:buChar char="･"/>
              <a:defRPr/>
            </a:lvl2pPr>
            <a:lvl3pPr indent="-317500" lvl="2" marL="1371600" rtl="0">
              <a:lnSpc>
                <a:spcPct val="135000"/>
              </a:lnSpc>
              <a:spcBef>
                <a:spcPts val="1000"/>
              </a:spcBef>
              <a:spcAft>
                <a:spcPts val="0"/>
              </a:spcAft>
              <a:buSzPts val="1400"/>
              <a:buChar char="･"/>
              <a:defRPr/>
            </a:lvl3pPr>
            <a:lvl4pPr indent="-317500" lvl="3" marL="1828800" rtl="0">
              <a:lnSpc>
                <a:spcPct val="135000"/>
              </a:lnSpc>
              <a:spcBef>
                <a:spcPts val="1000"/>
              </a:spcBef>
              <a:spcAft>
                <a:spcPts val="0"/>
              </a:spcAft>
              <a:buSzPts val="1400"/>
              <a:buChar char="･"/>
              <a:defRPr/>
            </a:lvl4pPr>
            <a:lvl5pPr indent="-317500" lvl="4" marL="2286000" rtl="0">
              <a:lnSpc>
                <a:spcPct val="135000"/>
              </a:lnSpc>
              <a:spcBef>
                <a:spcPts val="1000"/>
              </a:spcBef>
              <a:spcAft>
                <a:spcPts val="0"/>
              </a:spcAft>
              <a:buSzPts val="1400"/>
              <a:buChar char="･"/>
              <a:defRPr/>
            </a:lvl5pPr>
            <a:lvl6pPr indent="-317500" lvl="5" marL="2743200" rtl="0">
              <a:lnSpc>
                <a:spcPct val="135000"/>
              </a:lnSpc>
              <a:spcBef>
                <a:spcPts val="1000"/>
              </a:spcBef>
              <a:spcAft>
                <a:spcPts val="0"/>
              </a:spcAft>
              <a:buSzPts val="1400"/>
              <a:buChar char="･"/>
              <a:defRPr/>
            </a:lvl6pPr>
            <a:lvl7pPr indent="-317500" lvl="6" marL="3200400" rtl="0">
              <a:lnSpc>
                <a:spcPct val="135000"/>
              </a:lnSpc>
              <a:spcBef>
                <a:spcPts val="1000"/>
              </a:spcBef>
              <a:spcAft>
                <a:spcPts val="0"/>
              </a:spcAft>
              <a:buSzPts val="1400"/>
              <a:buChar char="･"/>
              <a:defRPr/>
            </a:lvl7pPr>
            <a:lvl8pPr indent="-317500" lvl="7" marL="3657600" rtl="0">
              <a:lnSpc>
                <a:spcPct val="135000"/>
              </a:lnSpc>
              <a:spcBef>
                <a:spcPts val="1000"/>
              </a:spcBef>
              <a:spcAft>
                <a:spcPts val="0"/>
              </a:spcAft>
              <a:buSzPts val="1400"/>
              <a:buChar char="･"/>
              <a:defRPr/>
            </a:lvl8pPr>
            <a:lvl9pPr indent="-317500" lvl="8" marL="4114800" rtl="0">
              <a:lnSpc>
                <a:spcPct val="135000"/>
              </a:lnSpc>
              <a:spcBef>
                <a:spcPts val="1000"/>
              </a:spcBef>
              <a:spcAft>
                <a:spcPts val="1000"/>
              </a:spcAft>
              <a:buSzPts val="14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2">
  <p:cSld name="CUSTOM_4_17_4">
    <p:spTree>
      <p:nvGrpSpPr>
        <p:cNvPr id="1041" name="Shape 1041"/>
        <p:cNvGrpSpPr/>
        <p:nvPr/>
      </p:nvGrpSpPr>
      <p:grpSpPr>
        <a:xfrm>
          <a:off x="0" y="0"/>
          <a:ext cx="0" cy="0"/>
          <a:chOff x="0" y="0"/>
          <a:chExt cx="0" cy="0"/>
        </a:xfrm>
      </p:grpSpPr>
      <p:sp>
        <p:nvSpPr>
          <p:cNvPr id="1042" name="Google Shape;1042;p8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43" name="Google Shape;1043;p85"/>
          <p:cNvSpPr txBox="1"/>
          <p:nvPr>
            <p:ph type="title"/>
          </p:nvPr>
        </p:nvSpPr>
        <p:spPr>
          <a:xfrm>
            <a:off x="885050" y="1100350"/>
            <a:ext cx="10422000" cy="5532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9pPr>
          </a:lstStyle>
          <a:p/>
        </p:txBody>
      </p:sp>
      <p:cxnSp>
        <p:nvCxnSpPr>
          <p:cNvPr id="1044" name="Google Shape;1044;p8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45" name="Google Shape;1045;p8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46" name="Google Shape;1046;p8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47" name="Google Shape;1047;p8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48" name="Google Shape;1048;p85"/>
          <p:cNvSpPr txBox="1"/>
          <p:nvPr>
            <p:ph idx="2" type="subTitle"/>
          </p:nvPr>
        </p:nvSpPr>
        <p:spPr>
          <a:xfrm>
            <a:off x="885125" y="1653550"/>
            <a:ext cx="10422000" cy="4566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1800">
                <a:solidFill>
                  <a:schemeClr val="accent1"/>
                </a:solidFill>
              </a:defRPr>
            </a:lvl1pPr>
            <a:lvl2pPr lvl="1" rtl="0" algn="ctr">
              <a:lnSpc>
                <a:spcPct val="100000"/>
              </a:lnSpc>
              <a:spcBef>
                <a:spcPts val="0"/>
              </a:spcBef>
              <a:spcAft>
                <a:spcPts val="0"/>
              </a:spcAft>
              <a:buNone/>
              <a:defRPr sz="1800">
                <a:solidFill>
                  <a:schemeClr val="accent1"/>
                </a:solidFill>
              </a:defRPr>
            </a:lvl2pPr>
            <a:lvl3pPr lvl="2" rtl="0" algn="ctr">
              <a:lnSpc>
                <a:spcPct val="100000"/>
              </a:lnSpc>
              <a:spcBef>
                <a:spcPts val="0"/>
              </a:spcBef>
              <a:spcAft>
                <a:spcPts val="0"/>
              </a:spcAft>
              <a:buNone/>
              <a:defRPr sz="1800">
                <a:solidFill>
                  <a:schemeClr val="accent1"/>
                </a:solidFill>
              </a:defRPr>
            </a:lvl3pPr>
            <a:lvl4pPr lvl="3" rtl="0" algn="ctr">
              <a:lnSpc>
                <a:spcPct val="100000"/>
              </a:lnSpc>
              <a:spcBef>
                <a:spcPts val="0"/>
              </a:spcBef>
              <a:spcAft>
                <a:spcPts val="0"/>
              </a:spcAft>
              <a:buNone/>
              <a:defRPr sz="1800">
                <a:solidFill>
                  <a:schemeClr val="accent1"/>
                </a:solidFill>
              </a:defRPr>
            </a:lvl4pPr>
            <a:lvl5pPr lvl="4" rtl="0" algn="ctr">
              <a:lnSpc>
                <a:spcPct val="100000"/>
              </a:lnSpc>
              <a:spcBef>
                <a:spcPts val="0"/>
              </a:spcBef>
              <a:spcAft>
                <a:spcPts val="0"/>
              </a:spcAft>
              <a:buNone/>
              <a:defRPr sz="1800">
                <a:solidFill>
                  <a:schemeClr val="accent1"/>
                </a:solidFill>
              </a:defRPr>
            </a:lvl5pPr>
            <a:lvl6pPr lvl="5" rtl="0" algn="ctr">
              <a:lnSpc>
                <a:spcPct val="100000"/>
              </a:lnSpc>
              <a:spcBef>
                <a:spcPts val="0"/>
              </a:spcBef>
              <a:spcAft>
                <a:spcPts val="0"/>
              </a:spcAft>
              <a:buNone/>
              <a:defRPr sz="1800">
                <a:solidFill>
                  <a:schemeClr val="accent1"/>
                </a:solidFill>
              </a:defRPr>
            </a:lvl6pPr>
            <a:lvl7pPr lvl="6" rtl="0" algn="ctr">
              <a:lnSpc>
                <a:spcPct val="100000"/>
              </a:lnSpc>
              <a:spcBef>
                <a:spcPts val="0"/>
              </a:spcBef>
              <a:spcAft>
                <a:spcPts val="0"/>
              </a:spcAft>
              <a:buNone/>
              <a:defRPr sz="1800">
                <a:solidFill>
                  <a:schemeClr val="accent1"/>
                </a:solidFill>
              </a:defRPr>
            </a:lvl7pPr>
            <a:lvl8pPr lvl="7" rtl="0" algn="ctr">
              <a:lnSpc>
                <a:spcPct val="100000"/>
              </a:lnSpc>
              <a:spcBef>
                <a:spcPts val="0"/>
              </a:spcBef>
              <a:spcAft>
                <a:spcPts val="0"/>
              </a:spcAft>
              <a:buNone/>
              <a:defRPr sz="1800">
                <a:solidFill>
                  <a:schemeClr val="accent1"/>
                </a:solidFill>
              </a:defRPr>
            </a:lvl8pPr>
            <a:lvl9pPr lvl="8" rtl="0" algn="ctr">
              <a:lnSpc>
                <a:spcPct val="100000"/>
              </a:lnSpc>
              <a:spcBef>
                <a:spcPts val="0"/>
              </a:spcBef>
              <a:spcAft>
                <a:spcPts val="0"/>
              </a:spcAft>
              <a:buNone/>
              <a:defRPr sz="1800">
                <a:solidFill>
                  <a:schemeClr val="accent1"/>
                </a:solidFill>
              </a:defRPr>
            </a:lvl9pPr>
          </a:lstStyle>
          <a:p/>
        </p:txBody>
      </p:sp>
      <p:sp>
        <p:nvSpPr>
          <p:cNvPr id="1049" name="Google Shape;1049;p85"/>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30200" lvl="0" marL="457200" rtl="0">
              <a:lnSpc>
                <a:spcPct val="135000"/>
              </a:lnSpc>
              <a:spcBef>
                <a:spcPts val="1000"/>
              </a:spcBef>
              <a:spcAft>
                <a:spcPts val="0"/>
              </a:spcAft>
              <a:buSzPts val="1600"/>
              <a:buChar char="▸"/>
              <a:defRPr/>
            </a:lvl1pPr>
            <a:lvl2pPr indent="-317500" lvl="1" marL="914400" rtl="0">
              <a:lnSpc>
                <a:spcPct val="135000"/>
              </a:lnSpc>
              <a:spcBef>
                <a:spcPts val="1000"/>
              </a:spcBef>
              <a:spcAft>
                <a:spcPts val="0"/>
              </a:spcAft>
              <a:buSzPts val="1400"/>
              <a:buChar char="･"/>
              <a:defRPr/>
            </a:lvl2pPr>
            <a:lvl3pPr indent="-317500" lvl="2" marL="1371600" rtl="0">
              <a:lnSpc>
                <a:spcPct val="135000"/>
              </a:lnSpc>
              <a:spcBef>
                <a:spcPts val="1000"/>
              </a:spcBef>
              <a:spcAft>
                <a:spcPts val="0"/>
              </a:spcAft>
              <a:buSzPts val="1400"/>
              <a:buChar char="･"/>
              <a:defRPr/>
            </a:lvl3pPr>
            <a:lvl4pPr indent="-317500" lvl="3" marL="1828800" rtl="0">
              <a:lnSpc>
                <a:spcPct val="135000"/>
              </a:lnSpc>
              <a:spcBef>
                <a:spcPts val="1000"/>
              </a:spcBef>
              <a:spcAft>
                <a:spcPts val="0"/>
              </a:spcAft>
              <a:buSzPts val="1400"/>
              <a:buChar char="･"/>
              <a:defRPr/>
            </a:lvl4pPr>
            <a:lvl5pPr indent="-317500" lvl="4" marL="2286000" rtl="0">
              <a:lnSpc>
                <a:spcPct val="135000"/>
              </a:lnSpc>
              <a:spcBef>
                <a:spcPts val="1000"/>
              </a:spcBef>
              <a:spcAft>
                <a:spcPts val="0"/>
              </a:spcAft>
              <a:buSzPts val="1400"/>
              <a:buChar char="･"/>
              <a:defRPr/>
            </a:lvl5pPr>
            <a:lvl6pPr indent="-317500" lvl="5" marL="2743200" rtl="0">
              <a:lnSpc>
                <a:spcPct val="135000"/>
              </a:lnSpc>
              <a:spcBef>
                <a:spcPts val="1000"/>
              </a:spcBef>
              <a:spcAft>
                <a:spcPts val="0"/>
              </a:spcAft>
              <a:buSzPts val="1400"/>
              <a:buChar char="･"/>
              <a:defRPr/>
            </a:lvl6pPr>
            <a:lvl7pPr indent="-317500" lvl="6" marL="3200400" rtl="0">
              <a:lnSpc>
                <a:spcPct val="135000"/>
              </a:lnSpc>
              <a:spcBef>
                <a:spcPts val="1000"/>
              </a:spcBef>
              <a:spcAft>
                <a:spcPts val="0"/>
              </a:spcAft>
              <a:buSzPts val="1400"/>
              <a:buChar char="･"/>
              <a:defRPr/>
            </a:lvl7pPr>
            <a:lvl8pPr indent="-317500" lvl="7" marL="3657600" rtl="0">
              <a:lnSpc>
                <a:spcPct val="135000"/>
              </a:lnSpc>
              <a:spcBef>
                <a:spcPts val="1000"/>
              </a:spcBef>
              <a:spcAft>
                <a:spcPts val="0"/>
              </a:spcAft>
              <a:buSzPts val="1400"/>
              <a:buChar char="･"/>
              <a:defRPr/>
            </a:lvl8pPr>
            <a:lvl9pPr indent="-317500" lvl="8" marL="4114800" rtl="0">
              <a:lnSpc>
                <a:spcPct val="135000"/>
              </a:lnSpc>
              <a:spcBef>
                <a:spcPts val="1000"/>
              </a:spcBef>
              <a:spcAft>
                <a:spcPts val="1000"/>
              </a:spcAft>
              <a:buSzPts val="14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3">
  <p:cSld name="CUSTOM_4_17_5">
    <p:spTree>
      <p:nvGrpSpPr>
        <p:cNvPr id="1050" name="Shape 1050"/>
        <p:cNvGrpSpPr/>
        <p:nvPr/>
      </p:nvGrpSpPr>
      <p:grpSpPr>
        <a:xfrm>
          <a:off x="0" y="0"/>
          <a:ext cx="0" cy="0"/>
          <a:chOff x="0" y="0"/>
          <a:chExt cx="0" cy="0"/>
        </a:xfrm>
      </p:grpSpPr>
      <p:sp>
        <p:nvSpPr>
          <p:cNvPr id="1051" name="Google Shape;1051;p8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52" name="Google Shape;1052;p86"/>
          <p:cNvSpPr txBox="1"/>
          <p:nvPr>
            <p:ph type="title"/>
          </p:nvPr>
        </p:nvSpPr>
        <p:spPr>
          <a:xfrm>
            <a:off x="885050" y="1100350"/>
            <a:ext cx="10422000" cy="5532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None/>
              <a:defRPr sz="2600">
                <a:latin typeface="Red Hat Display Medium"/>
                <a:ea typeface="Red Hat Display Medium"/>
                <a:cs typeface="Red Hat Display Medium"/>
                <a:sym typeface="Red Hat Display Medium"/>
              </a:defRPr>
            </a:lvl9pPr>
          </a:lstStyle>
          <a:p/>
        </p:txBody>
      </p:sp>
      <p:cxnSp>
        <p:nvCxnSpPr>
          <p:cNvPr id="1053" name="Google Shape;1053;p8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54" name="Google Shape;1054;p8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55" name="Google Shape;1055;p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56" name="Google Shape;1056;p8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57" name="Google Shape;1057;p86"/>
          <p:cNvSpPr txBox="1"/>
          <p:nvPr>
            <p:ph idx="2" type="subTitle"/>
          </p:nvPr>
        </p:nvSpPr>
        <p:spPr>
          <a:xfrm>
            <a:off x="885125" y="1653550"/>
            <a:ext cx="10422000" cy="4566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1800">
                <a:solidFill>
                  <a:schemeClr val="accent1"/>
                </a:solidFill>
              </a:defRPr>
            </a:lvl1pPr>
            <a:lvl2pPr lvl="1" rtl="0" algn="ctr">
              <a:lnSpc>
                <a:spcPct val="100000"/>
              </a:lnSpc>
              <a:spcBef>
                <a:spcPts val="0"/>
              </a:spcBef>
              <a:spcAft>
                <a:spcPts val="0"/>
              </a:spcAft>
              <a:buNone/>
              <a:defRPr sz="1800">
                <a:solidFill>
                  <a:schemeClr val="accent1"/>
                </a:solidFill>
              </a:defRPr>
            </a:lvl2pPr>
            <a:lvl3pPr lvl="2" rtl="0" algn="ctr">
              <a:lnSpc>
                <a:spcPct val="100000"/>
              </a:lnSpc>
              <a:spcBef>
                <a:spcPts val="0"/>
              </a:spcBef>
              <a:spcAft>
                <a:spcPts val="0"/>
              </a:spcAft>
              <a:buNone/>
              <a:defRPr sz="1800">
                <a:solidFill>
                  <a:schemeClr val="accent1"/>
                </a:solidFill>
              </a:defRPr>
            </a:lvl3pPr>
            <a:lvl4pPr lvl="3" rtl="0" algn="ctr">
              <a:lnSpc>
                <a:spcPct val="100000"/>
              </a:lnSpc>
              <a:spcBef>
                <a:spcPts val="0"/>
              </a:spcBef>
              <a:spcAft>
                <a:spcPts val="0"/>
              </a:spcAft>
              <a:buNone/>
              <a:defRPr sz="1800">
                <a:solidFill>
                  <a:schemeClr val="accent1"/>
                </a:solidFill>
              </a:defRPr>
            </a:lvl4pPr>
            <a:lvl5pPr lvl="4" rtl="0" algn="ctr">
              <a:lnSpc>
                <a:spcPct val="100000"/>
              </a:lnSpc>
              <a:spcBef>
                <a:spcPts val="0"/>
              </a:spcBef>
              <a:spcAft>
                <a:spcPts val="0"/>
              </a:spcAft>
              <a:buNone/>
              <a:defRPr sz="1800">
                <a:solidFill>
                  <a:schemeClr val="accent1"/>
                </a:solidFill>
              </a:defRPr>
            </a:lvl5pPr>
            <a:lvl6pPr lvl="5" rtl="0" algn="ctr">
              <a:lnSpc>
                <a:spcPct val="100000"/>
              </a:lnSpc>
              <a:spcBef>
                <a:spcPts val="0"/>
              </a:spcBef>
              <a:spcAft>
                <a:spcPts val="0"/>
              </a:spcAft>
              <a:buNone/>
              <a:defRPr sz="1800">
                <a:solidFill>
                  <a:schemeClr val="accent1"/>
                </a:solidFill>
              </a:defRPr>
            </a:lvl6pPr>
            <a:lvl7pPr lvl="6" rtl="0" algn="ctr">
              <a:lnSpc>
                <a:spcPct val="100000"/>
              </a:lnSpc>
              <a:spcBef>
                <a:spcPts val="0"/>
              </a:spcBef>
              <a:spcAft>
                <a:spcPts val="0"/>
              </a:spcAft>
              <a:buNone/>
              <a:defRPr sz="1800">
                <a:solidFill>
                  <a:schemeClr val="accent1"/>
                </a:solidFill>
              </a:defRPr>
            </a:lvl7pPr>
            <a:lvl8pPr lvl="7" rtl="0" algn="ctr">
              <a:lnSpc>
                <a:spcPct val="100000"/>
              </a:lnSpc>
              <a:spcBef>
                <a:spcPts val="0"/>
              </a:spcBef>
              <a:spcAft>
                <a:spcPts val="0"/>
              </a:spcAft>
              <a:buNone/>
              <a:defRPr sz="1800">
                <a:solidFill>
                  <a:schemeClr val="accent1"/>
                </a:solidFill>
              </a:defRPr>
            </a:lvl8pPr>
            <a:lvl9pPr lvl="8" rtl="0" algn="ctr">
              <a:lnSpc>
                <a:spcPct val="100000"/>
              </a:lnSpc>
              <a:spcBef>
                <a:spcPts val="0"/>
              </a:spcBef>
              <a:spcAft>
                <a:spcPts val="0"/>
              </a:spcAft>
              <a:buNone/>
              <a:defRPr sz="1800">
                <a:solidFill>
                  <a:schemeClr val="accent1"/>
                </a:solidFill>
              </a:defRPr>
            </a:lvl9pPr>
          </a:lstStyle>
          <a:p/>
        </p:txBody>
      </p:sp>
      <p:sp>
        <p:nvSpPr>
          <p:cNvPr id="1058" name="Google Shape;1058;p86"/>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30200" lvl="0" marL="457200" rtl="0">
              <a:lnSpc>
                <a:spcPct val="135000"/>
              </a:lnSpc>
              <a:spcBef>
                <a:spcPts val="1000"/>
              </a:spcBef>
              <a:spcAft>
                <a:spcPts val="0"/>
              </a:spcAft>
              <a:buSzPts val="1600"/>
              <a:buChar char="▸"/>
              <a:defRPr/>
            </a:lvl1pPr>
            <a:lvl2pPr indent="-317500" lvl="1" marL="914400" rtl="0">
              <a:lnSpc>
                <a:spcPct val="135000"/>
              </a:lnSpc>
              <a:spcBef>
                <a:spcPts val="1000"/>
              </a:spcBef>
              <a:spcAft>
                <a:spcPts val="0"/>
              </a:spcAft>
              <a:buSzPts val="1400"/>
              <a:buChar char="･"/>
              <a:defRPr/>
            </a:lvl2pPr>
            <a:lvl3pPr indent="-317500" lvl="2" marL="1371600" rtl="0">
              <a:lnSpc>
                <a:spcPct val="135000"/>
              </a:lnSpc>
              <a:spcBef>
                <a:spcPts val="1000"/>
              </a:spcBef>
              <a:spcAft>
                <a:spcPts val="0"/>
              </a:spcAft>
              <a:buSzPts val="1400"/>
              <a:buChar char="･"/>
              <a:defRPr/>
            </a:lvl3pPr>
            <a:lvl4pPr indent="-317500" lvl="3" marL="1828800" rtl="0">
              <a:lnSpc>
                <a:spcPct val="135000"/>
              </a:lnSpc>
              <a:spcBef>
                <a:spcPts val="1000"/>
              </a:spcBef>
              <a:spcAft>
                <a:spcPts val="0"/>
              </a:spcAft>
              <a:buSzPts val="1400"/>
              <a:buChar char="･"/>
              <a:defRPr/>
            </a:lvl4pPr>
            <a:lvl5pPr indent="-317500" lvl="4" marL="2286000" rtl="0">
              <a:lnSpc>
                <a:spcPct val="135000"/>
              </a:lnSpc>
              <a:spcBef>
                <a:spcPts val="1000"/>
              </a:spcBef>
              <a:spcAft>
                <a:spcPts val="0"/>
              </a:spcAft>
              <a:buSzPts val="1400"/>
              <a:buChar char="･"/>
              <a:defRPr/>
            </a:lvl5pPr>
            <a:lvl6pPr indent="-317500" lvl="5" marL="2743200" rtl="0">
              <a:lnSpc>
                <a:spcPct val="135000"/>
              </a:lnSpc>
              <a:spcBef>
                <a:spcPts val="1000"/>
              </a:spcBef>
              <a:spcAft>
                <a:spcPts val="0"/>
              </a:spcAft>
              <a:buSzPts val="1400"/>
              <a:buChar char="･"/>
              <a:defRPr/>
            </a:lvl6pPr>
            <a:lvl7pPr indent="-317500" lvl="6" marL="3200400" rtl="0">
              <a:lnSpc>
                <a:spcPct val="135000"/>
              </a:lnSpc>
              <a:spcBef>
                <a:spcPts val="1000"/>
              </a:spcBef>
              <a:spcAft>
                <a:spcPts val="0"/>
              </a:spcAft>
              <a:buSzPts val="1400"/>
              <a:buChar char="･"/>
              <a:defRPr/>
            </a:lvl7pPr>
            <a:lvl8pPr indent="-317500" lvl="7" marL="3657600" rtl="0">
              <a:lnSpc>
                <a:spcPct val="135000"/>
              </a:lnSpc>
              <a:spcBef>
                <a:spcPts val="1000"/>
              </a:spcBef>
              <a:spcAft>
                <a:spcPts val="0"/>
              </a:spcAft>
              <a:buSzPts val="1400"/>
              <a:buChar char="･"/>
              <a:defRPr/>
            </a:lvl8pPr>
            <a:lvl9pPr indent="-317500" lvl="8" marL="4114800" rtl="0">
              <a:lnSpc>
                <a:spcPct val="135000"/>
              </a:lnSpc>
              <a:spcBef>
                <a:spcPts val="1000"/>
              </a:spcBef>
              <a:spcAft>
                <a:spcPts val="1000"/>
              </a:spcAft>
              <a:buSzPts val="14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1059" name="Shape 1059"/>
        <p:cNvGrpSpPr/>
        <p:nvPr/>
      </p:nvGrpSpPr>
      <p:grpSpPr>
        <a:xfrm>
          <a:off x="0" y="0"/>
          <a:ext cx="0" cy="0"/>
          <a:chOff x="0" y="0"/>
          <a:chExt cx="0" cy="0"/>
        </a:xfrm>
      </p:grpSpPr>
      <p:cxnSp>
        <p:nvCxnSpPr>
          <p:cNvPr id="1060" name="Google Shape;1060;p8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061" name="Google Shape;1061;p8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062" name="Google Shape;1062;p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63" name="Google Shape;1063;p8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64" name="Google Shape;1064;p8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065" name="Google Shape;1065;p87"/>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30200" lvl="0" marL="457200" rtl="0">
              <a:lnSpc>
                <a:spcPct val="135000"/>
              </a:lnSpc>
              <a:spcBef>
                <a:spcPts val="1000"/>
              </a:spcBef>
              <a:spcAft>
                <a:spcPts val="0"/>
              </a:spcAft>
              <a:buSzPts val="1600"/>
              <a:buChar char="▸"/>
              <a:defRPr/>
            </a:lvl1pPr>
            <a:lvl2pPr indent="-317500" lvl="1" marL="914400" rtl="0">
              <a:lnSpc>
                <a:spcPct val="135000"/>
              </a:lnSpc>
              <a:spcBef>
                <a:spcPts val="1000"/>
              </a:spcBef>
              <a:spcAft>
                <a:spcPts val="0"/>
              </a:spcAft>
              <a:buSzPts val="1400"/>
              <a:buChar char="･"/>
              <a:defRPr/>
            </a:lvl2pPr>
            <a:lvl3pPr indent="-317500" lvl="2" marL="1371600" rtl="0">
              <a:lnSpc>
                <a:spcPct val="135000"/>
              </a:lnSpc>
              <a:spcBef>
                <a:spcPts val="1000"/>
              </a:spcBef>
              <a:spcAft>
                <a:spcPts val="0"/>
              </a:spcAft>
              <a:buSzPts val="1400"/>
              <a:buChar char="･"/>
              <a:defRPr/>
            </a:lvl3pPr>
            <a:lvl4pPr indent="-317500" lvl="3" marL="1828800" rtl="0">
              <a:lnSpc>
                <a:spcPct val="135000"/>
              </a:lnSpc>
              <a:spcBef>
                <a:spcPts val="1000"/>
              </a:spcBef>
              <a:spcAft>
                <a:spcPts val="0"/>
              </a:spcAft>
              <a:buSzPts val="1400"/>
              <a:buChar char="･"/>
              <a:defRPr/>
            </a:lvl4pPr>
            <a:lvl5pPr indent="-317500" lvl="4" marL="2286000" rtl="0">
              <a:lnSpc>
                <a:spcPct val="135000"/>
              </a:lnSpc>
              <a:spcBef>
                <a:spcPts val="1000"/>
              </a:spcBef>
              <a:spcAft>
                <a:spcPts val="0"/>
              </a:spcAft>
              <a:buSzPts val="1400"/>
              <a:buChar char="･"/>
              <a:defRPr/>
            </a:lvl5pPr>
            <a:lvl6pPr indent="-317500" lvl="5" marL="2743200" rtl="0">
              <a:lnSpc>
                <a:spcPct val="135000"/>
              </a:lnSpc>
              <a:spcBef>
                <a:spcPts val="1000"/>
              </a:spcBef>
              <a:spcAft>
                <a:spcPts val="0"/>
              </a:spcAft>
              <a:buSzPts val="1400"/>
              <a:buChar char="･"/>
              <a:defRPr/>
            </a:lvl6pPr>
            <a:lvl7pPr indent="-317500" lvl="6" marL="3200400" rtl="0">
              <a:lnSpc>
                <a:spcPct val="135000"/>
              </a:lnSpc>
              <a:spcBef>
                <a:spcPts val="1000"/>
              </a:spcBef>
              <a:spcAft>
                <a:spcPts val="0"/>
              </a:spcAft>
              <a:buSzPts val="1400"/>
              <a:buChar char="･"/>
              <a:defRPr/>
            </a:lvl7pPr>
            <a:lvl8pPr indent="-317500" lvl="7" marL="3657600" rtl="0">
              <a:lnSpc>
                <a:spcPct val="135000"/>
              </a:lnSpc>
              <a:spcBef>
                <a:spcPts val="1000"/>
              </a:spcBef>
              <a:spcAft>
                <a:spcPts val="0"/>
              </a:spcAft>
              <a:buSzPts val="1400"/>
              <a:buChar char="･"/>
              <a:defRPr/>
            </a:lvl8pPr>
            <a:lvl9pPr indent="-317500" lvl="8" marL="4114800" rtl="0">
              <a:lnSpc>
                <a:spcPct val="135000"/>
              </a:lnSpc>
              <a:spcBef>
                <a:spcPts val="1000"/>
              </a:spcBef>
              <a:spcAft>
                <a:spcPts val="1000"/>
              </a:spcAft>
              <a:buSzPts val="1400"/>
              <a:buChar char="･"/>
              <a:defRPr/>
            </a:lvl9pPr>
          </a:lstStyle>
          <a:p/>
        </p:txBody>
      </p:sp>
      <p:sp>
        <p:nvSpPr>
          <p:cNvPr id="1066" name="Google Shape;1066;p8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067" name="Google Shape;1067;p8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068" name="Google Shape;1068;p87"/>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5">
  <p:cSld name="CUSTOM_4_34">
    <p:spTree>
      <p:nvGrpSpPr>
        <p:cNvPr id="1069" name="Shape 1069"/>
        <p:cNvGrpSpPr/>
        <p:nvPr/>
      </p:nvGrpSpPr>
      <p:grpSpPr>
        <a:xfrm>
          <a:off x="0" y="0"/>
          <a:ext cx="0" cy="0"/>
          <a:chOff x="0" y="0"/>
          <a:chExt cx="0" cy="0"/>
        </a:xfrm>
      </p:grpSpPr>
      <p:sp>
        <p:nvSpPr>
          <p:cNvPr id="1070" name="Google Shape;1070;p88"/>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1071" name="Google Shape;1071;p8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72" name="Google Shape;1072;p8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1073" name="Google Shape;1073;p88"/>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1074" name="Google Shape;1074;p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1075" name="Google Shape;1075;p8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76" name="Google Shape;1076;p8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2">
  <p:cSld name="CUSTOM_4_23_1">
    <p:spTree>
      <p:nvGrpSpPr>
        <p:cNvPr id="1077" name="Shape 1077"/>
        <p:cNvGrpSpPr/>
        <p:nvPr/>
      </p:nvGrpSpPr>
      <p:grpSpPr>
        <a:xfrm>
          <a:off x="0" y="0"/>
          <a:ext cx="0" cy="0"/>
          <a:chOff x="0" y="0"/>
          <a:chExt cx="0" cy="0"/>
        </a:xfrm>
      </p:grpSpPr>
      <p:sp>
        <p:nvSpPr>
          <p:cNvPr id="1078" name="Google Shape;1078;p89"/>
          <p:cNvSpPr txBox="1"/>
          <p:nvPr>
            <p:ph type="title"/>
          </p:nvPr>
        </p:nvSpPr>
        <p:spPr>
          <a:xfrm>
            <a:off x="447775" y="946000"/>
            <a:ext cx="9991500" cy="967500"/>
          </a:xfrm>
          <a:prstGeom prst="rect">
            <a:avLst/>
          </a:prstGeom>
        </p:spPr>
        <p:txBody>
          <a:bodyPr anchorCtr="0" anchor="t" bIns="0" lIns="0" spcFirstLastPara="1" rIns="0" wrap="square" tIns="0">
            <a:noAutofit/>
          </a:bodyPr>
          <a:lstStyle>
            <a:lvl1pPr lvl="0" rtl="0">
              <a:lnSpc>
                <a:spcPct val="130000"/>
              </a:lnSpc>
              <a:spcBef>
                <a:spcPts val="0"/>
              </a:spcBef>
              <a:spcAft>
                <a:spcPts val="0"/>
              </a:spcAft>
              <a:buNone/>
              <a:defRPr b="1" sz="2700">
                <a:solidFill>
                  <a:srgbClr val="000000"/>
                </a:solidFill>
                <a:latin typeface="Overpass"/>
                <a:ea typeface="Overpass"/>
                <a:cs typeface="Overpass"/>
                <a:sym typeface="Overpass"/>
              </a:defRPr>
            </a:lvl1pPr>
            <a:lvl2pPr lvl="1" rtl="0">
              <a:lnSpc>
                <a:spcPct val="130000"/>
              </a:lnSpc>
              <a:spcBef>
                <a:spcPts val="0"/>
              </a:spcBef>
              <a:spcAft>
                <a:spcPts val="0"/>
              </a:spcAft>
              <a:buNone/>
              <a:defRPr b="1" sz="2700">
                <a:solidFill>
                  <a:srgbClr val="000000"/>
                </a:solidFill>
                <a:latin typeface="Overpass"/>
                <a:ea typeface="Overpass"/>
                <a:cs typeface="Overpass"/>
                <a:sym typeface="Overpass"/>
              </a:defRPr>
            </a:lvl2pPr>
            <a:lvl3pPr lvl="2" rtl="0">
              <a:lnSpc>
                <a:spcPct val="130000"/>
              </a:lnSpc>
              <a:spcBef>
                <a:spcPts val="0"/>
              </a:spcBef>
              <a:spcAft>
                <a:spcPts val="0"/>
              </a:spcAft>
              <a:buNone/>
              <a:defRPr b="1" sz="2700">
                <a:solidFill>
                  <a:srgbClr val="000000"/>
                </a:solidFill>
                <a:latin typeface="Overpass"/>
                <a:ea typeface="Overpass"/>
                <a:cs typeface="Overpass"/>
                <a:sym typeface="Overpass"/>
              </a:defRPr>
            </a:lvl3pPr>
            <a:lvl4pPr lvl="3" rtl="0">
              <a:lnSpc>
                <a:spcPct val="130000"/>
              </a:lnSpc>
              <a:spcBef>
                <a:spcPts val="0"/>
              </a:spcBef>
              <a:spcAft>
                <a:spcPts val="0"/>
              </a:spcAft>
              <a:buNone/>
              <a:defRPr b="1" sz="2700">
                <a:solidFill>
                  <a:srgbClr val="000000"/>
                </a:solidFill>
                <a:latin typeface="Overpass"/>
                <a:ea typeface="Overpass"/>
                <a:cs typeface="Overpass"/>
                <a:sym typeface="Overpass"/>
              </a:defRPr>
            </a:lvl4pPr>
            <a:lvl5pPr lvl="4" rtl="0">
              <a:lnSpc>
                <a:spcPct val="130000"/>
              </a:lnSpc>
              <a:spcBef>
                <a:spcPts val="0"/>
              </a:spcBef>
              <a:spcAft>
                <a:spcPts val="0"/>
              </a:spcAft>
              <a:buNone/>
              <a:defRPr b="1" sz="2700">
                <a:solidFill>
                  <a:srgbClr val="000000"/>
                </a:solidFill>
                <a:latin typeface="Overpass"/>
                <a:ea typeface="Overpass"/>
                <a:cs typeface="Overpass"/>
                <a:sym typeface="Overpass"/>
              </a:defRPr>
            </a:lvl5pPr>
            <a:lvl6pPr lvl="5" rtl="0">
              <a:lnSpc>
                <a:spcPct val="130000"/>
              </a:lnSpc>
              <a:spcBef>
                <a:spcPts val="0"/>
              </a:spcBef>
              <a:spcAft>
                <a:spcPts val="0"/>
              </a:spcAft>
              <a:buNone/>
              <a:defRPr b="1" sz="2700">
                <a:solidFill>
                  <a:srgbClr val="000000"/>
                </a:solidFill>
                <a:latin typeface="Overpass"/>
                <a:ea typeface="Overpass"/>
                <a:cs typeface="Overpass"/>
                <a:sym typeface="Overpass"/>
              </a:defRPr>
            </a:lvl6pPr>
            <a:lvl7pPr lvl="6" rtl="0">
              <a:lnSpc>
                <a:spcPct val="130000"/>
              </a:lnSpc>
              <a:spcBef>
                <a:spcPts val="0"/>
              </a:spcBef>
              <a:spcAft>
                <a:spcPts val="0"/>
              </a:spcAft>
              <a:buNone/>
              <a:defRPr b="1" sz="2700">
                <a:solidFill>
                  <a:srgbClr val="000000"/>
                </a:solidFill>
                <a:latin typeface="Overpass"/>
                <a:ea typeface="Overpass"/>
                <a:cs typeface="Overpass"/>
                <a:sym typeface="Overpass"/>
              </a:defRPr>
            </a:lvl7pPr>
            <a:lvl8pPr lvl="7" rtl="0">
              <a:lnSpc>
                <a:spcPct val="130000"/>
              </a:lnSpc>
              <a:spcBef>
                <a:spcPts val="0"/>
              </a:spcBef>
              <a:spcAft>
                <a:spcPts val="0"/>
              </a:spcAft>
              <a:buNone/>
              <a:defRPr b="1" sz="2700">
                <a:solidFill>
                  <a:srgbClr val="000000"/>
                </a:solidFill>
                <a:latin typeface="Overpass"/>
                <a:ea typeface="Overpass"/>
                <a:cs typeface="Overpass"/>
                <a:sym typeface="Overpass"/>
              </a:defRPr>
            </a:lvl8pPr>
            <a:lvl9pPr lvl="8" rtl="0">
              <a:lnSpc>
                <a:spcPct val="130000"/>
              </a:lnSpc>
              <a:spcBef>
                <a:spcPts val="0"/>
              </a:spcBef>
              <a:spcAft>
                <a:spcPts val="0"/>
              </a:spcAft>
              <a:buNone/>
              <a:defRPr b="1" sz="2700">
                <a:solidFill>
                  <a:srgbClr val="000000"/>
                </a:solidFill>
                <a:latin typeface="Overpass"/>
                <a:ea typeface="Overpass"/>
                <a:cs typeface="Overpass"/>
                <a:sym typeface="Overpass"/>
              </a:defRPr>
            </a:lvl9pPr>
          </a:lstStyle>
          <a:p/>
        </p:txBody>
      </p:sp>
      <p:cxnSp>
        <p:nvCxnSpPr>
          <p:cNvPr id="1079" name="Google Shape;1079;p8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1080" name="Google Shape;1080;p89"/>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1081" name="Google Shape;1081;p89"/>
          <p:cNvSpPr/>
          <p:nvPr/>
        </p:nvSpPr>
        <p:spPr>
          <a:xfrm>
            <a:off x="10543225" y="334025"/>
            <a:ext cx="1268400" cy="301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89"/>
          <p:cNvSpPr/>
          <p:nvPr/>
        </p:nvSpPr>
        <p:spPr>
          <a:xfrm>
            <a:off x="9924925" y="6263550"/>
            <a:ext cx="713400" cy="301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8">
  <p:cSld name="CUSTOM_4_37">
    <p:spTree>
      <p:nvGrpSpPr>
        <p:cNvPr id="1083" name="Shape 1083"/>
        <p:cNvGrpSpPr/>
        <p:nvPr/>
      </p:nvGrpSpPr>
      <p:grpSpPr>
        <a:xfrm>
          <a:off x="0" y="0"/>
          <a:ext cx="0" cy="0"/>
          <a:chOff x="0" y="0"/>
          <a:chExt cx="0" cy="0"/>
        </a:xfrm>
      </p:grpSpPr>
      <p:sp>
        <p:nvSpPr>
          <p:cNvPr id="1084" name="Google Shape;1084;p90"/>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1085" name="Google Shape;1085;p9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086" name="Google Shape;1086;p9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1087" name="Google Shape;1087;p90"/>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1088" name="Google Shape;1088;p9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1089" name="Google Shape;1089;p9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90" name="Google Shape;1090;p9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2">
  <p:cSld name="CUSTOM_4_13_1_3">
    <p:spTree>
      <p:nvGrpSpPr>
        <p:cNvPr id="1091" name="Shape 1091"/>
        <p:cNvGrpSpPr/>
        <p:nvPr/>
      </p:nvGrpSpPr>
      <p:grpSpPr>
        <a:xfrm>
          <a:off x="0" y="0"/>
          <a:ext cx="0" cy="0"/>
          <a:chOff x="0" y="0"/>
          <a:chExt cx="0" cy="0"/>
        </a:xfrm>
      </p:grpSpPr>
      <p:sp>
        <p:nvSpPr>
          <p:cNvPr id="1092" name="Google Shape;1092;p91"/>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1093" name="Google Shape;1093;p9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1094" name="Google Shape;1094;p91"/>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1095" name="Google Shape;1095;p91"/>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1096" name="Google Shape;1096;p9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097" name="Google Shape;1097;p9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098" name="Google Shape;1098;p9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1099" name="Google Shape;1099;p91"/>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1100" name="Google Shape;1100;p91"/>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01" name="Google Shape;1101;p91"/>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02" name="Google Shape;1102;p91"/>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03" name="Google Shape;1103;p91"/>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04" name="Google Shape;1104;p91"/>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91"/>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3">
  <p:cSld name="CUSTOM_4_13_1_4">
    <p:spTree>
      <p:nvGrpSpPr>
        <p:cNvPr id="1106" name="Shape 1106"/>
        <p:cNvGrpSpPr/>
        <p:nvPr/>
      </p:nvGrpSpPr>
      <p:grpSpPr>
        <a:xfrm>
          <a:off x="0" y="0"/>
          <a:ext cx="0" cy="0"/>
          <a:chOff x="0" y="0"/>
          <a:chExt cx="0" cy="0"/>
        </a:xfrm>
      </p:grpSpPr>
      <p:sp>
        <p:nvSpPr>
          <p:cNvPr id="1107" name="Google Shape;1107;p92"/>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1108" name="Google Shape;1108;p9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1109" name="Google Shape;1109;p92"/>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1110" name="Google Shape;1110;p92"/>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1111" name="Google Shape;1111;p9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12" name="Google Shape;1112;p9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13" name="Google Shape;1113;p9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1114" name="Google Shape;1114;p92"/>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1115" name="Google Shape;1115;p92"/>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16" name="Google Shape;1116;p92"/>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17" name="Google Shape;1117;p92"/>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18" name="Google Shape;1118;p92"/>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19" name="Google Shape;1119;p92"/>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92"/>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4">
  <p:cSld name="CUSTOM_4_13_1_5">
    <p:spTree>
      <p:nvGrpSpPr>
        <p:cNvPr id="1121" name="Shape 1121"/>
        <p:cNvGrpSpPr/>
        <p:nvPr/>
      </p:nvGrpSpPr>
      <p:grpSpPr>
        <a:xfrm>
          <a:off x="0" y="0"/>
          <a:ext cx="0" cy="0"/>
          <a:chOff x="0" y="0"/>
          <a:chExt cx="0" cy="0"/>
        </a:xfrm>
      </p:grpSpPr>
      <p:sp>
        <p:nvSpPr>
          <p:cNvPr id="1122" name="Google Shape;1122;p93"/>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1123" name="Google Shape;1123;p9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1124" name="Google Shape;1124;p93"/>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1125" name="Google Shape;1125;p93"/>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1126" name="Google Shape;1126;p9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27" name="Google Shape;1127;p9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28" name="Google Shape;1128;p9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1129" name="Google Shape;1129;p93"/>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1130" name="Google Shape;1130;p93"/>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31" name="Google Shape;1131;p93"/>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32" name="Google Shape;1132;p93"/>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33" name="Google Shape;1133;p93"/>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34" name="Google Shape;1134;p93"/>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93"/>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1">
  <p:cSld name="CUSTOM_4_21_1">
    <p:spTree>
      <p:nvGrpSpPr>
        <p:cNvPr id="1136" name="Shape 1136"/>
        <p:cNvGrpSpPr/>
        <p:nvPr/>
      </p:nvGrpSpPr>
      <p:grpSpPr>
        <a:xfrm>
          <a:off x="0" y="0"/>
          <a:ext cx="0" cy="0"/>
          <a:chOff x="0" y="0"/>
          <a:chExt cx="0" cy="0"/>
        </a:xfrm>
      </p:grpSpPr>
      <p:sp>
        <p:nvSpPr>
          <p:cNvPr id="1137" name="Google Shape;1137;p94"/>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1138" name="Google Shape;1138;p9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39" name="Google Shape;1139;p9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1140" name="Google Shape;1140;p94"/>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1141" name="Google Shape;1141;p9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1142" name="Google Shape;1142;p9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43" name="Google Shape;1143;p94"/>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5">
  <p:cSld name="CUSTOM_4_13_1_6">
    <p:spTree>
      <p:nvGrpSpPr>
        <p:cNvPr id="1144" name="Shape 1144"/>
        <p:cNvGrpSpPr/>
        <p:nvPr/>
      </p:nvGrpSpPr>
      <p:grpSpPr>
        <a:xfrm>
          <a:off x="0" y="0"/>
          <a:ext cx="0" cy="0"/>
          <a:chOff x="0" y="0"/>
          <a:chExt cx="0" cy="0"/>
        </a:xfrm>
      </p:grpSpPr>
      <p:sp>
        <p:nvSpPr>
          <p:cNvPr id="1145" name="Google Shape;1145;p95"/>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1146" name="Google Shape;1146;p9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1147" name="Google Shape;1147;p95"/>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1148" name="Google Shape;1148;p95"/>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1149" name="Google Shape;1149;p9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50" name="Google Shape;1150;p9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51" name="Google Shape;1151;p9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1152" name="Google Shape;1152;p95"/>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1153" name="Google Shape;1153;p95"/>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54" name="Google Shape;1154;p95"/>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55" name="Google Shape;1155;p95"/>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1156" name="Google Shape;1156;p95"/>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1157" name="Google Shape;1157;p95"/>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95"/>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1">
  <p:cSld name="CUSTOM_4_1_1_1">
    <p:bg>
      <p:bgPr>
        <a:solidFill>
          <a:schemeClr val="lt1"/>
        </a:solidFill>
      </p:bgPr>
    </p:bg>
    <p:spTree>
      <p:nvGrpSpPr>
        <p:cNvPr id="1159" name="Shape 1159"/>
        <p:cNvGrpSpPr/>
        <p:nvPr/>
      </p:nvGrpSpPr>
      <p:grpSpPr>
        <a:xfrm>
          <a:off x="0" y="0"/>
          <a:ext cx="0" cy="0"/>
          <a:chOff x="0" y="0"/>
          <a:chExt cx="0" cy="0"/>
        </a:xfrm>
      </p:grpSpPr>
      <p:cxnSp>
        <p:nvCxnSpPr>
          <p:cNvPr id="1160" name="Google Shape;1160;p9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161" name="Google Shape;1161;p9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1162" name="Google Shape;1162;p9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163" name="Google Shape;1163;p9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64" name="Google Shape;1164;p9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65" name="Google Shape;1165;p9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166" name="Google Shape;1166;p96"/>
          <p:cNvSpPr txBox="1"/>
          <p:nvPr>
            <p:ph idx="3" type="body"/>
          </p:nvPr>
        </p:nvSpPr>
        <p:spPr>
          <a:xfrm>
            <a:off x="8669900" y="1849475"/>
            <a:ext cx="21318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SzPts val="1600"/>
              <a:buChar char="▸"/>
              <a:defRPr/>
            </a:lvl1pPr>
            <a:lvl2pPr indent="-317500" lvl="1" marL="914400" rtl="0">
              <a:lnSpc>
                <a:spcPct val="115000"/>
              </a:lnSpc>
              <a:spcBef>
                <a:spcPts val="2000"/>
              </a:spcBef>
              <a:spcAft>
                <a:spcPts val="0"/>
              </a:spcAft>
              <a:buSzPts val="1400"/>
              <a:buChar char="･"/>
              <a:defRPr/>
            </a:lvl2pPr>
            <a:lvl3pPr indent="-317500" lvl="2" marL="1371600" rtl="0">
              <a:lnSpc>
                <a:spcPct val="115000"/>
              </a:lnSpc>
              <a:spcBef>
                <a:spcPts val="2000"/>
              </a:spcBef>
              <a:spcAft>
                <a:spcPts val="0"/>
              </a:spcAft>
              <a:buSzPts val="1400"/>
              <a:buChar char="･"/>
              <a:defRPr/>
            </a:lvl3pPr>
            <a:lvl4pPr indent="-317500" lvl="3" marL="1828800" rtl="0">
              <a:lnSpc>
                <a:spcPct val="115000"/>
              </a:lnSpc>
              <a:spcBef>
                <a:spcPts val="2000"/>
              </a:spcBef>
              <a:spcAft>
                <a:spcPts val="0"/>
              </a:spcAft>
              <a:buSzPts val="1400"/>
              <a:buChar char="･"/>
              <a:defRPr/>
            </a:lvl4pPr>
            <a:lvl5pPr indent="-317500" lvl="4" marL="2286000" rtl="0">
              <a:lnSpc>
                <a:spcPct val="115000"/>
              </a:lnSpc>
              <a:spcBef>
                <a:spcPts val="2000"/>
              </a:spcBef>
              <a:spcAft>
                <a:spcPts val="0"/>
              </a:spcAft>
              <a:buSzPts val="1400"/>
              <a:buChar char="･"/>
              <a:defRPr/>
            </a:lvl5pPr>
            <a:lvl6pPr indent="-317500" lvl="5" marL="2743200" rtl="0">
              <a:lnSpc>
                <a:spcPct val="115000"/>
              </a:lnSpc>
              <a:spcBef>
                <a:spcPts val="2000"/>
              </a:spcBef>
              <a:spcAft>
                <a:spcPts val="0"/>
              </a:spcAft>
              <a:buSzPts val="1400"/>
              <a:buChar char="･"/>
              <a:defRPr/>
            </a:lvl6pPr>
            <a:lvl7pPr indent="-317500" lvl="6" marL="3200400" rtl="0">
              <a:lnSpc>
                <a:spcPct val="115000"/>
              </a:lnSpc>
              <a:spcBef>
                <a:spcPts val="2000"/>
              </a:spcBef>
              <a:spcAft>
                <a:spcPts val="0"/>
              </a:spcAft>
              <a:buSzPts val="1400"/>
              <a:buChar char="･"/>
              <a:defRPr/>
            </a:lvl7pPr>
            <a:lvl8pPr indent="-317500" lvl="7" marL="3657600" rtl="0">
              <a:lnSpc>
                <a:spcPct val="115000"/>
              </a:lnSpc>
              <a:spcBef>
                <a:spcPts val="2000"/>
              </a:spcBef>
              <a:spcAft>
                <a:spcPts val="0"/>
              </a:spcAft>
              <a:buSzPts val="1400"/>
              <a:buChar char="･"/>
              <a:defRPr/>
            </a:lvl8pPr>
            <a:lvl9pPr indent="-317500" lvl="8" marL="4114800" rtl="0">
              <a:lnSpc>
                <a:spcPct val="115000"/>
              </a:lnSpc>
              <a:spcBef>
                <a:spcPts val="2000"/>
              </a:spcBef>
              <a:spcAft>
                <a:spcPts val="2000"/>
              </a:spcAft>
              <a:buSzPts val="1400"/>
              <a:buChar char="･"/>
              <a:defRPr/>
            </a:lvl9pPr>
          </a:lstStyle>
          <a:p/>
        </p:txBody>
      </p:sp>
      <p:sp>
        <p:nvSpPr>
          <p:cNvPr id="1167" name="Google Shape;1167;p96"/>
          <p:cNvSpPr txBox="1"/>
          <p:nvPr>
            <p:ph idx="4" type="body"/>
          </p:nvPr>
        </p:nvSpPr>
        <p:spPr>
          <a:xfrm>
            <a:off x="5708700" y="1849475"/>
            <a:ext cx="21318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SzPts val="1600"/>
              <a:buChar char="▸"/>
              <a:defRPr/>
            </a:lvl1pPr>
            <a:lvl2pPr indent="-317500" lvl="1" marL="914400" rtl="0">
              <a:lnSpc>
                <a:spcPct val="115000"/>
              </a:lnSpc>
              <a:spcBef>
                <a:spcPts val="2000"/>
              </a:spcBef>
              <a:spcAft>
                <a:spcPts val="0"/>
              </a:spcAft>
              <a:buSzPts val="1400"/>
              <a:buChar char="･"/>
              <a:defRPr/>
            </a:lvl2pPr>
            <a:lvl3pPr indent="-317500" lvl="2" marL="1371600" rtl="0">
              <a:lnSpc>
                <a:spcPct val="115000"/>
              </a:lnSpc>
              <a:spcBef>
                <a:spcPts val="2000"/>
              </a:spcBef>
              <a:spcAft>
                <a:spcPts val="0"/>
              </a:spcAft>
              <a:buSzPts val="1400"/>
              <a:buChar char="･"/>
              <a:defRPr/>
            </a:lvl3pPr>
            <a:lvl4pPr indent="-317500" lvl="3" marL="1828800" rtl="0">
              <a:lnSpc>
                <a:spcPct val="115000"/>
              </a:lnSpc>
              <a:spcBef>
                <a:spcPts val="2000"/>
              </a:spcBef>
              <a:spcAft>
                <a:spcPts val="0"/>
              </a:spcAft>
              <a:buSzPts val="1400"/>
              <a:buChar char="･"/>
              <a:defRPr/>
            </a:lvl4pPr>
            <a:lvl5pPr indent="-317500" lvl="4" marL="2286000" rtl="0">
              <a:lnSpc>
                <a:spcPct val="115000"/>
              </a:lnSpc>
              <a:spcBef>
                <a:spcPts val="2000"/>
              </a:spcBef>
              <a:spcAft>
                <a:spcPts val="0"/>
              </a:spcAft>
              <a:buSzPts val="1400"/>
              <a:buChar char="･"/>
              <a:defRPr/>
            </a:lvl5pPr>
            <a:lvl6pPr indent="-317500" lvl="5" marL="2743200" rtl="0">
              <a:lnSpc>
                <a:spcPct val="115000"/>
              </a:lnSpc>
              <a:spcBef>
                <a:spcPts val="2000"/>
              </a:spcBef>
              <a:spcAft>
                <a:spcPts val="0"/>
              </a:spcAft>
              <a:buSzPts val="1400"/>
              <a:buChar char="･"/>
              <a:defRPr/>
            </a:lvl6pPr>
            <a:lvl7pPr indent="-317500" lvl="6" marL="3200400" rtl="0">
              <a:lnSpc>
                <a:spcPct val="115000"/>
              </a:lnSpc>
              <a:spcBef>
                <a:spcPts val="2000"/>
              </a:spcBef>
              <a:spcAft>
                <a:spcPts val="0"/>
              </a:spcAft>
              <a:buSzPts val="1400"/>
              <a:buChar char="･"/>
              <a:defRPr/>
            </a:lvl7pPr>
            <a:lvl8pPr indent="-317500" lvl="7" marL="3657600" rtl="0">
              <a:lnSpc>
                <a:spcPct val="115000"/>
              </a:lnSpc>
              <a:spcBef>
                <a:spcPts val="2000"/>
              </a:spcBef>
              <a:spcAft>
                <a:spcPts val="0"/>
              </a:spcAft>
              <a:buSzPts val="1400"/>
              <a:buChar char="･"/>
              <a:defRPr/>
            </a:lvl8pPr>
            <a:lvl9pPr indent="-317500" lvl="8" marL="4114800" rtl="0">
              <a:lnSpc>
                <a:spcPct val="115000"/>
              </a:lnSpc>
              <a:spcBef>
                <a:spcPts val="2000"/>
              </a:spcBef>
              <a:spcAft>
                <a:spcPts val="2000"/>
              </a:spcAft>
              <a:buSzPts val="1400"/>
              <a:buChar char="･"/>
              <a:defRPr/>
            </a:lvl9pPr>
          </a:lstStyle>
          <a:p/>
        </p:txBody>
      </p:sp>
      <p:sp>
        <p:nvSpPr>
          <p:cNvPr id="1168" name="Google Shape;1168;p96"/>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3">
  <p:cSld name="CUSTOM_4_3_4">
    <p:spTree>
      <p:nvGrpSpPr>
        <p:cNvPr id="1169" name="Shape 1169"/>
        <p:cNvGrpSpPr/>
        <p:nvPr/>
      </p:nvGrpSpPr>
      <p:grpSpPr>
        <a:xfrm>
          <a:off x="0" y="0"/>
          <a:ext cx="0" cy="0"/>
          <a:chOff x="0" y="0"/>
          <a:chExt cx="0" cy="0"/>
        </a:xfrm>
      </p:grpSpPr>
      <p:cxnSp>
        <p:nvCxnSpPr>
          <p:cNvPr id="1170" name="Google Shape;1170;p9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71" name="Google Shape;1171;p9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72" name="Google Shape;1172;p9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73" name="Google Shape;1173;p9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74" name="Google Shape;1174;p9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175" name="Google Shape;1175;p97"/>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1176" name="Google Shape;1176;p97"/>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1177" name="Google Shape;1177;p97"/>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78" name="Google Shape;1178;p97"/>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179" name="Google Shape;1179;p97"/>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80" name="Google Shape;1180;p97"/>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181" name="Google Shape;1181;p97"/>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182" name="Google Shape;1182;p97"/>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183" name="Google Shape;1183;p97"/>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84" name="Google Shape;1184;p9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85" name="Google Shape;1185;p97"/>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1">
  <p:cSld name="CUSTOM_4_20_1_1">
    <p:spTree>
      <p:nvGrpSpPr>
        <p:cNvPr id="1186" name="Shape 1186"/>
        <p:cNvGrpSpPr/>
        <p:nvPr/>
      </p:nvGrpSpPr>
      <p:grpSpPr>
        <a:xfrm>
          <a:off x="0" y="0"/>
          <a:ext cx="0" cy="0"/>
          <a:chOff x="0" y="0"/>
          <a:chExt cx="0" cy="0"/>
        </a:xfrm>
      </p:grpSpPr>
      <p:cxnSp>
        <p:nvCxnSpPr>
          <p:cNvPr id="1187" name="Google Shape;1187;p9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188" name="Google Shape;1188;p9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189" name="Google Shape;1189;p9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190" name="Google Shape;1190;p9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191" name="Google Shape;1191;p98"/>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192" name="Google Shape;1192;p98"/>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98"/>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98"/>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98"/>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98"/>
          <p:cNvSpPr txBox="1"/>
          <p:nvPr>
            <p:ph idx="2"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197" name="Google Shape;1197;p9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198" name="Google Shape;1198;p98"/>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199" name="Google Shape;1199;p98"/>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200" name="Google Shape;1200;p98"/>
          <p:cNvSpPr txBox="1"/>
          <p:nvPr>
            <p:ph idx="5" type="subTitle"/>
          </p:nvPr>
        </p:nvSpPr>
        <p:spPr>
          <a:xfrm>
            <a:off x="663300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5">
  <p:cSld name="text only_1">
    <p:spTree>
      <p:nvGrpSpPr>
        <p:cNvPr id="1201" name="Shape 1201"/>
        <p:cNvGrpSpPr/>
        <p:nvPr/>
      </p:nvGrpSpPr>
      <p:grpSpPr>
        <a:xfrm>
          <a:off x="0" y="0"/>
          <a:ext cx="0" cy="0"/>
          <a:chOff x="0" y="0"/>
          <a:chExt cx="0" cy="0"/>
        </a:xfrm>
      </p:grpSpPr>
      <p:sp>
        <p:nvSpPr>
          <p:cNvPr id="1202" name="Google Shape;1202;p99"/>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1pPr>
            <a:lvl2pPr indent="0" lvl="1"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2pPr>
            <a:lvl3pPr indent="0" lvl="2"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3pPr>
            <a:lvl4pPr indent="0" lvl="3"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4pPr>
            <a:lvl5pPr indent="0" lvl="4"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5pPr>
            <a:lvl6pPr indent="0" lvl="5"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6pPr>
            <a:lvl7pPr indent="0" lvl="6"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7pPr>
            <a:lvl8pPr indent="0" lvl="7"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8pPr>
            <a:lvl9pPr indent="0" lvl="8"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9pPr>
          </a:lstStyle>
          <a:p>
            <a:pPr indent="0" lvl="0" marL="0" rtl="0" algn="r">
              <a:spcBef>
                <a:spcPts val="0"/>
              </a:spcBef>
              <a:spcAft>
                <a:spcPts val="0"/>
              </a:spcAft>
              <a:buNone/>
            </a:pPr>
            <a:fld id="{00000000-1234-1234-1234-123412341234}" type="slidenum">
              <a:rPr lang="en"/>
              <a:t>‹#›</a:t>
            </a:fld>
            <a:endParaRPr/>
          </a:p>
        </p:txBody>
      </p:sp>
      <p:sp>
        <p:nvSpPr>
          <p:cNvPr id="1203" name="Google Shape;1203;p99"/>
          <p:cNvSpPr txBox="1"/>
          <p:nvPr>
            <p:ph type="title"/>
          </p:nvPr>
        </p:nvSpPr>
        <p:spPr>
          <a:xfrm>
            <a:off x="914400" y="0"/>
            <a:ext cx="10363200" cy="1371600"/>
          </a:xfrm>
          <a:prstGeom prst="rect">
            <a:avLst/>
          </a:prstGeom>
          <a:noFill/>
          <a:ln>
            <a:noFill/>
          </a:ln>
        </p:spPr>
        <p:txBody>
          <a:bodyPr anchorCtr="0" anchor="b" bIns="0" lIns="0" spcFirstLastPara="1" rIns="0" wrap="square" tIns="0">
            <a:noAutofit/>
          </a:bodyPr>
          <a:lstStyle>
            <a:lvl1pPr indent="0" lvl="0" marL="0" marR="0" rtl="0" algn="l">
              <a:lnSpc>
                <a:spcPct val="100000"/>
              </a:lnSpc>
              <a:spcBef>
                <a:spcPts val="0"/>
              </a:spcBef>
              <a:spcAft>
                <a:spcPts val="0"/>
              </a:spcAft>
              <a:buClr>
                <a:srgbClr val="000000"/>
              </a:buClr>
              <a:buSzPts val="3400"/>
              <a:buFont typeface="Overpass"/>
              <a:buNone/>
              <a:defRPr b="1" i="0" sz="3700" u="none" cap="none" strike="noStrike">
                <a:solidFill>
                  <a:srgbClr val="000000"/>
                </a:solidFill>
                <a:latin typeface="Overpass"/>
                <a:ea typeface="Overpass"/>
                <a:cs typeface="Overpass"/>
                <a:sym typeface="Overpass"/>
              </a:defRPr>
            </a:lvl1pPr>
            <a:lvl2pPr indent="0" lvl="1" marL="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2pPr>
            <a:lvl3pPr indent="0" lvl="2" marL="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3pPr>
            <a:lvl4pPr indent="0" lvl="3" marL="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4pPr>
            <a:lvl5pPr indent="0" lvl="4" marL="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5pPr>
            <a:lvl6pPr indent="0" lvl="5" marL="60960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6pPr>
            <a:lvl7pPr indent="0" lvl="6" marL="121920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7pPr>
            <a:lvl8pPr indent="0" lvl="7" marL="182880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8pPr>
            <a:lvl9pPr indent="0" lvl="8" marL="2438400" marR="0" rtl="0" algn="ctr">
              <a:spcBef>
                <a:spcPts val="0"/>
              </a:spcBef>
              <a:spcAft>
                <a:spcPts val="0"/>
              </a:spcAft>
              <a:buClr>
                <a:schemeClr val="dk1"/>
              </a:buClr>
              <a:buSzPts val="3400"/>
              <a:buFont typeface="Overpass"/>
              <a:buNone/>
              <a:defRPr i="0" sz="5900" u="none" cap="none" strike="noStrike">
                <a:solidFill>
                  <a:schemeClr val="dk1"/>
                </a:solidFill>
                <a:latin typeface="Overpass"/>
                <a:ea typeface="Overpass"/>
                <a:cs typeface="Overpass"/>
                <a:sym typeface="Overpass"/>
              </a:defRPr>
            </a:lvl9pPr>
          </a:lstStyle>
          <a:p/>
        </p:txBody>
      </p:sp>
      <p:sp>
        <p:nvSpPr>
          <p:cNvPr id="1204" name="Google Shape;1204;p99"/>
          <p:cNvSpPr txBox="1"/>
          <p:nvPr>
            <p:ph idx="1" type="body"/>
          </p:nvPr>
        </p:nvSpPr>
        <p:spPr>
          <a:xfrm>
            <a:off x="914400" y="1461365"/>
            <a:ext cx="10363200" cy="4406100"/>
          </a:xfrm>
          <a:prstGeom prst="rect">
            <a:avLst/>
          </a:prstGeom>
          <a:noFill/>
          <a:ln>
            <a:noFill/>
          </a:ln>
        </p:spPr>
        <p:txBody>
          <a:bodyPr anchorCtr="0" anchor="t" bIns="0" lIns="0" spcFirstLastPara="1" rIns="0" wrap="square" tIns="0">
            <a:noAutofit/>
          </a:bodyPr>
          <a:lstStyle>
            <a:lvl1pPr indent="-381000" lvl="0" marL="4572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1pPr>
            <a:lvl2pPr indent="-381000" lvl="1" marL="9144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2pPr>
            <a:lvl3pPr indent="-381000" lvl="2" marL="13716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3pPr>
            <a:lvl4pPr indent="-381000" lvl="3" marL="18288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4pPr>
            <a:lvl5pPr indent="-381000" lvl="4" marL="22860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5pPr>
            <a:lvl6pPr indent="-381000" lvl="5" marL="27432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6pPr>
            <a:lvl7pPr indent="-381000" lvl="6" marL="32004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7pPr>
            <a:lvl8pPr indent="-381000" lvl="7" marL="36576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8pPr>
            <a:lvl9pPr indent="-381000" lvl="8" marL="41148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2">
  <p:cSld name="CUSTOM_4_17_3_1">
    <p:spTree>
      <p:nvGrpSpPr>
        <p:cNvPr id="1205" name="Shape 1205"/>
        <p:cNvGrpSpPr/>
        <p:nvPr/>
      </p:nvGrpSpPr>
      <p:grpSpPr>
        <a:xfrm>
          <a:off x="0" y="0"/>
          <a:ext cx="0" cy="0"/>
          <a:chOff x="0" y="0"/>
          <a:chExt cx="0" cy="0"/>
        </a:xfrm>
      </p:grpSpPr>
      <p:sp>
        <p:nvSpPr>
          <p:cNvPr id="1206" name="Google Shape;1206;p10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207" name="Google Shape;1207;p10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208" name="Google Shape;1208;p10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09" name="Google Shape;1209;p10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10" name="Google Shape;1210;p10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11" name="Google Shape;1211;p10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12" name="Google Shape;1212;p10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213" name="Google Shape;1213;p10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214" name="Google Shape;1214;p100"/>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USTOM_4_2_8">
    <p:spTree>
      <p:nvGrpSpPr>
        <p:cNvPr id="1215" name="Shape 1215"/>
        <p:cNvGrpSpPr/>
        <p:nvPr/>
      </p:nvGrpSpPr>
      <p:grpSpPr>
        <a:xfrm>
          <a:off x="0" y="0"/>
          <a:ext cx="0" cy="0"/>
          <a:chOff x="0" y="0"/>
          <a:chExt cx="0" cy="0"/>
        </a:xfrm>
      </p:grpSpPr>
      <p:sp>
        <p:nvSpPr>
          <p:cNvPr id="1216" name="Google Shape;1216;p101"/>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1217" name="Google Shape;1217;p10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218" name="Google Shape;1218;p10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1219" name="Google Shape;1219;p101"/>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1220" name="Google Shape;1220;p10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1221" name="Google Shape;1221;p10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22" name="Google Shape;1222;p10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1223" name="Google Shape;1223;p101"/>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lvl1pPr indent="-349250" lvl="0" marL="457200" rtl="0">
              <a:lnSpc>
                <a:spcPct val="100000"/>
              </a:lnSpc>
              <a:spcBef>
                <a:spcPts val="0"/>
              </a:spcBef>
              <a:spcAft>
                <a:spcPts val="0"/>
              </a:spcAft>
              <a:buClr>
                <a:srgbClr val="EE0000"/>
              </a:buClr>
              <a:buSzPts val="1900"/>
              <a:buChar char="▸"/>
              <a:defRPr sz="1900">
                <a:solidFill>
                  <a:srgbClr val="EE0000"/>
                </a:solidFill>
              </a:defRPr>
            </a:lvl1pPr>
            <a:lvl2pPr indent="-317500" lvl="1" marL="914400" rtl="0">
              <a:lnSpc>
                <a:spcPct val="100000"/>
              </a:lnSpc>
              <a:spcBef>
                <a:spcPts val="1100"/>
              </a:spcBef>
              <a:spcAft>
                <a:spcPts val="0"/>
              </a:spcAft>
              <a:buSzPts val="1400"/>
              <a:buChar char="･"/>
              <a:defRPr/>
            </a:lvl2pPr>
            <a:lvl3pPr indent="-317500" lvl="2" marL="1371600" rtl="0">
              <a:lnSpc>
                <a:spcPct val="100000"/>
              </a:lnSpc>
              <a:spcBef>
                <a:spcPts val="1100"/>
              </a:spcBef>
              <a:spcAft>
                <a:spcPts val="0"/>
              </a:spcAft>
              <a:buSzPts val="1400"/>
              <a:buChar char="･"/>
              <a:defRPr/>
            </a:lvl3pPr>
            <a:lvl4pPr indent="-317500" lvl="3" marL="1828800" rtl="0">
              <a:lnSpc>
                <a:spcPct val="100000"/>
              </a:lnSpc>
              <a:spcBef>
                <a:spcPts val="1100"/>
              </a:spcBef>
              <a:spcAft>
                <a:spcPts val="0"/>
              </a:spcAft>
              <a:buSzPts val="1400"/>
              <a:buChar char="･"/>
              <a:defRPr/>
            </a:lvl4pPr>
            <a:lvl5pPr indent="-317500" lvl="4" marL="2286000" rtl="0">
              <a:lnSpc>
                <a:spcPct val="100000"/>
              </a:lnSpc>
              <a:spcBef>
                <a:spcPts val="1100"/>
              </a:spcBef>
              <a:spcAft>
                <a:spcPts val="0"/>
              </a:spcAft>
              <a:buSzPts val="1400"/>
              <a:buChar char="･"/>
              <a:defRPr/>
            </a:lvl5pPr>
            <a:lvl6pPr indent="-317500" lvl="5" marL="2743200" rtl="0">
              <a:lnSpc>
                <a:spcPct val="100000"/>
              </a:lnSpc>
              <a:spcBef>
                <a:spcPts val="1100"/>
              </a:spcBef>
              <a:spcAft>
                <a:spcPts val="0"/>
              </a:spcAft>
              <a:buSzPts val="1400"/>
              <a:buChar char="･"/>
              <a:defRPr/>
            </a:lvl6pPr>
            <a:lvl7pPr indent="-317500" lvl="6" marL="3200400" rtl="0">
              <a:lnSpc>
                <a:spcPct val="100000"/>
              </a:lnSpc>
              <a:spcBef>
                <a:spcPts val="1100"/>
              </a:spcBef>
              <a:spcAft>
                <a:spcPts val="0"/>
              </a:spcAft>
              <a:buSzPts val="1400"/>
              <a:buChar char="･"/>
              <a:defRPr/>
            </a:lvl7pPr>
            <a:lvl8pPr indent="-317500" lvl="7" marL="3657600" rtl="0">
              <a:lnSpc>
                <a:spcPct val="100000"/>
              </a:lnSpc>
              <a:spcBef>
                <a:spcPts val="1100"/>
              </a:spcBef>
              <a:spcAft>
                <a:spcPts val="0"/>
              </a:spcAft>
              <a:buSzPts val="1400"/>
              <a:buChar char="･"/>
              <a:defRPr/>
            </a:lvl8pPr>
            <a:lvl9pPr indent="-317500" lvl="8" marL="4114800" rtl="0">
              <a:lnSpc>
                <a:spcPct val="100000"/>
              </a:lnSpc>
              <a:spcBef>
                <a:spcPts val="1100"/>
              </a:spcBef>
              <a:spcAft>
                <a:spcPts val="1100"/>
              </a:spcAft>
              <a:buSzPts val="14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1">
  <p:cSld name="CUSTOM_4_3_1_1">
    <p:spTree>
      <p:nvGrpSpPr>
        <p:cNvPr id="1224" name="Shape 1224"/>
        <p:cNvGrpSpPr/>
        <p:nvPr/>
      </p:nvGrpSpPr>
      <p:grpSpPr>
        <a:xfrm>
          <a:off x="0" y="0"/>
          <a:ext cx="0" cy="0"/>
          <a:chOff x="0" y="0"/>
          <a:chExt cx="0" cy="0"/>
        </a:xfrm>
      </p:grpSpPr>
      <p:sp>
        <p:nvSpPr>
          <p:cNvPr id="1225" name="Google Shape;1225;p10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1226" name="Google Shape;1226;p10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1227" name="Google Shape;1227;p10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28" name="Google Shape;1228;p102"/>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1229" name="Google Shape;1229;p10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30" name="Google Shape;1230;p10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31" name="Google Shape;1231;p10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1232" name="Google Shape;1232;p102"/>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7">
  <p:cSld name="CUSTOM_4_36">
    <p:spTree>
      <p:nvGrpSpPr>
        <p:cNvPr id="1233" name="Shape 1233"/>
        <p:cNvGrpSpPr/>
        <p:nvPr/>
      </p:nvGrpSpPr>
      <p:grpSpPr>
        <a:xfrm>
          <a:off x="0" y="0"/>
          <a:ext cx="0" cy="0"/>
          <a:chOff x="0" y="0"/>
          <a:chExt cx="0" cy="0"/>
        </a:xfrm>
      </p:grpSpPr>
      <p:sp>
        <p:nvSpPr>
          <p:cNvPr id="1234" name="Google Shape;1234;p103"/>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1235" name="Google Shape;1235;p10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236" name="Google Shape;1236;p10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1237" name="Google Shape;1237;p103"/>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1238" name="Google Shape;1238;p10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1239" name="Google Shape;1239;p10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40" name="Google Shape;1240;p103"/>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1">
  <p:cSld name="CUSTOM_4_5_1">
    <p:spTree>
      <p:nvGrpSpPr>
        <p:cNvPr id="1241" name="Shape 1241"/>
        <p:cNvGrpSpPr/>
        <p:nvPr/>
      </p:nvGrpSpPr>
      <p:grpSpPr>
        <a:xfrm>
          <a:off x="0" y="0"/>
          <a:ext cx="0" cy="0"/>
          <a:chOff x="0" y="0"/>
          <a:chExt cx="0" cy="0"/>
        </a:xfrm>
      </p:grpSpPr>
      <p:cxnSp>
        <p:nvCxnSpPr>
          <p:cNvPr id="1242" name="Google Shape;1242;p10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43" name="Google Shape;1243;p10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44" name="Google Shape;1244;p10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45" name="Google Shape;1245;p10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46" name="Google Shape;1246;p104"/>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247" name="Google Shape;1247;p104"/>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248" name="Google Shape;1248;p104"/>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249" name="Google Shape;1249;p104"/>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1250" name="Google Shape;1250;p104"/>
          <p:cNvSpPr txBox="1"/>
          <p:nvPr>
            <p:ph idx="2"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51" name="Google Shape;1251;p104"/>
          <p:cNvSpPr txBox="1"/>
          <p:nvPr>
            <p:ph idx="3"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52" name="Google Shape;1252;p104"/>
          <p:cNvSpPr txBox="1"/>
          <p:nvPr>
            <p:ph idx="4"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53" name="Google Shape;1253;p104"/>
          <p:cNvSpPr txBox="1"/>
          <p:nvPr>
            <p:ph idx="5"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54" name="Google Shape;1254;p104"/>
          <p:cNvSpPr txBox="1"/>
          <p:nvPr>
            <p:ph idx="6"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55" name="Google Shape;1255;p104"/>
          <p:cNvSpPr txBox="1"/>
          <p:nvPr>
            <p:ph idx="7"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56" name="Google Shape;1256;p104"/>
          <p:cNvSpPr txBox="1"/>
          <p:nvPr>
            <p:ph idx="8"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57" name="Google Shape;1257;p104"/>
          <p:cNvSpPr txBox="1"/>
          <p:nvPr>
            <p:ph idx="9"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58" name="Google Shape;1258;p104"/>
          <p:cNvSpPr txBox="1"/>
          <p:nvPr>
            <p:ph idx="1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59" name="Google Shape;1259;p104"/>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260" name="Google Shape;1260;p104"/>
          <p:cNvSpPr txBox="1"/>
          <p:nvPr>
            <p:ph idx="1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4">
  <p:cSld name="CUSTOM_4_3_5">
    <p:spTree>
      <p:nvGrpSpPr>
        <p:cNvPr id="1261" name="Shape 1261"/>
        <p:cNvGrpSpPr/>
        <p:nvPr/>
      </p:nvGrpSpPr>
      <p:grpSpPr>
        <a:xfrm>
          <a:off x="0" y="0"/>
          <a:ext cx="0" cy="0"/>
          <a:chOff x="0" y="0"/>
          <a:chExt cx="0" cy="0"/>
        </a:xfrm>
      </p:grpSpPr>
      <p:cxnSp>
        <p:nvCxnSpPr>
          <p:cNvPr id="1262" name="Google Shape;1262;p10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63" name="Google Shape;1263;p10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64" name="Google Shape;1264;p10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65" name="Google Shape;1265;p10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66" name="Google Shape;1266;p105"/>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267" name="Google Shape;1267;p105"/>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1268" name="Google Shape;1268;p105"/>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1269" name="Google Shape;1269;p105"/>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70" name="Google Shape;1270;p105"/>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71" name="Google Shape;1271;p105"/>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72" name="Google Shape;1272;p105"/>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73" name="Google Shape;1273;p105"/>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74" name="Google Shape;1274;p105"/>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75" name="Google Shape;1275;p105"/>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76" name="Google Shape;1276;p105"/>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277" name="Google Shape;1277;p105"/>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2">
  <p:cSld name="CUSTOM_4_2_5">
    <p:spTree>
      <p:nvGrpSpPr>
        <p:cNvPr id="1278" name="Shape 1278"/>
        <p:cNvGrpSpPr/>
        <p:nvPr/>
      </p:nvGrpSpPr>
      <p:grpSpPr>
        <a:xfrm>
          <a:off x="0" y="0"/>
          <a:ext cx="0" cy="0"/>
          <a:chOff x="0" y="0"/>
          <a:chExt cx="0" cy="0"/>
        </a:xfrm>
      </p:grpSpPr>
      <p:cxnSp>
        <p:nvCxnSpPr>
          <p:cNvPr id="1279" name="Google Shape;1279;p10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80" name="Google Shape;1280;p10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81" name="Google Shape;1281;p10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82" name="Google Shape;1282;p10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83" name="Google Shape;1283;p10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284" name="Google Shape;1284;p106"/>
          <p:cNvSpPr txBox="1"/>
          <p:nvPr>
            <p:ph idx="2"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
        <p:nvSpPr>
          <p:cNvPr id="1285" name="Google Shape;1285;p106"/>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286" name="Google Shape;1286;p10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287" name="Google Shape;1287;p106"/>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5">
  <p:cSld name="CUSTOM_4_3_6">
    <p:spTree>
      <p:nvGrpSpPr>
        <p:cNvPr id="1288" name="Shape 1288"/>
        <p:cNvGrpSpPr/>
        <p:nvPr/>
      </p:nvGrpSpPr>
      <p:grpSpPr>
        <a:xfrm>
          <a:off x="0" y="0"/>
          <a:ext cx="0" cy="0"/>
          <a:chOff x="0" y="0"/>
          <a:chExt cx="0" cy="0"/>
        </a:xfrm>
      </p:grpSpPr>
      <p:cxnSp>
        <p:nvCxnSpPr>
          <p:cNvPr id="1289" name="Google Shape;1289;p10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290" name="Google Shape;1290;p10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291" name="Google Shape;1291;p10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292" name="Google Shape;1292;p10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293" name="Google Shape;1293;p107"/>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294" name="Google Shape;1294;p107"/>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1295" name="Google Shape;1295;p107"/>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1296" name="Google Shape;1296;p107"/>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97" name="Google Shape;1297;p107"/>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298" name="Google Shape;1298;p107"/>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299" name="Google Shape;1299;p107"/>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300" name="Google Shape;1300;p107"/>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1301" name="Google Shape;1301;p107"/>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302" name="Google Shape;1302;p107"/>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1303" name="Google Shape;1303;p107"/>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1304" name="Google Shape;1304;p107"/>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1305" name="Shape 1305"/>
        <p:cNvGrpSpPr/>
        <p:nvPr/>
      </p:nvGrpSpPr>
      <p:grpSpPr>
        <a:xfrm>
          <a:off x="0" y="0"/>
          <a:ext cx="0" cy="0"/>
          <a:chOff x="0" y="0"/>
          <a:chExt cx="0" cy="0"/>
        </a:xfrm>
      </p:grpSpPr>
      <p:sp>
        <p:nvSpPr>
          <p:cNvPr id="1306" name="Google Shape;1306;p108"/>
          <p:cNvSpPr/>
          <p:nvPr/>
        </p:nvSpPr>
        <p:spPr>
          <a:xfrm>
            <a:off x="0" y="0"/>
            <a:ext cx="12192000" cy="46914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07" name="Google Shape;1307;p108"/>
          <p:cNvCxnSpPr/>
          <p:nvPr/>
        </p:nvCxnSpPr>
        <p:spPr>
          <a:xfrm>
            <a:off x="0" y="4662140"/>
            <a:ext cx="12192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08" name="Google Shape;1308;p108"/>
          <p:cNvSpPr txBox="1"/>
          <p:nvPr>
            <p:ph type="ctrTitle"/>
          </p:nvPr>
        </p:nvSpPr>
        <p:spPr>
          <a:xfrm>
            <a:off x="914400" y="2490375"/>
            <a:ext cx="10363200" cy="2198400"/>
          </a:xfrm>
          <a:prstGeom prst="rect">
            <a:avLst/>
          </a:prstGeom>
          <a:noFill/>
          <a:ln>
            <a:noFill/>
          </a:ln>
        </p:spPr>
        <p:txBody>
          <a:bodyPr anchorCtr="0" anchor="b" bIns="0" lIns="0" spcFirstLastPara="1" rIns="0" wrap="square" tIns="0">
            <a:noAutofit/>
          </a:bodyPr>
          <a:lstStyle>
            <a:lvl1pPr lvl="0"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1pPr>
            <a:lvl2pPr lvl="1"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2pPr>
            <a:lvl3pPr lvl="2"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3pPr>
            <a:lvl4pPr lvl="3"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4pPr>
            <a:lvl5pPr lvl="4"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5pPr>
            <a:lvl6pPr lvl="5"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6pPr>
            <a:lvl7pPr lvl="6"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7pPr>
            <a:lvl8pPr lvl="7"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8pPr>
            <a:lvl9pPr lvl="8"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9pPr>
          </a:lstStyle>
          <a:p/>
        </p:txBody>
      </p:sp>
      <p:sp>
        <p:nvSpPr>
          <p:cNvPr id="1309" name="Google Shape;1309;p108"/>
          <p:cNvSpPr txBox="1"/>
          <p:nvPr>
            <p:ph idx="1" type="subTitle"/>
          </p:nvPr>
        </p:nvSpPr>
        <p:spPr>
          <a:xfrm>
            <a:off x="914400" y="4836036"/>
            <a:ext cx="10363200" cy="1032600"/>
          </a:xfrm>
          <a:prstGeom prst="rect">
            <a:avLst/>
          </a:prstGeom>
          <a:noFill/>
          <a:ln>
            <a:noFill/>
          </a:ln>
        </p:spPr>
        <p:txBody>
          <a:bodyPr anchorCtr="0" anchor="t" bIns="0" lIns="0" spcFirstLastPara="1" rIns="0" wrap="square" tIns="0">
            <a:noAutofit/>
          </a:bodyPr>
          <a:lstStyle>
            <a:lvl1pPr lvl="0" rtl="0" algn="l">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1pPr>
            <a:lvl2pPr lvl="1"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gn="l">
              <a:spcBef>
                <a:spcPts val="50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gn="l">
              <a:spcBef>
                <a:spcPts val="500"/>
              </a:spcBef>
              <a:spcAft>
                <a:spcPts val="50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_1">
    <p:bg>
      <p:bgPr>
        <a:blipFill>
          <a:blip r:embed="rId2">
            <a:alphaModFix/>
          </a:blip>
          <a:stretch>
            <a:fillRect/>
          </a:stretch>
        </a:blipFill>
      </p:bgPr>
    </p:bg>
    <p:spTree>
      <p:nvGrpSpPr>
        <p:cNvPr id="1310" name="Shape 1310"/>
        <p:cNvGrpSpPr/>
        <p:nvPr/>
      </p:nvGrpSpPr>
      <p:grpSpPr>
        <a:xfrm>
          <a:off x="0" y="0"/>
          <a:ext cx="0" cy="0"/>
          <a:chOff x="0" y="0"/>
          <a:chExt cx="0" cy="0"/>
        </a:xfrm>
      </p:grpSpPr>
      <p:pic>
        <p:nvPicPr>
          <p:cNvPr id="1311" name="Google Shape;1311;p109"/>
          <p:cNvPicPr preferRelativeResize="0"/>
          <p:nvPr/>
        </p:nvPicPr>
        <p:blipFill>
          <a:blip r:embed="rId3">
            <a:alphaModFix/>
          </a:blip>
          <a:stretch>
            <a:fillRect/>
          </a:stretch>
        </p:blipFill>
        <p:spPr>
          <a:xfrm>
            <a:off x="872046" y="75"/>
            <a:ext cx="3653358" cy="6857999"/>
          </a:xfrm>
          <a:prstGeom prst="rect">
            <a:avLst/>
          </a:prstGeom>
          <a:noFill/>
          <a:ln>
            <a:noFill/>
          </a:ln>
        </p:spPr>
      </p:pic>
      <p:sp>
        <p:nvSpPr>
          <p:cNvPr id="1312" name="Google Shape;1312;p10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3" name="Google Shape;1313;p109"/>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1314" name="Google Shape;1314;p109"/>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315" name="Google Shape;1315;p109"/>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800"/>
              <a:buFont typeface="Red Hat Display"/>
              <a:buNone/>
              <a:defRPr sz="1800">
                <a:solidFill>
                  <a:schemeClr val="dk1"/>
                </a:solidFill>
                <a:latin typeface="Red Hat Display"/>
                <a:ea typeface="Red Hat Display"/>
                <a:cs typeface="Red Hat Display"/>
                <a:sym typeface="Red Hat Display"/>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1316" name="Google Shape;1316;p109"/>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1317" name="Google Shape;1317;p109"/>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400"/>
              <a:buFont typeface="Red Hat Display Medium"/>
              <a:buNone/>
              <a:defRPr sz="1400">
                <a:solidFill>
                  <a:schemeClr val="dk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1318" name="Google Shape;1318;p109"/>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319" name="Google Shape;1319;p10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1">
  <p:cSld name="CUSTOM_4_1_2">
    <p:bg>
      <p:bgPr>
        <a:solidFill>
          <a:srgbClr val="353535"/>
        </a:solidFill>
      </p:bgPr>
    </p:bg>
    <p:spTree>
      <p:nvGrpSpPr>
        <p:cNvPr id="1320" name="Shape 1320"/>
        <p:cNvGrpSpPr/>
        <p:nvPr/>
      </p:nvGrpSpPr>
      <p:grpSpPr>
        <a:xfrm>
          <a:off x="0" y="0"/>
          <a:ext cx="0" cy="0"/>
          <a:chOff x="0" y="0"/>
          <a:chExt cx="0" cy="0"/>
        </a:xfrm>
      </p:grpSpPr>
      <p:sp>
        <p:nvSpPr>
          <p:cNvPr id="1321" name="Google Shape;1321;p110"/>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Clr>
                <a:srgbClr val="FFFFFF"/>
              </a:buClr>
              <a:buSzPts val="1600"/>
              <a:buChar char="▸"/>
              <a:defRPr>
                <a:solidFill>
                  <a:srgbClr val="FFFFFF"/>
                </a:solidFill>
              </a:defRPr>
            </a:lvl1pPr>
            <a:lvl2pPr indent="-317500" lvl="1" marL="914400" rtl="0">
              <a:lnSpc>
                <a:spcPct val="115000"/>
              </a:lnSpc>
              <a:spcBef>
                <a:spcPts val="2000"/>
              </a:spcBef>
              <a:spcAft>
                <a:spcPts val="0"/>
              </a:spcAft>
              <a:buClr>
                <a:srgbClr val="FFFFFF"/>
              </a:buClr>
              <a:buSzPts val="1400"/>
              <a:buChar char="･"/>
              <a:defRPr>
                <a:solidFill>
                  <a:srgbClr val="FFFFFF"/>
                </a:solidFill>
              </a:defRPr>
            </a:lvl2pPr>
            <a:lvl3pPr indent="-317500" lvl="2" marL="1371600" rtl="0">
              <a:lnSpc>
                <a:spcPct val="115000"/>
              </a:lnSpc>
              <a:spcBef>
                <a:spcPts val="2000"/>
              </a:spcBef>
              <a:spcAft>
                <a:spcPts val="0"/>
              </a:spcAft>
              <a:buClr>
                <a:srgbClr val="FFFFFF"/>
              </a:buClr>
              <a:buSzPts val="1400"/>
              <a:buChar char="･"/>
              <a:defRPr>
                <a:solidFill>
                  <a:srgbClr val="FFFFFF"/>
                </a:solidFill>
              </a:defRPr>
            </a:lvl3pPr>
            <a:lvl4pPr indent="-317500" lvl="3" marL="1828800" rtl="0">
              <a:lnSpc>
                <a:spcPct val="115000"/>
              </a:lnSpc>
              <a:spcBef>
                <a:spcPts val="2000"/>
              </a:spcBef>
              <a:spcAft>
                <a:spcPts val="0"/>
              </a:spcAft>
              <a:buClr>
                <a:srgbClr val="FFFFFF"/>
              </a:buClr>
              <a:buSzPts val="1400"/>
              <a:buChar char="･"/>
              <a:defRPr>
                <a:solidFill>
                  <a:srgbClr val="FFFFFF"/>
                </a:solidFill>
              </a:defRPr>
            </a:lvl4pPr>
            <a:lvl5pPr indent="-317500" lvl="4" marL="2286000" rtl="0">
              <a:lnSpc>
                <a:spcPct val="115000"/>
              </a:lnSpc>
              <a:spcBef>
                <a:spcPts val="2000"/>
              </a:spcBef>
              <a:spcAft>
                <a:spcPts val="0"/>
              </a:spcAft>
              <a:buClr>
                <a:srgbClr val="FFFFFF"/>
              </a:buClr>
              <a:buSzPts val="1400"/>
              <a:buChar char="･"/>
              <a:defRPr>
                <a:solidFill>
                  <a:srgbClr val="FFFFFF"/>
                </a:solidFill>
              </a:defRPr>
            </a:lvl5pPr>
            <a:lvl6pPr indent="-317500" lvl="5" marL="2743200" rtl="0">
              <a:lnSpc>
                <a:spcPct val="115000"/>
              </a:lnSpc>
              <a:spcBef>
                <a:spcPts val="2000"/>
              </a:spcBef>
              <a:spcAft>
                <a:spcPts val="0"/>
              </a:spcAft>
              <a:buClr>
                <a:srgbClr val="FFFFFF"/>
              </a:buClr>
              <a:buSzPts val="1400"/>
              <a:buChar char="･"/>
              <a:defRPr>
                <a:solidFill>
                  <a:srgbClr val="FFFFFF"/>
                </a:solidFill>
              </a:defRPr>
            </a:lvl6pPr>
            <a:lvl7pPr indent="-317500" lvl="6" marL="3200400" rtl="0">
              <a:lnSpc>
                <a:spcPct val="115000"/>
              </a:lnSpc>
              <a:spcBef>
                <a:spcPts val="2000"/>
              </a:spcBef>
              <a:spcAft>
                <a:spcPts val="0"/>
              </a:spcAft>
              <a:buClr>
                <a:srgbClr val="FFFFFF"/>
              </a:buClr>
              <a:buSzPts val="1400"/>
              <a:buChar char="･"/>
              <a:defRPr>
                <a:solidFill>
                  <a:srgbClr val="FFFFFF"/>
                </a:solidFill>
              </a:defRPr>
            </a:lvl7pPr>
            <a:lvl8pPr indent="-317500" lvl="7" marL="3657600" rtl="0">
              <a:lnSpc>
                <a:spcPct val="115000"/>
              </a:lnSpc>
              <a:spcBef>
                <a:spcPts val="2000"/>
              </a:spcBef>
              <a:spcAft>
                <a:spcPts val="0"/>
              </a:spcAft>
              <a:buClr>
                <a:srgbClr val="FFFFFF"/>
              </a:buClr>
              <a:buSzPts val="1400"/>
              <a:buChar char="･"/>
              <a:defRPr>
                <a:solidFill>
                  <a:srgbClr val="FFFFFF"/>
                </a:solidFill>
              </a:defRPr>
            </a:lvl8pPr>
            <a:lvl9pPr indent="-317500" lvl="8" marL="4114800" rtl="0">
              <a:lnSpc>
                <a:spcPct val="115000"/>
              </a:lnSpc>
              <a:spcBef>
                <a:spcPts val="2000"/>
              </a:spcBef>
              <a:spcAft>
                <a:spcPts val="2000"/>
              </a:spcAft>
              <a:buClr>
                <a:srgbClr val="FFFFFF"/>
              </a:buClr>
              <a:buSzPts val="1400"/>
              <a:buChar char="･"/>
              <a:defRPr>
                <a:solidFill>
                  <a:srgbClr val="FFFFFF"/>
                </a:solidFill>
              </a:defRPr>
            </a:lvl9pPr>
          </a:lstStyle>
          <a:p/>
        </p:txBody>
      </p:sp>
      <p:sp>
        <p:nvSpPr>
          <p:cNvPr id="1322" name="Google Shape;1322;p110"/>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Clr>
                <a:srgbClr val="FFFFFF"/>
              </a:buClr>
              <a:buSzPts val="1600"/>
              <a:buChar char="▸"/>
              <a:defRPr>
                <a:solidFill>
                  <a:srgbClr val="FFFFFF"/>
                </a:solidFill>
              </a:defRPr>
            </a:lvl1pPr>
            <a:lvl2pPr indent="-317500" lvl="1" marL="914400" rtl="0">
              <a:lnSpc>
                <a:spcPct val="115000"/>
              </a:lnSpc>
              <a:spcBef>
                <a:spcPts val="2000"/>
              </a:spcBef>
              <a:spcAft>
                <a:spcPts val="0"/>
              </a:spcAft>
              <a:buClr>
                <a:srgbClr val="FFFFFF"/>
              </a:buClr>
              <a:buSzPts val="1400"/>
              <a:buChar char="･"/>
              <a:defRPr>
                <a:solidFill>
                  <a:srgbClr val="FFFFFF"/>
                </a:solidFill>
              </a:defRPr>
            </a:lvl2pPr>
            <a:lvl3pPr indent="-317500" lvl="2" marL="1371600" rtl="0">
              <a:lnSpc>
                <a:spcPct val="115000"/>
              </a:lnSpc>
              <a:spcBef>
                <a:spcPts val="2000"/>
              </a:spcBef>
              <a:spcAft>
                <a:spcPts val="0"/>
              </a:spcAft>
              <a:buClr>
                <a:srgbClr val="FFFFFF"/>
              </a:buClr>
              <a:buSzPts val="1400"/>
              <a:buChar char="･"/>
              <a:defRPr>
                <a:solidFill>
                  <a:srgbClr val="FFFFFF"/>
                </a:solidFill>
              </a:defRPr>
            </a:lvl3pPr>
            <a:lvl4pPr indent="-317500" lvl="3" marL="1828800" rtl="0">
              <a:lnSpc>
                <a:spcPct val="115000"/>
              </a:lnSpc>
              <a:spcBef>
                <a:spcPts val="2000"/>
              </a:spcBef>
              <a:spcAft>
                <a:spcPts val="0"/>
              </a:spcAft>
              <a:buClr>
                <a:srgbClr val="FFFFFF"/>
              </a:buClr>
              <a:buSzPts val="1400"/>
              <a:buChar char="･"/>
              <a:defRPr>
                <a:solidFill>
                  <a:srgbClr val="FFFFFF"/>
                </a:solidFill>
              </a:defRPr>
            </a:lvl4pPr>
            <a:lvl5pPr indent="-317500" lvl="4" marL="2286000" rtl="0">
              <a:lnSpc>
                <a:spcPct val="115000"/>
              </a:lnSpc>
              <a:spcBef>
                <a:spcPts val="2000"/>
              </a:spcBef>
              <a:spcAft>
                <a:spcPts val="0"/>
              </a:spcAft>
              <a:buClr>
                <a:srgbClr val="FFFFFF"/>
              </a:buClr>
              <a:buSzPts val="1400"/>
              <a:buChar char="･"/>
              <a:defRPr>
                <a:solidFill>
                  <a:srgbClr val="FFFFFF"/>
                </a:solidFill>
              </a:defRPr>
            </a:lvl5pPr>
            <a:lvl6pPr indent="-317500" lvl="5" marL="2743200" rtl="0">
              <a:lnSpc>
                <a:spcPct val="115000"/>
              </a:lnSpc>
              <a:spcBef>
                <a:spcPts val="2000"/>
              </a:spcBef>
              <a:spcAft>
                <a:spcPts val="0"/>
              </a:spcAft>
              <a:buClr>
                <a:srgbClr val="FFFFFF"/>
              </a:buClr>
              <a:buSzPts val="1400"/>
              <a:buChar char="･"/>
              <a:defRPr>
                <a:solidFill>
                  <a:srgbClr val="FFFFFF"/>
                </a:solidFill>
              </a:defRPr>
            </a:lvl6pPr>
            <a:lvl7pPr indent="-317500" lvl="6" marL="3200400" rtl="0">
              <a:lnSpc>
                <a:spcPct val="115000"/>
              </a:lnSpc>
              <a:spcBef>
                <a:spcPts val="2000"/>
              </a:spcBef>
              <a:spcAft>
                <a:spcPts val="0"/>
              </a:spcAft>
              <a:buClr>
                <a:srgbClr val="FFFFFF"/>
              </a:buClr>
              <a:buSzPts val="1400"/>
              <a:buChar char="･"/>
              <a:defRPr>
                <a:solidFill>
                  <a:srgbClr val="FFFFFF"/>
                </a:solidFill>
              </a:defRPr>
            </a:lvl7pPr>
            <a:lvl8pPr indent="-317500" lvl="7" marL="3657600" rtl="0">
              <a:lnSpc>
                <a:spcPct val="115000"/>
              </a:lnSpc>
              <a:spcBef>
                <a:spcPts val="2000"/>
              </a:spcBef>
              <a:spcAft>
                <a:spcPts val="0"/>
              </a:spcAft>
              <a:buClr>
                <a:srgbClr val="FFFFFF"/>
              </a:buClr>
              <a:buSzPts val="1400"/>
              <a:buChar char="･"/>
              <a:defRPr>
                <a:solidFill>
                  <a:srgbClr val="FFFFFF"/>
                </a:solidFill>
              </a:defRPr>
            </a:lvl8pPr>
            <a:lvl9pPr indent="-317500" lvl="8" marL="4114800" rtl="0">
              <a:lnSpc>
                <a:spcPct val="115000"/>
              </a:lnSpc>
              <a:spcBef>
                <a:spcPts val="2000"/>
              </a:spcBef>
              <a:spcAft>
                <a:spcPts val="2000"/>
              </a:spcAft>
              <a:buClr>
                <a:srgbClr val="FFFFFF"/>
              </a:buClr>
              <a:buSzPts val="1400"/>
              <a:buChar char="･"/>
              <a:defRPr>
                <a:solidFill>
                  <a:srgbClr val="FFFFFF"/>
                </a:solidFill>
              </a:defRPr>
            </a:lvl9pPr>
          </a:lstStyle>
          <a:p/>
        </p:txBody>
      </p:sp>
      <p:sp>
        <p:nvSpPr>
          <p:cNvPr id="1323" name="Google Shape;1323;p110"/>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cxnSp>
        <p:nvCxnSpPr>
          <p:cNvPr id="1324" name="Google Shape;1324;p11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325" name="Google Shape;1325;p11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1326" name="Google Shape;1326;p11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1327" name="Google Shape;1327;p110"/>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1328" name="Google Shape;1328;p1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329" name="Google Shape;1329;p110"/>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1330" name="Shape 1330"/>
        <p:cNvGrpSpPr/>
        <p:nvPr/>
      </p:nvGrpSpPr>
      <p:grpSpPr>
        <a:xfrm>
          <a:off x="0" y="0"/>
          <a:ext cx="0" cy="0"/>
          <a:chOff x="0" y="0"/>
          <a:chExt cx="0" cy="0"/>
        </a:xfrm>
      </p:grpSpPr>
      <p:sp>
        <p:nvSpPr>
          <p:cNvPr id="1331" name="Google Shape;1331;p111"/>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400">
                <a:solidFill>
                  <a:schemeClr val="dk1"/>
                </a:solidFill>
                <a:latin typeface="Red Hat Display"/>
                <a:ea typeface="Red Hat Display"/>
                <a:cs typeface="Red Hat Display"/>
                <a:sym typeface="Red Hat Display"/>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1332" name="Google Shape;1332;p111"/>
          <p:cNvSpPr txBox="1"/>
          <p:nvPr>
            <p:ph idx="2" type="subTitle"/>
          </p:nvPr>
        </p:nvSpPr>
        <p:spPr>
          <a:xfrm>
            <a:off x="9251450" y="1687025"/>
            <a:ext cx="2124300" cy="354600"/>
          </a:xfrm>
          <a:prstGeom prst="rect">
            <a:avLst/>
          </a:prstGeom>
        </p:spPr>
        <p:txBody>
          <a:bodyPr anchorCtr="0" anchor="b" bIns="0" lIns="0" spcFirstLastPara="1" rIns="0" wrap="square" tIns="0">
            <a:noAutofit/>
          </a:bodyPr>
          <a:lstStyle>
            <a:lvl1pPr lvl="0" rtl="0">
              <a:lnSpc>
                <a:spcPct val="135000"/>
              </a:lnSpc>
              <a:spcBef>
                <a:spcPts val="0"/>
              </a:spcBef>
              <a:spcAft>
                <a:spcPts val="0"/>
              </a:spcAft>
              <a:buSzPts val="1400"/>
              <a:buFont typeface="Red Hat Display Medium"/>
              <a:buNone/>
              <a:defRPr sz="1400">
                <a:latin typeface="Red Hat Display Medium"/>
                <a:ea typeface="Red Hat Display Medium"/>
                <a:cs typeface="Red Hat Display Medium"/>
                <a:sym typeface="Red Hat Display Medium"/>
              </a:defRPr>
            </a:lvl1pPr>
            <a:lvl2pPr lvl="1" rtl="0">
              <a:spcBef>
                <a:spcPts val="0"/>
              </a:spcBef>
              <a:spcAft>
                <a:spcPts val="0"/>
              </a:spcAft>
              <a:buSzPts val="1400"/>
              <a:buNone/>
              <a:defRPr/>
            </a:lvl2pPr>
            <a:lvl3pPr lvl="2" rtl="0">
              <a:spcBef>
                <a:spcPts val="500"/>
              </a:spcBef>
              <a:spcAft>
                <a:spcPts val="0"/>
              </a:spcAft>
              <a:buSzPts val="1400"/>
              <a:buNone/>
              <a:defRPr/>
            </a:lvl3pPr>
            <a:lvl4pPr lvl="3" rtl="0">
              <a:spcBef>
                <a:spcPts val="500"/>
              </a:spcBef>
              <a:spcAft>
                <a:spcPts val="0"/>
              </a:spcAft>
              <a:buSzPts val="1400"/>
              <a:buNone/>
              <a:defRPr/>
            </a:lvl4pPr>
            <a:lvl5pPr lvl="4" rtl="0">
              <a:spcBef>
                <a:spcPts val="500"/>
              </a:spcBef>
              <a:spcAft>
                <a:spcPts val="0"/>
              </a:spcAft>
              <a:buSzPts val="1400"/>
              <a:buNone/>
              <a:defRPr/>
            </a:lvl5pPr>
            <a:lvl6pPr lvl="5" rtl="0">
              <a:spcBef>
                <a:spcPts val="500"/>
              </a:spcBef>
              <a:spcAft>
                <a:spcPts val="0"/>
              </a:spcAft>
              <a:buSzPts val="1400"/>
              <a:buNone/>
              <a:defRPr/>
            </a:lvl6pPr>
            <a:lvl7pPr lvl="6" rtl="0">
              <a:spcBef>
                <a:spcPts val="500"/>
              </a:spcBef>
              <a:spcAft>
                <a:spcPts val="0"/>
              </a:spcAft>
              <a:buSzPts val="1400"/>
              <a:buNone/>
              <a:defRPr/>
            </a:lvl7pPr>
            <a:lvl8pPr lvl="7" rtl="0">
              <a:spcBef>
                <a:spcPts val="500"/>
              </a:spcBef>
              <a:spcAft>
                <a:spcPts val="0"/>
              </a:spcAft>
              <a:buSzPts val="1400"/>
              <a:buNone/>
              <a:defRPr/>
            </a:lvl8pPr>
            <a:lvl9pPr lvl="8" rtl="0">
              <a:spcBef>
                <a:spcPts val="500"/>
              </a:spcBef>
              <a:spcAft>
                <a:spcPts val="500"/>
              </a:spcAft>
              <a:buSzPts val="1400"/>
              <a:buNone/>
              <a:defRPr/>
            </a:lvl9pPr>
          </a:lstStyle>
          <a:p/>
        </p:txBody>
      </p:sp>
      <p:cxnSp>
        <p:nvCxnSpPr>
          <p:cNvPr id="1333" name="Google Shape;1333;p11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334" name="Google Shape;1334;p11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335" name="Google Shape;1335;p11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pic>
        <p:nvPicPr>
          <p:cNvPr id="1336" name="Google Shape;1336;p111"/>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1337" name="Google Shape;1337;p1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2">
  <p:cSld name="CUSTOM_4_1_3">
    <p:bg>
      <p:bgPr>
        <a:solidFill>
          <a:srgbClr val="353535"/>
        </a:solidFill>
      </p:bgPr>
    </p:bg>
    <p:spTree>
      <p:nvGrpSpPr>
        <p:cNvPr id="1338" name="Shape 1338"/>
        <p:cNvGrpSpPr/>
        <p:nvPr/>
      </p:nvGrpSpPr>
      <p:grpSpPr>
        <a:xfrm>
          <a:off x="0" y="0"/>
          <a:ext cx="0" cy="0"/>
          <a:chOff x="0" y="0"/>
          <a:chExt cx="0" cy="0"/>
        </a:xfrm>
      </p:grpSpPr>
      <p:sp>
        <p:nvSpPr>
          <p:cNvPr id="1339" name="Google Shape;1339;p112"/>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Clr>
                <a:srgbClr val="FFFFFF"/>
              </a:buClr>
              <a:buSzPts val="1600"/>
              <a:buChar char="▸"/>
              <a:defRPr>
                <a:solidFill>
                  <a:srgbClr val="FFFFFF"/>
                </a:solidFill>
              </a:defRPr>
            </a:lvl1pPr>
            <a:lvl2pPr indent="-317500" lvl="1" marL="914400" rtl="0">
              <a:lnSpc>
                <a:spcPct val="115000"/>
              </a:lnSpc>
              <a:spcBef>
                <a:spcPts val="2000"/>
              </a:spcBef>
              <a:spcAft>
                <a:spcPts val="0"/>
              </a:spcAft>
              <a:buClr>
                <a:srgbClr val="FFFFFF"/>
              </a:buClr>
              <a:buSzPts val="1400"/>
              <a:buChar char="･"/>
              <a:defRPr>
                <a:solidFill>
                  <a:srgbClr val="FFFFFF"/>
                </a:solidFill>
              </a:defRPr>
            </a:lvl2pPr>
            <a:lvl3pPr indent="-317500" lvl="2" marL="1371600" rtl="0">
              <a:lnSpc>
                <a:spcPct val="115000"/>
              </a:lnSpc>
              <a:spcBef>
                <a:spcPts val="2000"/>
              </a:spcBef>
              <a:spcAft>
                <a:spcPts val="0"/>
              </a:spcAft>
              <a:buClr>
                <a:srgbClr val="FFFFFF"/>
              </a:buClr>
              <a:buSzPts val="1400"/>
              <a:buChar char="･"/>
              <a:defRPr>
                <a:solidFill>
                  <a:srgbClr val="FFFFFF"/>
                </a:solidFill>
              </a:defRPr>
            </a:lvl3pPr>
            <a:lvl4pPr indent="-317500" lvl="3" marL="1828800" rtl="0">
              <a:lnSpc>
                <a:spcPct val="115000"/>
              </a:lnSpc>
              <a:spcBef>
                <a:spcPts val="2000"/>
              </a:spcBef>
              <a:spcAft>
                <a:spcPts val="0"/>
              </a:spcAft>
              <a:buClr>
                <a:srgbClr val="FFFFFF"/>
              </a:buClr>
              <a:buSzPts val="1400"/>
              <a:buChar char="･"/>
              <a:defRPr>
                <a:solidFill>
                  <a:srgbClr val="FFFFFF"/>
                </a:solidFill>
              </a:defRPr>
            </a:lvl4pPr>
            <a:lvl5pPr indent="-317500" lvl="4" marL="2286000" rtl="0">
              <a:lnSpc>
                <a:spcPct val="115000"/>
              </a:lnSpc>
              <a:spcBef>
                <a:spcPts val="2000"/>
              </a:spcBef>
              <a:spcAft>
                <a:spcPts val="0"/>
              </a:spcAft>
              <a:buClr>
                <a:srgbClr val="FFFFFF"/>
              </a:buClr>
              <a:buSzPts val="1400"/>
              <a:buChar char="･"/>
              <a:defRPr>
                <a:solidFill>
                  <a:srgbClr val="FFFFFF"/>
                </a:solidFill>
              </a:defRPr>
            </a:lvl5pPr>
            <a:lvl6pPr indent="-317500" lvl="5" marL="2743200" rtl="0">
              <a:lnSpc>
                <a:spcPct val="115000"/>
              </a:lnSpc>
              <a:spcBef>
                <a:spcPts val="2000"/>
              </a:spcBef>
              <a:spcAft>
                <a:spcPts val="0"/>
              </a:spcAft>
              <a:buClr>
                <a:srgbClr val="FFFFFF"/>
              </a:buClr>
              <a:buSzPts val="1400"/>
              <a:buChar char="･"/>
              <a:defRPr>
                <a:solidFill>
                  <a:srgbClr val="FFFFFF"/>
                </a:solidFill>
              </a:defRPr>
            </a:lvl6pPr>
            <a:lvl7pPr indent="-317500" lvl="6" marL="3200400" rtl="0">
              <a:lnSpc>
                <a:spcPct val="115000"/>
              </a:lnSpc>
              <a:spcBef>
                <a:spcPts val="2000"/>
              </a:spcBef>
              <a:spcAft>
                <a:spcPts val="0"/>
              </a:spcAft>
              <a:buClr>
                <a:srgbClr val="FFFFFF"/>
              </a:buClr>
              <a:buSzPts val="1400"/>
              <a:buChar char="･"/>
              <a:defRPr>
                <a:solidFill>
                  <a:srgbClr val="FFFFFF"/>
                </a:solidFill>
              </a:defRPr>
            </a:lvl7pPr>
            <a:lvl8pPr indent="-317500" lvl="7" marL="3657600" rtl="0">
              <a:lnSpc>
                <a:spcPct val="115000"/>
              </a:lnSpc>
              <a:spcBef>
                <a:spcPts val="2000"/>
              </a:spcBef>
              <a:spcAft>
                <a:spcPts val="0"/>
              </a:spcAft>
              <a:buClr>
                <a:srgbClr val="FFFFFF"/>
              </a:buClr>
              <a:buSzPts val="1400"/>
              <a:buChar char="･"/>
              <a:defRPr>
                <a:solidFill>
                  <a:srgbClr val="FFFFFF"/>
                </a:solidFill>
              </a:defRPr>
            </a:lvl8pPr>
            <a:lvl9pPr indent="-317500" lvl="8" marL="4114800" rtl="0">
              <a:lnSpc>
                <a:spcPct val="115000"/>
              </a:lnSpc>
              <a:spcBef>
                <a:spcPts val="2000"/>
              </a:spcBef>
              <a:spcAft>
                <a:spcPts val="2000"/>
              </a:spcAft>
              <a:buClr>
                <a:srgbClr val="FFFFFF"/>
              </a:buClr>
              <a:buSzPts val="1400"/>
              <a:buChar char="･"/>
              <a:defRPr>
                <a:solidFill>
                  <a:srgbClr val="FFFFFF"/>
                </a:solidFill>
              </a:defRPr>
            </a:lvl9pPr>
          </a:lstStyle>
          <a:p/>
        </p:txBody>
      </p:sp>
      <p:sp>
        <p:nvSpPr>
          <p:cNvPr id="1340" name="Google Shape;1340;p112"/>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Clr>
                <a:srgbClr val="FFFFFF"/>
              </a:buClr>
              <a:buSzPts val="1600"/>
              <a:buChar char="▸"/>
              <a:defRPr>
                <a:solidFill>
                  <a:srgbClr val="FFFFFF"/>
                </a:solidFill>
              </a:defRPr>
            </a:lvl1pPr>
            <a:lvl2pPr indent="-317500" lvl="1" marL="914400" rtl="0">
              <a:lnSpc>
                <a:spcPct val="115000"/>
              </a:lnSpc>
              <a:spcBef>
                <a:spcPts val="2000"/>
              </a:spcBef>
              <a:spcAft>
                <a:spcPts val="0"/>
              </a:spcAft>
              <a:buClr>
                <a:srgbClr val="FFFFFF"/>
              </a:buClr>
              <a:buSzPts val="1400"/>
              <a:buChar char="･"/>
              <a:defRPr>
                <a:solidFill>
                  <a:srgbClr val="FFFFFF"/>
                </a:solidFill>
              </a:defRPr>
            </a:lvl2pPr>
            <a:lvl3pPr indent="-317500" lvl="2" marL="1371600" rtl="0">
              <a:lnSpc>
                <a:spcPct val="115000"/>
              </a:lnSpc>
              <a:spcBef>
                <a:spcPts val="2000"/>
              </a:spcBef>
              <a:spcAft>
                <a:spcPts val="0"/>
              </a:spcAft>
              <a:buClr>
                <a:srgbClr val="FFFFFF"/>
              </a:buClr>
              <a:buSzPts val="1400"/>
              <a:buChar char="･"/>
              <a:defRPr>
                <a:solidFill>
                  <a:srgbClr val="FFFFFF"/>
                </a:solidFill>
              </a:defRPr>
            </a:lvl3pPr>
            <a:lvl4pPr indent="-317500" lvl="3" marL="1828800" rtl="0">
              <a:lnSpc>
                <a:spcPct val="115000"/>
              </a:lnSpc>
              <a:spcBef>
                <a:spcPts val="2000"/>
              </a:spcBef>
              <a:spcAft>
                <a:spcPts val="0"/>
              </a:spcAft>
              <a:buClr>
                <a:srgbClr val="FFFFFF"/>
              </a:buClr>
              <a:buSzPts val="1400"/>
              <a:buChar char="･"/>
              <a:defRPr>
                <a:solidFill>
                  <a:srgbClr val="FFFFFF"/>
                </a:solidFill>
              </a:defRPr>
            </a:lvl4pPr>
            <a:lvl5pPr indent="-317500" lvl="4" marL="2286000" rtl="0">
              <a:lnSpc>
                <a:spcPct val="115000"/>
              </a:lnSpc>
              <a:spcBef>
                <a:spcPts val="2000"/>
              </a:spcBef>
              <a:spcAft>
                <a:spcPts val="0"/>
              </a:spcAft>
              <a:buClr>
                <a:srgbClr val="FFFFFF"/>
              </a:buClr>
              <a:buSzPts val="1400"/>
              <a:buChar char="･"/>
              <a:defRPr>
                <a:solidFill>
                  <a:srgbClr val="FFFFFF"/>
                </a:solidFill>
              </a:defRPr>
            </a:lvl5pPr>
            <a:lvl6pPr indent="-317500" lvl="5" marL="2743200" rtl="0">
              <a:lnSpc>
                <a:spcPct val="115000"/>
              </a:lnSpc>
              <a:spcBef>
                <a:spcPts val="2000"/>
              </a:spcBef>
              <a:spcAft>
                <a:spcPts val="0"/>
              </a:spcAft>
              <a:buClr>
                <a:srgbClr val="FFFFFF"/>
              </a:buClr>
              <a:buSzPts val="1400"/>
              <a:buChar char="･"/>
              <a:defRPr>
                <a:solidFill>
                  <a:srgbClr val="FFFFFF"/>
                </a:solidFill>
              </a:defRPr>
            </a:lvl6pPr>
            <a:lvl7pPr indent="-317500" lvl="6" marL="3200400" rtl="0">
              <a:lnSpc>
                <a:spcPct val="115000"/>
              </a:lnSpc>
              <a:spcBef>
                <a:spcPts val="2000"/>
              </a:spcBef>
              <a:spcAft>
                <a:spcPts val="0"/>
              </a:spcAft>
              <a:buClr>
                <a:srgbClr val="FFFFFF"/>
              </a:buClr>
              <a:buSzPts val="1400"/>
              <a:buChar char="･"/>
              <a:defRPr>
                <a:solidFill>
                  <a:srgbClr val="FFFFFF"/>
                </a:solidFill>
              </a:defRPr>
            </a:lvl7pPr>
            <a:lvl8pPr indent="-317500" lvl="7" marL="3657600" rtl="0">
              <a:lnSpc>
                <a:spcPct val="115000"/>
              </a:lnSpc>
              <a:spcBef>
                <a:spcPts val="2000"/>
              </a:spcBef>
              <a:spcAft>
                <a:spcPts val="0"/>
              </a:spcAft>
              <a:buClr>
                <a:srgbClr val="FFFFFF"/>
              </a:buClr>
              <a:buSzPts val="1400"/>
              <a:buChar char="･"/>
              <a:defRPr>
                <a:solidFill>
                  <a:srgbClr val="FFFFFF"/>
                </a:solidFill>
              </a:defRPr>
            </a:lvl8pPr>
            <a:lvl9pPr indent="-317500" lvl="8" marL="4114800" rtl="0">
              <a:lnSpc>
                <a:spcPct val="115000"/>
              </a:lnSpc>
              <a:spcBef>
                <a:spcPts val="2000"/>
              </a:spcBef>
              <a:spcAft>
                <a:spcPts val="2000"/>
              </a:spcAft>
              <a:buClr>
                <a:srgbClr val="FFFFFF"/>
              </a:buClr>
              <a:buSzPts val="1400"/>
              <a:buChar char="･"/>
              <a:defRPr>
                <a:solidFill>
                  <a:srgbClr val="FFFFFF"/>
                </a:solidFill>
              </a:defRPr>
            </a:lvl9pPr>
          </a:lstStyle>
          <a:p/>
        </p:txBody>
      </p:sp>
      <p:sp>
        <p:nvSpPr>
          <p:cNvPr id="1341" name="Google Shape;1341;p112"/>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cxnSp>
        <p:nvCxnSpPr>
          <p:cNvPr id="1342" name="Google Shape;1342;p11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343" name="Google Shape;1343;p11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1344" name="Google Shape;1344;p11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1345" name="Google Shape;1345;p112"/>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1346" name="Google Shape;1346;p11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1347" name="Google Shape;1347;p112"/>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8" name="Shape 1348"/>
        <p:cNvGrpSpPr/>
        <p:nvPr/>
      </p:nvGrpSpPr>
      <p:grpSpPr>
        <a:xfrm>
          <a:off x="0" y="0"/>
          <a:ext cx="0" cy="0"/>
          <a:chOff x="0" y="0"/>
          <a:chExt cx="0" cy="0"/>
        </a:xfrm>
      </p:grpSpPr>
      <p:sp>
        <p:nvSpPr>
          <p:cNvPr id="1349" name="Google Shape;1349;p113"/>
          <p:cNvSpPr/>
          <p:nvPr/>
        </p:nvSpPr>
        <p:spPr>
          <a:xfrm>
            <a:off x="0" y="0"/>
            <a:ext cx="12192000" cy="15330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1350" name="Google Shape;1350;p113"/>
          <p:cNvCxnSpPr/>
          <p:nvPr/>
        </p:nvCxnSpPr>
        <p:spPr>
          <a:xfrm>
            <a:off x="0" y="1503834"/>
            <a:ext cx="12192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1351" name="Google Shape;1351;p113"/>
          <p:cNvSpPr txBox="1"/>
          <p:nvPr>
            <p:ph type="title"/>
          </p:nvPr>
        </p:nvSpPr>
        <p:spPr>
          <a:xfrm>
            <a:off x="609600" y="274638"/>
            <a:ext cx="10972800" cy="1143000"/>
          </a:xfrm>
          <a:prstGeom prst="rect">
            <a:avLst/>
          </a:prstGeom>
          <a:noFill/>
          <a:ln>
            <a:noFill/>
          </a:ln>
        </p:spPr>
        <p:txBody>
          <a:bodyPr anchorCtr="0" anchor="b" bIns="0" lIns="0" spcFirstLastPara="1" rIns="0" wrap="square" tIns="0">
            <a:noAutofit/>
          </a:bodyPr>
          <a:lstStyle>
            <a:lvl1pPr lvl="0" rtl="0" algn="l">
              <a:spcBef>
                <a:spcPts val="0"/>
              </a:spcBef>
              <a:spcAft>
                <a:spcPts val="0"/>
              </a:spcAft>
              <a:buSzPts val="3600"/>
              <a:buFont typeface="Arial"/>
              <a:buNone/>
              <a:defRPr b="1" sz="3600">
                <a:solidFill>
                  <a:schemeClr val="lt1"/>
                </a:solidFill>
                <a:latin typeface="Arial"/>
                <a:ea typeface="Arial"/>
                <a:cs typeface="Arial"/>
                <a:sym typeface="Arial"/>
              </a:defRPr>
            </a:lvl1pPr>
            <a:lvl2pPr lvl="1" rtl="0" algn="l">
              <a:spcBef>
                <a:spcPts val="0"/>
              </a:spcBef>
              <a:spcAft>
                <a:spcPts val="0"/>
              </a:spcAft>
              <a:buSzPts val="3600"/>
              <a:buFont typeface="Arial"/>
              <a:buNone/>
              <a:defRPr b="1" sz="3600">
                <a:solidFill>
                  <a:schemeClr val="lt1"/>
                </a:solidFill>
                <a:latin typeface="Arial"/>
                <a:ea typeface="Arial"/>
                <a:cs typeface="Arial"/>
                <a:sym typeface="Arial"/>
              </a:defRPr>
            </a:lvl2pPr>
            <a:lvl3pPr lvl="2" rtl="0" algn="l">
              <a:spcBef>
                <a:spcPts val="0"/>
              </a:spcBef>
              <a:spcAft>
                <a:spcPts val="0"/>
              </a:spcAft>
              <a:buSzPts val="3600"/>
              <a:buFont typeface="Arial"/>
              <a:buNone/>
              <a:defRPr b="1" sz="3600">
                <a:solidFill>
                  <a:schemeClr val="lt1"/>
                </a:solidFill>
                <a:latin typeface="Arial"/>
                <a:ea typeface="Arial"/>
                <a:cs typeface="Arial"/>
                <a:sym typeface="Arial"/>
              </a:defRPr>
            </a:lvl3pPr>
            <a:lvl4pPr lvl="3" rtl="0" algn="l">
              <a:spcBef>
                <a:spcPts val="0"/>
              </a:spcBef>
              <a:spcAft>
                <a:spcPts val="0"/>
              </a:spcAft>
              <a:buSzPts val="3600"/>
              <a:buFont typeface="Arial"/>
              <a:buNone/>
              <a:defRPr b="1" sz="3600">
                <a:solidFill>
                  <a:schemeClr val="lt1"/>
                </a:solidFill>
                <a:latin typeface="Arial"/>
                <a:ea typeface="Arial"/>
                <a:cs typeface="Arial"/>
                <a:sym typeface="Arial"/>
              </a:defRPr>
            </a:lvl4pPr>
            <a:lvl5pPr lvl="4" rtl="0" algn="l">
              <a:spcBef>
                <a:spcPts val="0"/>
              </a:spcBef>
              <a:spcAft>
                <a:spcPts val="0"/>
              </a:spcAft>
              <a:buSzPts val="3600"/>
              <a:buFont typeface="Arial"/>
              <a:buNone/>
              <a:defRPr b="1" sz="3600">
                <a:solidFill>
                  <a:schemeClr val="lt1"/>
                </a:solidFill>
                <a:latin typeface="Arial"/>
                <a:ea typeface="Arial"/>
                <a:cs typeface="Arial"/>
                <a:sym typeface="Arial"/>
              </a:defRPr>
            </a:lvl5pPr>
            <a:lvl6pPr lvl="5" rtl="0" algn="l">
              <a:spcBef>
                <a:spcPts val="0"/>
              </a:spcBef>
              <a:spcAft>
                <a:spcPts val="0"/>
              </a:spcAft>
              <a:buSzPts val="3600"/>
              <a:buFont typeface="Arial"/>
              <a:buNone/>
              <a:defRPr b="1" sz="3600">
                <a:solidFill>
                  <a:schemeClr val="lt1"/>
                </a:solidFill>
                <a:latin typeface="Arial"/>
                <a:ea typeface="Arial"/>
                <a:cs typeface="Arial"/>
                <a:sym typeface="Arial"/>
              </a:defRPr>
            </a:lvl6pPr>
            <a:lvl7pPr lvl="6" rtl="0" algn="l">
              <a:spcBef>
                <a:spcPts val="0"/>
              </a:spcBef>
              <a:spcAft>
                <a:spcPts val="0"/>
              </a:spcAft>
              <a:buSzPts val="3600"/>
              <a:buFont typeface="Arial"/>
              <a:buNone/>
              <a:defRPr b="1" sz="3600">
                <a:solidFill>
                  <a:schemeClr val="lt1"/>
                </a:solidFill>
                <a:latin typeface="Arial"/>
                <a:ea typeface="Arial"/>
                <a:cs typeface="Arial"/>
                <a:sym typeface="Arial"/>
              </a:defRPr>
            </a:lvl7pPr>
            <a:lvl8pPr lvl="7" rtl="0" algn="l">
              <a:spcBef>
                <a:spcPts val="0"/>
              </a:spcBef>
              <a:spcAft>
                <a:spcPts val="0"/>
              </a:spcAft>
              <a:buSzPts val="3600"/>
              <a:buFont typeface="Arial"/>
              <a:buNone/>
              <a:defRPr b="1" sz="3600">
                <a:solidFill>
                  <a:schemeClr val="lt1"/>
                </a:solidFill>
                <a:latin typeface="Arial"/>
                <a:ea typeface="Arial"/>
                <a:cs typeface="Arial"/>
                <a:sym typeface="Arial"/>
              </a:defRPr>
            </a:lvl8pPr>
            <a:lvl9pPr lvl="8" rtl="0" algn="l">
              <a:spcBef>
                <a:spcPts val="0"/>
              </a:spcBef>
              <a:spcAft>
                <a:spcPts val="0"/>
              </a:spcAft>
              <a:buSzPts val="3600"/>
              <a:buFont typeface="Arial"/>
              <a:buNone/>
              <a:defRPr b="1" sz="3600">
                <a:solidFill>
                  <a:schemeClr val="lt1"/>
                </a:solidFill>
                <a:latin typeface="Arial"/>
                <a:ea typeface="Arial"/>
                <a:cs typeface="Arial"/>
                <a:sym typeface="Arial"/>
              </a:defRPr>
            </a:lvl9pPr>
          </a:lstStyle>
          <a:p/>
        </p:txBody>
      </p:sp>
      <p:sp>
        <p:nvSpPr>
          <p:cNvPr id="1352" name="Google Shape;1352;p113"/>
          <p:cNvSpPr txBox="1"/>
          <p:nvPr>
            <p:ph idx="1" type="body"/>
          </p:nvPr>
        </p:nvSpPr>
        <p:spPr>
          <a:xfrm>
            <a:off x="609600" y="1600200"/>
            <a:ext cx="5325900" cy="4967700"/>
          </a:xfrm>
          <a:prstGeom prst="rect">
            <a:avLst/>
          </a:prstGeom>
          <a:noFill/>
          <a:ln>
            <a:noFill/>
          </a:ln>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17500" lvl="1" marL="914400" rtl="0">
              <a:spcBef>
                <a:spcPts val="500"/>
              </a:spcBef>
              <a:spcAft>
                <a:spcPts val="0"/>
              </a:spcAft>
              <a:buSzPts val="1400"/>
              <a:buChar char="･"/>
              <a:defRPr/>
            </a:lvl2pPr>
            <a:lvl3pPr indent="-317500" lvl="2" marL="1371600" rtl="0">
              <a:spcBef>
                <a:spcPts val="500"/>
              </a:spcBef>
              <a:spcAft>
                <a:spcPts val="0"/>
              </a:spcAft>
              <a:buSzPts val="1400"/>
              <a:buChar char="･"/>
              <a:defRPr/>
            </a:lvl3pPr>
            <a:lvl4pPr indent="-317500" lvl="3" marL="1828800" rtl="0">
              <a:spcBef>
                <a:spcPts val="500"/>
              </a:spcBef>
              <a:spcAft>
                <a:spcPts val="0"/>
              </a:spcAft>
              <a:buSzPts val="1400"/>
              <a:buChar char="･"/>
              <a:defRPr/>
            </a:lvl4pPr>
            <a:lvl5pPr indent="-317500" lvl="4" marL="2286000" rtl="0">
              <a:spcBef>
                <a:spcPts val="500"/>
              </a:spcBef>
              <a:spcAft>
                <a:spcPts val="0"/>
              </a:spcAft>
              <a:buSzPts val="1400"/>
              <a:buChar char="･"/>
              <a:defRPr sz="1800"/>
            </a:lvl5pPr>
            <a:lvl6pPr indent="-317500" lvl="5" marL="2743200" rtl="0">
              <a:spcBef>
                <a:spcPts val="500"/>
              </a:spcBef>
              <a:spcAft>
                <a:spcPts val="0"/>
              </a:spcAft>
              <a:buSzPts val="1400"/>
              <a:buChar char="･"/>
              <a:defRPr sz="1800"/>
            </a:lvl6pPr>
            <a:lvl7pPr indent="-317500" lvl="6" marL="3200400" rtl="0">
              <a:spcBef>
                <a:spcPts val="500"/>
              </a:spcBef>
              <a:spcAft>
                <a:spcPts val="0"/>
              </a:spcAft>
              <a:buSzPts val="1400"/>
              <a:buChar char="･"/>
              <a:defRPr sz="1800"/>
            </a:lvl7pPr>
            <a:lvl8pPr indent="-317500" lvl="7" marL="3657600" rtl="0">
              <a:spcBef>
                <a:spcPts val="500"/>
              </a:spcBef>
              <a:spcAft>
                <a:spcPts val="0"/>
              </a:spcAft>
              <a:buSzPts val="1400"/>
              <a:buChar char="･"/>
              <a:defRPr sz="1800"/>
            </a:lvl8pPr>
            <a:lvl9pPr indent="-317500" lvl="8" marL="4114800" rtl="0">
              <a:spcBef>
                <a:spcPts val="500"/>
              </a:spcBef>
              <a:spcAft>
                <a:spcPts val="500"/>
              </a:spcAft>
              <a:buSzPts val="1400"/>
              <a:buChar char="･"/>
              <a:defRPr sz="1800"/>
            </a:lvl9pPr>
          </a:lstStyle>
          <a:p/>
        </p:txBody>
      </p:sp>
      <p:sp>
        <p:nvSpPr>
          <p:cNvPr id="1353" name="Google Shape;1353;p113"/>
          <p:cNvSpPr txBox="1"/>
          <p:nvPr>
            <p:ph idx="2" type="body"/>
          </p:nvPr>
        </p:nvSpPr>
        <p:spPr>
          <a:xfrm>
            <a:off x="6256365" y="1600200"/>
            <a:ext cx="5325900" cy="4967700"/>
          </a:xfrm>
          <a:prstGeom prst="rect">
            <a:avLst/>
          </a:prstGeom>
          <a:noFill/>
          <a:ln>
            <a:noFill/>
          </a:ln>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17500" lvl="1" marL="914400" rtl="0">
              <a:spcBef>
                <a:spcPts val="500"/>
              </a:spcBef>
              <a:spcAft>
                <a:spcPts val="0"/>
              </a:spcAft>
              <a:buSzPts val="1400"/>
              <a:buChar char="･"/>
              <a:defRPr/>
            </a:lvl2pPr>
            <a:lvl3pPr indent="-317500" lvl="2" marL="1371600" rtl="0">
              <a:spcBef>
                <a:spcPts val="500"/>
              </a:spcBef>
              <a:spcAft>
                <a:spcPts val="0"/>
              </a:spcAft>
              <a:buSzPts val="1400"/>
              <a:buChar char="･"/>
              <a:defRPr/>
            </a:lvl3pPr>
            <a:lvl4pPr indent="-317500" lvl="3" marL="1828800" rtl="0">
              <a:spcBef>
                <a:spcPts val="500"/>
              </a:spcBef>
              <a:spcAft>
                <a:spcPts val="0"/>
              </a:spcAft>
              <a:buSzPts val="1400"/>
              <a:buChar char="･"/>
              <a:defRPr/>
            </a:lvl4pPr>
            <a:lvl5pPr indent="-317500" lvl="4" marL="2286000" rtl="0">
              <a:spcBef>
                <a:spcPts val="500"/>
              </a:spcBef>
              <a:spcAft>
                <a:spcPts val="0"/>
              </a:spcAft>
              <a:buSzPts val="1400"/>
              <a:buChar char="･"/>
              <a:defRPr sz="1800"/>
            </a:lvl5pPr>
            <a:lvl6pPr indent="-317500" lvl="5" marL="2743200" rtl="0">
              <a:spcBef>
                <a:spcPts val="500"/>
              </a:spcBef>
              <a:spcAft>
                <a:spcPts val="0"/>
              </a:spcAft>
              <a:buSzPts val="1400"/>
              <a:buChar char="･"/>
              <a:defRPr sz="1800"/>
            </a:lvl6pPr>
            <a:lvl7pPr indent="-317500" lvl="6" marL="3200400" rtl="0">
              <a:spcBef>
                <a:spcPts val="500"/>
              </a:spcBef>
              <a:spcAft>
                <a:spcPts val="0"/>
              </a:spcAft>
              <a:buSzPts val="1400"/>
              <a:buChar char="･"/>
              <a:defRPr sz="1800"/>
            </a:lvl7pPr>
            <a:lvl8pPr indent="-317500" lvl="7" marL="3657600" rtl="0">
              <a:spcBef>
                <a:spcPts val="500"/>
              </a:spcBef>
              <a:spcAft>
                <a:spcPts val="0"/>
              </a:spcAft>
              <a:buSzPts val="1400"/>
              <a:buChar char="･"/>
              <a:defRPr sz="1800"/>
            </a:lvl8pPr>
            <a:lvl9pPr indent="-317500" lvl="8" marL="4114800" rtl="0">
              <a:spcBef>
                <a:spcPts val="500"/>
              </a:spcBef>
              <a:spcAft>
                <a:spcPts val="500"/>
              </a:spcAft>
              <a:buSzPts val="1400"/>
              <a:buChar char="･"/>
              <a:defRPr sz="1800"/>
            </a:lvl9pPr>
          </a:lstStyle>
          <a:p/>
        </p:txBody>
      </p:sp>
      <p:sp>
        <p:nvSpPr>
          <p:cNvPr id="1354" name="Google Shape;1354;p113"/>
          <p:cNvSpPr txBox="1"/>
          <p:nvPr>
            <p:ph idx="12" type="sldNum"/>
          </p:nvPr>
        </p:nvSpPr>
        <p:spPr>
          <a:xfrm>
            <a:off x="11409045" y="6333134"/>
            <a:ext cx="731700" cy="525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4">
  <p:cSld name="CUSTOM_4_17_6">
    <p:spTree>
      <p:nvGrpSpPr>
        <p:cNvPr id="1355" name="Shape 1355"/>
        <p:cNvGrpSpPr/>
        <p:nvPr/>
      </p:nvGrpSpPr>
      <p:grpSpPr>
        <a:xfrm>
          <a:off x="0" y="0"/>
          <a:ext cx="0" cy="0"/>
          <a:chOff x="0" y="0"/>
          <a:chExt cx="0" cy="0"/>
        </a:xfrm>
      </p:grpSpPr>
      <p:sp>
        <p:nvSpPr>
          <p:cNvPr id="1356" name="Google Shape;1356;p114"/>
          <p:cNvSpPr/>
          <p:nvPr/>
        </p:nvSpPr>
        <p:spPr>
          <a:xfrm>
            <a:off x="25" y="3838975"/>
            <a:ext cx="12192000" cy="30189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1357" name="Google Shape;1357;p1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358" name="Google Shape;1358;p11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359" name="Google Shape;1359;p11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360" name="Google Shape;1360;p11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361" name="Google Shape;1361;p11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362" name="Google Shape;1362;p11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363" name="Google Shape;1363;p11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364" name="Google Shape;1364;p11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365" name="Google Shape;1365;p114"/>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1369" name="Shape 1369"/>
        <p:cNvGrpSpPr/>
        <p:nvPr/>
      </p:nvGrpSpPr>
      <p:grpSpPr>
        <a:xfrm>
          <a:off x="0" y="0"/>
          <a:ext cx="0" cy="0"/>
          <a:chOff x="0" y="0"/>
          <a:chExt cx="0" cy="0"/>
        </a:xfrm>
      </p:grpSpPr>
      <p:sp>
        <p:nvSpPr>
          <p:cNvPr id="1370" name="Google Shape;1370;p11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16"/>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372" name="Google Shape;1372;p116"/>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1373" name="Google Shape;1373;p116"/>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1374" name="Google Shape;1374;p116"/>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1375" name="Google Shape;1375;p116"/>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376" name="Google Shape;1376;p11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377" name="Google Shape;1377;p1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1378" name="Shape 1378"/>
        <p:cNvGrpSpPr/>
        <p:nvPr/>
      </p:nvGrpSpPr>
      <p:grpSpPr>
        <a:xfrm>
          <a:off x="0" y="0"/>
          <a:ext cx="0" cy="0"/>
          <a:chOff x="0" y="0"/>
          <a:chExt cx="0" cy="0"/>
        </a:xfrm>
      </p:grpSpPr>
      <p:sp>
        <p:nvSpPr>
          <p:cNvPr id="1379" name="Google Shape;1379;p11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17"/>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400"/>
              <a:buNone/>
              <a:defRPr sz="1400">
                <a:solidFill>
                  <a:schemeClr val="lt1"/>
                </a:solidFill>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1381" name="Google Shape;1381;p117"/>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000">
                <a:solidFill>
                  <a:schemeClr val="lt1"/>
                </a:solidFill>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1382" name="Google Shape;1382;p117"/>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1383" name="Google Shape;1383;p117"/>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1384" name="Google Shape;1384;p117"/>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1385" name="Google Shape;1385;p117"/>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1386" name="Google Shape;1386;p117"/>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
        <p:nvSpPr>
          <p:cNvPr id="1387" name="Google Shape;1387;p117"/>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linkedin.com/company/red-hat</a:t>
            </a:r>
            <a:endParaRPr>
              <a:solidFill>
                <a:schemeClr val="lt1"/>
              </a:solidFill>
              <a:latin typeface="Red Hat Text"/>
              <a:ea typeface="Red Hat Text"/>
              <a:cs typeface="Red Hat Text"/>
              <a:sym typeface="Red Hat Text"/>
            </a:endParaRPr>
          </a:p>
        </p:txBody>
      </p:sp>
      <p:sp>
        <p:nvSpPr>
          <p:cNvPr id="1388" name="Google Shape;1388;p117"/>
          <p:cNvSpPr txBox="1"/>
          <p:nvPr/>
        </p:nvSpPr>
        <p:spPr>
          <a:xfrm>
            <a:off x="7960472" y="27678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youtube.com/user/RedHatVideos</a:t>
            </a:r>
            <a:endParaRPr>
              <a:solidFill>
                <a:schemeClr val="lt1"/>
              </a:solidFill>
              <a:latin typeface="Red Hat Text"/>
              <a:ea typeface="Red Hat Text"/>
              <a:cs typeface="Red Hat Text"/>
              <a:sym typeface="Red Hat Text"/>
            </a:endParaRPr>
          </a:p>
        </p:txBody>
      </p:sp>
      <p:sp>
        <p:nvSpPr>
          <p:cNvPr id="1389" name="Google Shape;1389;p117"/>
          <p:cNvSpPr txBox="1"/>
          <p:nvPr/>
        </p:nvSpPr>
        <p:spPr>
          <a:xfrm>
            <a:off x="7960472" y="35359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facebook.com/redhatinc</a:t>
            </a:r>
            <a:endParaRPr>
              <a:solidFill>
                <a:schemeClr val="lt1"/>
              </a:solidFill>
              <a:latin typeface="Red Hat Text"/>
              <a:ea typeface="Red Hat Text"/>
              <a:cs typeface="Red Hat Text"/>
              <a:sym typeface="Red Hat Text"/>
            </a:endParaRPr>
          </a:p>
        </p:txBody>
      </p:sp>
      <p:sp>
        <p:nvSpPr>
          <p:cNvPr id="1390" name="Google Shape;1390;p117"/>
          <p:cNvSpPr txBox="1"/>
          <p:nvPr/>
        </p:nvSpPr>
        <p:spPr>
          <a:xfrm>
            <a:off x="7960472" y="43039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twitter.com/RedHat</a:t>
            </a:r>
            <a:endParaRPr>
              <a:solidFill>
                <a:schemeClr val="lt1"/>
              </a:solidFill>
              <a:latin typeface="Red Hat Text"/>
              <a:ea typeface="Red Hat Text"/>
              <a:cs typeface="Red Hat Text"/>
              <a:sym typeface="Red Hat Text"/>
            </a:endParaRPr>
          </a:p>
        </p:txBody>
      </p:sp>
      <p:cxnSp>
        <p:nvCxnSpPr>
          <p:cNvPr id="1391" name="Google Shape;1391;p117"/>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1392" name="Google Shape;1392;p117"/>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1393" name="Google Shape;1393;p1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1394" name="Shape 1394"/>
        <p:cNvGrpSpPr/>
        <p:nvPr/>
      </p:nvGrpSpPr>
      <p:grpSpPr>
        <a:xfrm>
          <a:off x="0" y="0"/>
          <a:ext cx="0" cy="0"/>
          <a:chOff x="0" y="0"/>
          <a:chExt cx="0" cy="0"/>
        </a:xfrm>
      </p:grpSpPr>
      <p:sp>
        <p:nvSpPr>
          <p:cNvPr id="1395" name="Google Shape;1395;p118"/>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18"/>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1397" name="Google Shape;1397;p118"/>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1398" name="Google Shape;1398;p118"/>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1399" name="Google Shape;1399;p118"/>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1400" name="Google Shape;1400;p118"/>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401" name="Google Shape;1401;p11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402" name="Google Shape;1402;p1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1403" name="Shape 1403"/>
        <p:cNvGrpSpPr/>
        <p:nvPr/>
      </p:nvGrpSpPr>
      <p:grpSpPr>
        <a:xfrm>
          <a:off x="0" y="0"/>
          <a:ext cx="0" cy="0"/>
          <a:chOff x="0" y="0"/>
          <a:chExt cx="0" cy="0"/>
        </a:xfrm>
      </p:grpSpPr>
      <p:sp>
        <p:nvSpPr>
          <p:cNvPr id="1404" name="Google Shape;1404;p11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19"/>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400"/>
              <a:buNone/>
              <a:defRPr sz="1400">
                <a:solidFill>
                  <a:schemeClr val="lt1"/>
                </a:solidFill>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1406" name="Google Shape;1406;p119"/>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000">
                <a:solidFill>
                  <a:schemeClr val="lt1"/>
                </a:solidFill>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1407" name="Google Shape;1407;p119"/>
          <p:cNvPicPr preferRelativeResize="0"/>
          <p:nvPr/>
        </p:nvPicPr>
        <p:blipFill>
          <a:blip r:embed="rId3">
            <a:alphaModFix/>
          </a:blip>
          <a:stretch>
            <a:fillRect/>
          </a:stretch>
        </p:blipFill>
        <p:spPr>
          <a:xfrm>
            <a:off x="10106850" y="6203986"/>
            <a:ext cx="1580275" cy="372766"/>
          </a:xfrm>
          <a:prstGeom prst="rect">
            <a:avLst/>
          </a:prstGeom>
          <a:noFill/>
          <a:ln>
            <a:noFill/>
          </a:ln>
        </p:spPr>
      </p:pic>
      <p:sp>
        <p:nvSpPr>
          <p:cNvPr id="1408" name="Google Shape;1408;p119"/>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linkedin.com/company/red-hat</a:t>
            </a:r>
            <a:endParaRPr>
              <a:solidFill>
                <a:schemeClr val="lt1"/>
              </a:solidFill>
              <a:latin typeface="Red Hat Text"/>
              <a:ea typeface="Red Hat Text"/>
              <a:cs typeface="Red Hat Text"/>
              <a:sym typeface="Red Hat Text"/>
            </a:endParaRPr>
          </a:p>
        </p:txBody>
      </p:sp>
      <p:sp>
        <p:nvSpPr>
          <p:cNvPr id="1409" name="Google Shape;1409;p119"/>
          <p:cNvSpPr txBox="1"/>
          <p:nvPr/>
        </p:nvSpPr>
        <p:spPr>
          <a:xfrm>
            <a:off x="7960472" y="27678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youtube.com/user/RedHatVideos</a:t>
            </a:r>
            <a:endParaRPr>
              <a:solidFill>
                <a:schemeClr val="lt1"/>
              </a:solidFill>
              <a:latin typeface="Red Hat Text"/>
              <a:ea typeface="Red Hat Text"/>
              <a:cs typeface="Red Hat Text"/>
              <a:sym typeface="Red Hat Text"/>
            </a:endParaRPr>
          </a:p>
        </p:txBody>
      </p:sp>
      <p:sp>
        <p:nvSpPr>
          <p:cNvPr id="1410" name="Google Shape;1410;p119"/>
          <p:cNvSpPr txBox="1"/>
          <p:nvPr/>
        </p:nvSpPr>
        <p:spPr>
          <a:xfrm>
            <a:off x="7960472" y="35359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facebook.com/redhatinc</a:t>
            </a:r>
            <a:endParaRPr>
              <a:solidFill>
                <a:schemeClr val="lt1"/>
              </a:solidFill>
              <a:latin typeface="Red Hat Text"/>
              <a:ea typeface="Red Hat Text"/>
              <a:cs typeface="Red Hat Text"/>
              <a:sym typeface="Red Hat Text"/>
            </a:endParaRPr>
          </a:p>
        </p:txBody>
      </p:sp>
      <p:sp>
        <p:nvSpPr>
          <p:cNvPr id="1411" name="Google Shape;1411;p119"/>
          <p:cNvSpPr txBox="1"/>
          <p:nvPr/>
        </p:nvSpPr>
        <p:spPr>
          <a:xfrm>
            <a:off x="7960472" y="43039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twitter.com/RedHat</a:t>
            </a:r>
            <a:endParaRPr>
              <a:solidFill>
                <a:schemeClr val="lt1"/>
              </a:solidFill>
              <a:latin typeface="Red Hat Text"/>
              <a:ea typeface="Red Hat Text"/>
              <a:cs typeface="Red Hat Text"/>
              <a:sym typeface="Red Hat Text"/>
            </a:endParaRPr>
          </a:p>
        </p:txBody>
      </p:sp>
      <p:cxnSp>
        <p:nvCxnSpPr>
          <p:cNvPr id="1412" name="Google Shape;1412;p119"/>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1413" name="Google Shape;1413;p11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414" name="Google Shape;1414;p1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15" name="Google Shape;1415;p119"/>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1416" name="Google Shape;1416;p119"/>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1417" name="Google Shape;1417;p119"/>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1418" name="Google Shape;1418;p119"/>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1419" name="Shape 1419"/>
        <p:cNvGrpSpPr/>
        <p:nvPr/>
      </p:nvGrpSpPr>
      <p:grpSpPr>
        <a:xfrm>
          <a:off x="0" y="0"/>
          <a:ext cx="0" cy="0"/>
          <a:chOff x="0" y="0"/>
          <a:chExt cx="0" cy="0"/>
        </a:xfrm>
      </p:grpSpPr>
      <p:sp>
        <p:nvSpPr>
          <p:cNvPr id="1420" name="Google Shape;1420;p120"/>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21" name="Google Shape;1421;p120"/>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422" name="Google Shape;1422;p120"/>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423" name="Google Shape;1423;p120"/>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Clr>
                <a:schemeClr val="dk1"/>
              </a:buClr>
              <a:buSzPts val="1800"/>
              <a:buNone/>
              <a:defRPr sz="1800">
                <a:solidFill>
                  <a:schemeClr val="dk1"/>
                </a:solidFill>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1424" name="Google Shape;1424;p120"/>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1425" name="Google Shape;1425;p120"/>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200"/>
              <a:buNone/>
              <a:defRPr sz="1200">
                <a:solidFill>
                  <a:schemeClr val="dk1"/>
                </a:solidFill>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1426" name="Google Shape;1426;p120"/>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427" name="Google Shape;1427;p1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1428" name="Shape 1428"/>
        <p:cNvGrpSpPr/>
        <p:nvPr/>
      </p:nvGrpSpPr>
      <p:grpSpPr>
        <a:xfrm>
          <a:off x="0" y="0"/>
          <a:ext cx="0" cy="0"/>
          <a:chOff x="0" y="0"/>
          <a:chExt cx="0" cy="0"/>
        </a:xfrm>
      </p:grpSpPr>
      <p:sp>
        <p:nvSpPr>
          <p:cNvPr id="1429" name="Google Shape;1429;p121"/>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30" name="Google Shape;1430;p121"/>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1431" name="Google Shape;1431;p121"/>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432" name="Google Shape;1432;p121"/>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1433" name="Google Shape;1433;p121"/>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434" name="Google Shape;1434;p121"/>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dk1"/>
              </a:buClr>
              <a:buSzPts val="1400"/>
              <a:buNone/>
              <a:defRPr sz="1400">
                <a:solidFill>
                  <a:schemeClr val="dk1"/>
                </a:solidFill>
              </a:defRPr>
            </a:lvl1pPr>
            <a:lvl2pPr lvl="1" rtl="0">
              <a:lnSpc>
                <a:spcPct val="180000"/>
              </a:lnSpc>
              <a:spcBef>
                <a:spcPts val="0"/>
              </a:spcBef>
              <a:spcAft>
                <a:spcPts val="0"/>
              </a:spcAft>
              <a:buClr>
                <a:schemeClr val="dk1"/>
              </a:buClr>
              <a:buSzPts val="1400"/>
              <a:buNone/>
              <a:defRPr sz="1400">
                <a:solidFill>
                  <a:schemeClr val="dk1"/>
                </a:solidFill>
              </a:defRPr>
            </a:lvl2pPr>
            <a:lvl3pPr lvl="2" rtl="0">
              <a:lnSpc>
                <a:spcPct val="180000"/>
              </a:lnSpc>
              <a:spcBef>
                <a:spcPts val="0"/>
              </a:spcBef>
              <a:spcAft>
                <a:spcPts val="0"/>
              </a:spcAft>
              <a:buClr>
                <a:schemeClr val="dk1"/>
              </a:buClr>
              <a:buSzPts val="1400"/>
              <a:buNone/>
              <a:defRPr sz="1400">
                <a:solidFill>
                  <a:schemeClr val="dk1"/>
                </a:solidFill>
              </a:defRPr>
            </a:lvl3pPr>
            <a:lvl4pPr lvl="3" rtl="0">
              <a:lnSpc>
                <a:spcPct val="180000"/>
              </a:lnSpc>
              <a:spcBef>
                <a:spcPts val="0"/>
              </a:spcBef>
              <a:spcAft>
                <a:spcPts val="0"/>
              </a:spcAft>
              <a:buClr>
                <a:schemeClr val="dk1"/>
              </a:buClr>
              <a:buSzPts val="1400"/>
              <a:buNone/>
              <a:defRPr sz="1400">
                <a:solidFill>
                  <a:schemeClr val="dk1"/>
                </a:solidFill>
              </a:defRPr>
            </a:lvl4pPr>
            <a:lvl5pPr lvl="4" rtl="0">
              <a:lnSpc>
                <a:spcPct val="180000"/>
              </a:lnSpc>
              <a:spcBef>
                <a:spcPts val="0"/>
              </a:spcBef>
              <a:spcAft>
                <a:spcPts val="0"/>
              </a:spcAft>
              <a:buClr>
                <a:schemeClr val="dk1"/>
              </a:buClr>
              <a:buSzPts val="1400"/>
              <a:buNone/>
              <a:defRPr sz="1400">
                <a:solidFill>
                  <a:schemeClr val="dk1"/>
                </a:solidFill>
              </a:defRPr>
            </a:lvl5pPr>
            <a:lvl6pPr lvl="5" rtl="0">
              <a:lnSpc>
                <a:spcPct val="180000"/>
              </a:lnSpc>
              <a:spcBef>
                <a:spcPts val="0"/>
              </a:spcBef>
              <a:spcAft>
                <a:spcPts val="0"/>
              </a:spcAft>
              <a:buClr>
                <a:schemeClr val="dk1"/>
              </a:buClr>
              <a:buSzPts val="1400"/>
              <a:buNone/>
              <a:defRPr sz="1400">
                <a:solidFill>
                  <a:schemeClr val="dk1"/>
                </a:solidFill>
              </a:defRPr>
            </a:lvl6pPr>
            <a:lvl7pPr lvl="6" rtl="0">
              <a:lnSpc>
                <a:spcPct val="180000"/>
              </a:lnSpc>
              <a:spcBef>
                <a:spcPts val="0"/>
              </a:spcBef>
              <a:spcAft>
                <a:spcPts val="0"/>
              </a:spcAft>
              <a:buClr>
                <a:schemeClr val="dk1"/>
              </a:buClr>
              <a:buSzPts val="1400"/>
              <a:buNone/>
              <a:defRPr sz="1400">
                <a:solidFill>
                  <a:schemeClr val="dk1"/>
                </a:solidFill>
              </a:defRPr>
            </a:lvl7pPr>
            <a:lvl8pPr lvl="7" rtl="0">
              <a:lnSpc>
                <a:spcPct val="180000"/>
              </a:lnSpc>
              <a:spcBef>
                <a:spcPts val="0"/>
              </a:spcBef>
              <a:spcAft>
                <a:spcPts val="0"/>
              </a:spcAft>
              <a:buClr>
                <a:schemeClr val="dk1"/>
              </a:buClr>
              <a:buSzPts val="1400"/>
              <a:buNone/>
              <a:defRPr sz="1400">
                <a:solidFill>
                  <a:schemeClr val="dk1"/>
                </a:solidFill>
              </a:defRPr>
            </a:lvl8pPr>
            <a:lvl9pPr lvl="8" rtl="0">
              <a:lnSpc>
                <a:spcPct val="180000"/>
              </a:lnSpc>
              <a:spcBef>
                <a:spcPts val="0"/>
              </a:spcBef>
              <a:spcAft>
                <a:spcPts val="0"/>
              </a:spcAft>
              <a:buClr>
                <a:schemeClr val="dk1"/>
              </a:buClr>
              <a:buSzPts val="1400"/>
              <a:buNone/>
              <a:defRPr sz="1400">
                <a:solidFill>
                  <a:schemeClr val="dk1"/>
                </a:solidFill>
              </a:defRPr>
            </a:lvl9pPr>
          </a:lstStyle>
          <a:p/>
        </p:txBody>
      </p:sp>
      <p:sp>
        <p:nvSpPr>
          <p:cNvPr id="1435" name="Google Shape;1435;p121"/>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linkedin.com/company/red-hat</a:t>
            </a:r>
            <a:endParaRPr sz="1200">
              <a:solidFill>
                <a:schemeClr val="dk1"/>
              </a:solidFill>
              <a:latin typeface="Red Hat Text"/>
              <a:ea typeface="Red Hat Text"/>
              <a:cs typeface="Red Hat Text"/>
              <a:sym typeface="Red Hat Text"/>
            </a:endParaRPr>
          </a:p>
        </p:txBody>
      </p:sp>
      <p:sp>
        <p:nvSpPr>
          <p:cNvPr id="1436" name="Google Shape;1436;p121"/>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youtube.com/user/RedHatVideos</a:t>
            </a:r>
            <a:endParaRPr sz="1200">
              <a:solidFill>
                <a:schemeClr val="dk1"/>
              </a:solidFill>
              <a:latin typeface="Red Hat Text"/>
              <a:ea typeface="Red Hat Text"/>
              <a:cs typeface="Red Hat Text"/>
              <a:sym typeface="Red Hat Text"/>
            </a:endParaRPr>
          </a:p>
        </p:txBody>
      </p:sp>
      <p:sp>
        <p:nvSpPr>
          <p:cNvPr id="1437" name="Google Shape;1437;p121"/>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1438" name="Google Shape;1438;p121"/>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twitter.com/RedHat</a:t>
            </a:r>
            <a:endParaRPr sz="1200">
              <a:solidFill>
                <a:schemeClr val="dk1"/>
              </a:solidFill>
              <a:latin typeface="Red Hat Text"/>
              <a:ea typeface="Red Hat Text"/>
              <a:cs typeface="Red Hat Text"/>
              <a:sym typeface="Red Hat Text"/>
            </a:endParaRPr>
          </a:p>
        </p:txBody>
      </p:sp>
      <p:pic>
        <p:nvPicPr>
          <p:cNvPr id="1439" name="Google Shape;1439;p121"/>
          <p:cNvPicPr preferRelativeResize="0"/>
          <p:nvPr/>
        </p:nvPicPr>
        <p:blipFill rotWithShape="1">
          <a:blip r:embed="rId4">
            <a:alphaModFix/>
          </a:blip>
          <a:srcRect b="0" l="2508" r="2498" t="0"/>
          <a:stretch/>
        </p:blipFill>
        <p:spPr>
          <a:xfrm>
            <a:off x="8586459" y="5174306"/>
            <a:ext cx="229075" cy="241150"/>
          </a:xfrm>
          <a:prstGeom prst="rect">
            <a:avLst/>
          </a:prstGeom>
          <a:noFill/>
          <a:ln>
            <a:noFill/>
          </a:ln>
        </p:spPr>
      </p:pic>
      <p:pic>
        <p:nvPicPr>
          <p:cNvPr id="1440" name="Google Shape;1440;p121"/>
          <p:cNvPicPr preferRelativeResize="0"/>
          <p:nvPr/>
        </p:nvPicPr>
        <p:blipFill rotWithShape="1">
          <a:blip r:embed="rId5">
            <a:alphaModFix/>
          </a:blip>
          <a:srcRect b="0" l="2678" r="2678" t="0"/>
          <a:stretch/>
        </p:blipFill>
        <p:spPr>
          <a:xfrm>
            <a:off x="8586459" y="4669206"/>
            <a:ext cx="229075" cy="241150"/>
          </a:xfrm>
          <a:prstGeom prst="rect">
            <a:avLst/>
          </a:prstGeom>
          <a:noFill/>
          <a:ln>
            <a:noFill/>
          </a:ln>
        </p:spPr>
      </p:pic>
      <p:pic>
        <p:nvPicPr>
          <p:cNvPr id="1441" name="Google Shape;1441;p121"/>
          <p:cNvPicPr preferRelativeResize="0"/>
          <p:nvPr/>
        </p:nvPicPr>
        <p:blipFill rotWithShape="1">
          <a:blip r:embed="rId6">
            <a:alphaModFix/>
          </a:blip>
          <a:srcRect b="0" l="2508" r="2498" t="0"/>
          <a:stretch/>
        </p:blipFill>
        <p:spPr>
          <a:xfrm>
            <a:off x="5660534" y="5174306"/>
            <a:ext cx="229075" cy="241150"/>
          </a:xfrm>
          <a:prstGeom prst="rect">
            <a:avLst/>
          </a:prstGeom>
          <a:noFill/>
          <a:ln>
            <a:noFill/>
          </a:ln>
        </p:spPr>
      </p:pic>
      <p:pic>
        <p:nvPicPr>
          <p:cNvPr id="1442" name="Google Shape;1442;p121"/>
          <p:cNvPicPr preferRelativeResize="0"/>
          <p:nvPr/>
        </p:nvPicPr>
        <p:blipFill rotWithShape="1">
          <a:blip r:embed="rId7">
            <a:alphaModFix/>
          </a:blip>
          <a:srcRect b="0" l="2326" r="2326" t="0"/>
          <a:stretch/>
        </p:blipFill>
        <p:spPr>
          <a:xfrm>
            <a:off x="5660534" y="4669206"/>
            <a:ext cx="229075" cy="241150"/>
          </a:xfrm>
          <a:prstGeom prst="rect">
            <a:avLst/>
          </a:prstGeom>
          <a:noFill/>
          <a:ln>
            <a:noFill/>
          </a:ln>
        </p:spPr>
      </p:pic>
      <p:sp>
        <p:nvSpPr>
          <p:cNvPr id="1443" name="Google Shape;1443;p1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1444" name="Shape 1444"/>
        <p:cNvGrpSpPr/>
        <p:nvPr/>
      </p:nvGrpSpPr>
      <p:grpSpPr>
        <a:xfrm>
          <a:off x="0" y="0"/>
          <a:ext cx="0" cy="0"/>
          <a:chOff x="0" y="0"/>
          <a:chExt cx="0" cy="0"/>
        </a:xfrm>
      </p:grpSpPr>
      <p:sp>
        <p:nvSpPr>
          <p:cNvPr id="1445" name="Google Shape;1445;p122"/>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1446" name="Google Shape;1446;p12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447" name="Google Shape;1447;p12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448" name="Google Shape;1448;p1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449" name="Google Shape;1449;p122"/>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141414"/>
                </a:solidFill>
              </a:defRPr>
            </a:lvl1pPr>
            <a:lvl2pPr lvl="1" rtl="0">
              <a:lnSpc>
                <a:spcPct val="174000"/>
              </a:lnSpc>
              <a:spcBef>
                <a:spcPts val="0"/>
              </a:spcBef>
              <a:spcAft>
                <a:spcPts val="0"/>
              </a:spcAft>
              <a:buNone/>
              <a:defRPr sz="1400">
                <a:solidFill>
                  <a:srgbClr val="141414"/>
                </a:solidFill>
              </a:defRPr>
            </a:lvl2pPr>
            <a:lvl3pPr lvl="2" rtl="0">
              <a:lnSpc>
                <a:spcPct val="174000"/>
              </a:lnSpc>
              <a:spcBef>
                <a:spcPts val="0"/>
              </a:spcBef>
              <a:spcAft>
                <a:spcPts val="0"/>
              </a:spcAft>
              <a:buNone/>
              <a:defRPr sz="1400">
                <a:solidFill>
                  <a:srgbClr val="141414"/>
                </a:solidFill>
              </a:defRPr>
            </a:lvl3pPr>
            <a:lvl4pPr lvl="3" rtl="0">
              <a:lnSpc>
                <a:spcPct val="174000"/>
              </a:lnSpc>
              <a:spcBef>
                <a:spcPts val="0"/>
              </a:spcBef>
              <a:spcAft>
                <a:spcPts val="0"/>
              </a:spcAft>
              <a:buNone/>
              <a:defRPr sz="1400">
                <a:solidFill>
                  <a:srgbClr val="141414"/>
                </a:solidFill>
              </a:defRPr>
            </a:lvl4pPr>
            <a:lvl5pPr lvl="4" rtl="0">
              <a:lnSpc>
                <a:spcPct val="174000"/>
              </a:lnSpc>
              <a:spcBef>
                <a:spcPts val="0"/>
              </a:spcBef>
              <a:spcAft>
                <a:spcPts val="0"/>
              </a:spcAft>
              <a:buNone/>
              <a:defRPr sz="1400">
                <a:solidFill>
                  <a:srgbClr val="141414"/>
                </a:solidFill>
              </a:defRPr>
            </a:lvl5pPr>
            <a:lvl6pPr lvl="5" rtl="0">
              <a:lnSpc>
                <a:spcPct val="174000"/>
              </a:lnSpc>
              <a:spcBef>
                <a:spcPts val="0"/>
              </a:spcBef>
              <a:spcAft>
                <a:spcPts val="0"/>
              </a:spcAft>
              <a:buNone/>
              <a:defRPr sz="1400">
                <a:solidFill>
                  <a:srgbClr val="141414"/>
                </a:solidFill>
              </a:defRPr>
            </a:lvl6pPr>
            <a:lvl7pPr lvl="6" rtl="0">
              <a:lnSpc>
                <a:spcPct val="174000"/>
              </a:lnSpc>
              <a:spcBef>
                <a:spcPts val="0"/>
              </a:spcBef>
              <a:spcAft>
                <a:spcPts val="0"/>
              </a:spcAft>
              <a:buNone/>
              <a:defRPr sz="1400">
                <a:solidFill>
                  <a:srgbClr val="141414"/>
                </a:solidFill>
              </a:defRPr>
            </a:lvl7pPr>
            <a:lvl8pPr lvl="7" rtl="0">
              <a:lnSpc>
                <a:spcPct val="174000"/>
              </a:lnSpc>
              <a:spcBef>
                <a:spcPts val="0"/>
              </a:spcBef>
              <a:spcAft>
                <a:spcPts val="0"/>
              </a:spcAft>
              <a:buNone/>
              <a:defRPr sz="1400">
                <a:solidFill>
                  <a:srgbClr val="141414"/>
                </a:solidFill>
              </a:defRPr>
            </a:lvl8pPr>
            <a:lvl9pPr lvl="8" rtl="0">
              <a:lnSpc>
                <a:spcPct val="174000"/>
              </a:lnSpc>
              <a:spcBef>
                <a:spcPts val="0"/>
              </a:spcBef>
              <a:spcAft>
                <a:spcPts val="0"/>
              </a:spcAft>
              <a:buNone/>
              <a:defRPr sz="1400">
                <a:solidFill>
                  <a:srgbClr val="141414"/>
                </a:solidFill>
              </a:defRPr>
            </a:lvl9pPr>
          </a:lstStyle>
          <a:p/>
        </p:txBody>
      </p:sp>
      <p:pic>
        <p:nvPicPr>
          <p:cNvPr id="1450" name="Google Shape;1450;p122"/>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1451" name="Google Shape;1451;p1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1452" name="Shape 1452"/>
        <p:cNvGrpSpPr/>
        <p:nvPr/>
      </p:nvGrpSpPr>
      <p:grpSpPr>
        <a:xfrm>
          <a:off x="0" y="0"/>
          <a:ext cx="0" cy="0"/>
          <a:chOff x="0" y="0"/>
          <a:chExt cx="0" cy="0"/>
        </a:xfrm>
      </p:grpSpPr>
      <p:sp>
        <p:nvSpPr>
          <p:cNvPr id="1453" name="Google Shape;1453;p123"/>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454" name="Google Shape;1454;p12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455" name="Google Shape;1455;p12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456" name="Google Shape;1456;p12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457" name="Google Shape;1457;p123"/>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chemeClr val="lt1"/>
                </a:solidFill>
              </a:defRPr>
            </a:lvl1pPr>
            <a:lvl2pPr lvl="1" rtl="0">
              <a:lnSpc>
                <a:spcPct val="174000"/>
              </a:lnSpc>
              <a:spcBef>
                <a:spcPts val="0"/>
              </a:spcBef>
              <a:spcAft>
                <a:spcPts val="0"/>
              </a:spcAft>
              <a:buNone/>
              <a:defRPr sz="1400">
                <a:solidFill>
                  <a:schemeClr val="lt1"/>
                </a:solidFill>
              </a:defRPr>
            </a:lvl2pPr>
            <a:lvl3pPr lvl="2" rtl="0">
              <a:lnSpc>
                <a:spcPct val="174000"/>
              </a:lnSpc>
              <a:spcBef>
                <a:spcPts val="0"/>
              </a:spcBef>
              <a:spcAft>
                <a:spcPts val="0"/>
              </a:spcAft>
              <a:buNone/>
              <a:defRPr sz="1400">
                <a:solidFill>
                  <a:schemeClr val="lt1"/>
                </a:solidFill>
              </a:defRPr>
            </a:lvl3pPr>
            <a:lvl4pPr lvl="3" rtl="0">
              <a:lnSpc>
                <a:spcPct val="174000"/>
              </a:lnSpc>
              <a:spcBef>
                <a:spcPts val="0"/>
              </a:spcBef>
              <a:spcAft>
                <a:spcPts val="0"/>
              </a:spcAft>
              <a:buNone/>
              <a:defRPr sz="1400">
                <a:solidFill>
                  <a:schemeClr val="lt1"/>
                </a:solidFill>
              </a:defRPr>
            </a:lvl4pPr>
            <a:lvl5pPr lvl="4" rtl="0">
              <a:lnSpc>
                <a:spcPct val="174000"/>
              </a:lnSpc>
              <a:spcBef>
                <a:spcPts val="0"/>
              </a:spcBef>
              <a:spcAft>
                <a:spcPts val="0"/>
              </a:spcAft>
              <a:buNone/>
              <a:defRPr sz="1400">
                <a:solidFill>
                  <a:schemeClr val="lt1"/>
                </a:solidFill>
              </a:defRPr>
            </a:lvl5pPr>
            <a:lvl6pPr lvl="5" rtl="0">
              <a:lnSpc>
                <a:spcPct val="174000"/>
              </a:lnSpc>
              <a:spcBef>
                <a:spcPts val="0"/>
              </a:spcBef>
              <a:spcAft>
                <a:spcPts val="0"/>
              </a:spcAft>
              <a:buNone/>
              <a:defRPr sz="1400">
                <a:solidFill>
                  <a:schemeClr val="lt1"/>
                </a:solidFill>
              </a:defRPr>
            </a:lvl6pPr>
            <a:lvl7pPr lvl="6" rtl="0">
              <a:lnSpc>
                <a:spcPct val="174000"/>
              </a:lnSpc>
              <a:spcBef>
                <a:spcPts val="0"/>
              </a:spcBef>
              <a:spcAft>
                <a:spcPts val="0"/>
              </a:spcAft>
              <a:buNone/>
              <a:defRPr sz="1400">
                <a:solidFill>
                  <a:schemeClr val="lt1"/>
                </a:solidFill>
              </a:defRPr>
            </a:lvl7pPr>
            <a:lvl8pPr lvl="7" rtl="0">
              <a:lnSpc>
                <a:spcPct val="174000"/>
              </a:lnSpc>
              <a:spcBef>
                <a:spcPts val="0"/>
              </a:spcBef>
              <a:spcAft>
                <a:spcPts val="0"/>
              </a:spcAft>
              <a:buNone/>
              <a:defRPr sz="1400">
                <a:solidFill>
                  <a:schemeClr val="lt1"/>
                </a:solidFill>
              </a:defRPr>
            </a:lvl8pPr>
            <a:lvl9pPr lvl="8" rtl="0">
              <a:lnSpc>
                <a:spcPct val="174000"/>
              </a:lnSpc>
              <a:spcBef>
                <a:spcPts val="0"/>
              </a:spcBef>
              <a:spcAft>
                <a:spcPts val="0"/>
              </a:spcAft>
              <a:buNone/>
              <a:defRPr sz="1400">
                <a:solidFill>
                  <a:schemeClr val="lt1"/>
                </a:solidFill>
              </a:defRPr>
            </a:lvl9pPr>
          </a:lstStyle>
          <a:p/>
        </p:txBody>
      </p:sp>
      <p:pic>
        <p:nvPicPr>
          <p:cNvPr id="1458" name="Google Shape;1458;p123"/>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459" name="Google Shape;1459;p1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1460" name="Shape 1460"/>
        <p:cNvGrpSpPr/>
        <p:nvPr/>
      </p:nvGrpSpPr>
      <p:grpSpPr>
        <a:xfrm>
          <a:off x="0" y="0"/>
          <a:ext cx="0" cy="0"/>
          <a:chOff x="0" y="0"/>
          <a:chExt cx="0" cy="0"/>
        </a:xfrm>
      </p:grpSpPr>
      <p:sp>
        <p:nvSpPr>
          <p:cNvPr id="1461" name="Google Shape;1461;p12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1462" name="Google Shape;1462;p12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1463" name="Google Shape;1463;p12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1464" name="Google Shape;1464;p12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1465" name="Google Shape;1465;p12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EBEBEB"/>
                </a:solidFill>
              </a:defRPr>
            </a:lvl1pPr>
            <a:lvl2pPr lvl="1" rtl="0">
              <a:lnSpc>
                <a:spcPct val="174000"/>
              </a:lnSpc>
              <a:spcBef>
                <a:spcPts val="0"/>
              </a:spcBef>
              <a:spcAft>
                <a:spcPts val="0"/>
              </a:spcAft>
              <a:buNone/>
              <a:defRPr sz="1400">
                <a:solidFill>
                  <a:srgbClr val="EBEBEB"/>
                </a:solidFill>
              </a:defRPr>
            </a:lvl2pPr>
            <a:lvl3pPr lvl="2" rtl="0">
              <a:lnSpc>
                <a:spcPct val="174000"/>
              </a:lnSpc>
              <a:spcBef>
                <a:spcPts val="0"/>
              </a:spcBef>
              <a:spcAft>
                <a:spcPts val="0"/>
              </a:spcAft>
              <a:buNone/>
              <a:defRPr sz="1400">
                <a:solidFill>
                  <a:srgbClr val="EBEBEB"/>
                </a:solidFill>
              </a:defRPr>
            </a:lvl3pPr>
            <a:lvl4pPr lvl="3" rtl="0">
              <a:lnSpc>
                <a:spcPct val="174000"/>
              </a:lnSpc>
              <a:spcBef>
                <a:spcPts val="0"/>
              </a:spcBef>
              <a:spcAft>
                <a:spcPts val="0"/>
              </a:spcAft>
              <a:buNone/>
              <a:defRPr sz="1400">
                <a:solidFill>
                  <a:srgbClr val="EBEBEB"/>
                </a:solidFill>
              </a:defRPr>
            </a:lvl4pPr>
            <a:lvl5pPr lvl="4" rtl="0">
              <a:lnSpc>
                <a:spcPct val="174000"/>
              </a:lnSpc>
              <a:spcBef>
                <a:spcPts val="0"/>
              </a:spcBef>
              <a:spcAft>
                <a:spcPts val="0"/>
              </a:spcAft>
              <a:buNone/>
              <a:defRPr sz="1400">
                <a:solidFill>
                  <a:srgbClr val="EBEBEB"/>
                </a:solidFill>
              </a:defRPr>
            </a:lvl5pPr>
            <a:lvl6pPr lvl="5" rtl="0">
              <a:lnSpc>
                <a:spcPct val="174000"/>
              </a:lnSpc>
              <a:spcBef>
                <a:spcPts val="0"/>
              </a:spcBef>
              <a:spcAft>
                <a:spcPts val="0"/>
              </a:spcAft>
              <a:buNone/>
              <a:defRPr sz="1400">
                <a:solidFill>
                  <a:srgbClr val="EBEBEB"/>
                </a:solidFill>
              </a:defRPr>
            </a:lvl6pPr>
            <a:lvl7pPr lvl="6" rtl="0">
              <a:lnSpc>
                <a:spcPct val="174000"/>
              </a:lnSpc>
              <a:spcBef>
                <a:spcPts val="0"/>
              </a:spcBef>
              <a:spcAft>
                <a:spcPts val="0"/>
              </a:spcAft>
              <a:buNone/>
              <a:defRPr sz="1400">
                <a:solidFill>
                  <a:srgbClr val="EBEBEB"/>
                </a:solidFill>
              </a:defRPr>
            </a:lvl7pPr>
            <a:lvl8pPr lvl="7" rtl="0">
              <a:lnSpc>
                <a:spcPct val="174000"/>
              </a:lnSpc>
              <a:spcBef>
                <a:spcPts val="0"/>
              </a:spcBef>
              <a:spcAft>
                <a:spcPts val="0"/>
              </a:spcAft>
              <a:buNone/>
              <a:defRPr sz="1400">
                <a:solidFill>
                  <a:srgbClr val="EBEBEB"/>
                </a:solidFill>
              </a:defRPr>
            </a:lvl8pPr>
            <a:lvl9pPr lvl="8" rtl="0">
              <a:lnSpc>
                <a:spcPct val="174000"/>
              </a:lnSpc>
              <a:spcBef>
                <a:spcPts val="0"/>
              </a:spcBef>
              <a:spcAft>
                <a:spcPts val="0"/>
              </a:spcAft>
              <a:buNone/>
              <a:defRPr sz="1400">
                <a:solidFill>
                  <a:srgbClr val="EBEBEB"/>
                </a:solidFill>
              </a:defRPr>
            </a:lvl9pPr>
          </a:lstStyle>
          <a:p/>
        </p:txBody>
      </p:sp>
      <p:pic>
        <p:nvPicPr>
          <p:cNvPr id="1466" name="Google Shape;1466;p124"/>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1467" name="Google Shape;1467;p124"/>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chemeClr val="dk1"/>
                </a:solidFill>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1468" name="Google Shape;1468;p1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1469" name="Shape 1469"/>
        <p:cNvGrpSpPr/>
        <p:nvPr/>
      </p:nvGrpSpPr>
      <p:grpSpPr>
        <a:xfrm>
          <a:off x="0" y="0"/>
          <a:ext cx="0" cy="0"/>
          <a:chOff x="0" y="0"/>
          <a:chExt cx="0" cy="0"/>
        </a:xfrm>
      </p:grpSpPr>
      <p:sp>
        <p:nvSpPr>
          <p:cNvPr id="1470" name="Google Shape;1470;p125"/>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accent1"/>
                </a:solidFill>
              </a:defRPr>
            </a:lvl1pPr>
            <a:lvl2pPr lvl="1" rtl="0">
              <a:lnSpc>
                <a:spcPct val="100000"/>
              </a:lnSpc>
              <a:spcBef>
                <a:spcPts val="0"/>
              </a:spcBef>
              <a:spcAft>
                <a:spcPts val="0"/>
              </a:spcAft>
              <a:buNone/>
              <a:defRPr sz="5400">
                <a:solidFill>
                  <a:schemeClr val="accent1"/>
                </a:solidFill>
              </a:defRPr>
            </a:lvl2pPr>
            <a:lvl3pPr lvl="2" rtl="0">
              <a:lnSpc>
                <a:spcPct val="100000"/>
              </a:lnSpc>
              <a:spcBef>
                <a:spcPts val="0"/>
              </a:spcBef>
              <a:spcAft>
                <a:spcPts val="0"/>
              </a:spcAft>
              <a:buNone/>
              <a:defRPr sz="5400">
                <a:solidFill>
                  <a:schemeClr val="accent1"/>
                </a:solidFill>
              </a:defRPr>
            </a:lvl3pPr>
            <a:lvl4pPr lvl="3" rtl="0">
              <a:lnSpc>
                <a:spcPct val="100000"/>
              </a:lnSpc>
              <a:spcBef>
                <a:spcPts val="0"/>
              </a:spcBef>
              <a:spcAft>
                <a:spcPts val="0"/>
              </a:spcAft>
              <a:buNone/>
              <a:defRPr sz="5400">
                <a:solidFill>
                  <a:schemeClr val="accent1"/>
                </a:solidFill>
              </a:defRPr>
            </a:lvl4pPr>
            <a:lvl5pPr lvl="4" rtl="0">
              <a:lnSpc>
                <a:spcPct val="100000"/>
              </a:lnSpc>
              <a:spcBef>
                <a:spcPts val="0"/>
              </a:spcBef>
              <a:spcAft>
                <a:spcPts val="0"/>
              </a:spcAft>
              <a:buNone/>
              <a:defRPr sz="5400">
                <a:solidFill>
                  <a:schemeClr val="accent1"/>
                </a:solidFill>
              </a:defRPr>
            </a:lvl5pPr>
            <a:lvl6pPr lvl="5" rtl="0">
              <a:lnSpc>
                <a:spcPct val="100000"/>
              </a:lnSpc>
              <a:spcBef>
                <a:spcPts val="0"/>
              </a:spcBef>
              <a:spcAft>
                <a:spcPts val="0"/>
              </a:spcAft>
              <a:buNone/>
              <a:defRPr sz="5400">
                <a:solidFill>
                  <a:schemeClr val="accent1"/>
                </a:solidFill>
              </a:defRPr>
            </a:lvl6pPr>
            <a:lvl7pPr lvl="6" rtl="0">
              <a:lnSpc>
                <a:spcPct val="100000"/>
              </a:lnSpc>
              <a:spcBef>
                <a:spcPts val="0"/>
              </a:spcBef>
              <a:spcAft>
                <a:spcPts val="0"/>
              </a:spcAft>
              <a:buNone/>
              <a:defRPr sz="5400">
                <a:solidFill>
                  <a:schemeClr val="accent1"/>
                </a:solidFill>
              </a:defRPr>
            </a:lvl7pPr>
            <a:lvl8pPr lvl="7" rtl="0">
              <a:lnSpc>
                <a:spcPct val="100000"/>
              </a:lnSpc>
              <a:spcBef>
                <a:spcPts val="0"/>
              </a:spcBef>
              <a:spcAft>
                <a:spcPts val="0"/>
              </a:spcAft>
              <a:buNone/>
              <a:defRPr sz="5400">
                <a:solidFill>
                  <a:schemeClr val="accent1"/>
                </a:solidFill>
              </a:defRPr>
            </a:lvl8pPr>
            <a:lvl9pPr lvl="8" rtl="0">
              <a:lnSpc>
                <a:spcPct val="100000"/>
              </a:lnSpc>
              <a:spcBef>
                <a:spcPts val="0"/>
              </a:spcBef>
              <a:spcAft>
                <a:spcPts val="0"/>
              </a:spcAft>
              <a:buNone/>
              <a:defRPr sz="5400">
                <a:solidFill>
                  <a:schemeClr val="accent1"/>
                </a:solidFill>
              </a:defRPr>
            </a:lvl9pPr>
          </a:lstStyle>
          <a:p/>
        </p:txBody>
      </p:sp>
      <p:cxnSp>
        <p:nvCxnSpPr>
          <p:cNvPr id="1471" name="Google Shape;1471;p12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1472" name="Google Shape;1472;p125"/>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473" name="Google Shape;1473;p125"/>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1474" name="Google Shape;1474;p125"/>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1475" name="Google Shape;1475;p1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1476" name="Shape 1476"/>
        <p:cNvGrpSpPr/>
        <p:nvPr/>
      </p:nvGrpSpPr>
      <p:grpSpPr>
        <a:xfrm>
          <a:off x="0" y="0"/>
          <a:ext cx="0" cy="0"/>
          <a:chOff x="0" y="0"/>
          <a:chExt cx="0" cy="0"/>
        </a:xfrm>
      </p:grpSpPr>
      <p:sp>
        <p:nvSpPr>
          <p:cNvPr id="1477" name="Google Shape;1477;p126"/>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1478" name="Google Shape;1478;p126"/>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1479" name="Google Shape;1479;p126"/>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1480" name="Google Shape;1480;p126"/>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1481" name="Google Shape;1481;p126"/>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1482" name="Google Shape;1482;p1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1483" name="Google Shape;1483;p1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1484" name="Shape 1484"/>
        <p:cNvGrpSpPr/>
        <p:nvPr/>
      </p:nvGrpSpPr>
      <p:grpSpPr>
        <a:xfrm>
          <a:off x="0" y="0"/>
          <a:ext cx="0" cy="0"/>
          <a:chOff x="0" y="0"/>
          <a:chExt cx="0" cy="0"/>
        </a:xfrm>
      </p:grpSpPr>
      <p:sp>
        <p:nvSpPr>
          <p:cNvPr id="1485" name="Google Shape;1485;p127"/>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1486" name="Google Shape;1486;p127"/>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1487" name="Google Shape;1487;p127"/>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1488" name="Google Shape;1488;p127"/>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1489" name="Google Shape;1489;p1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1490" name="Shape 1490"/>
        <p:cNvGrpSpPr/>
        <p:nvPr/>
      </p:nvGrpSpPr>
      <p:grpSpPr>
        <a:xfrm>
          <a:off x="0" y="0"/>
          <a:ext cx="0" cy="0"/>
          <a:chOff x="0" y="0"/>
          <a:chExt cx="0" cy="0"/>
        </a:xfrm>
      </p:grpSpPr>
      <p:sp>
        <p:nvSpPr>
          <p:cNvPr id="1491" name="Google Shape;1491;p1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492" name="Google Shape;1492;p12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493" name="Google Shape;1493;p1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494" name="Google Shape;1494;p1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495" name="Google Shape;1495;p1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496" name="Google Shape;1496;p12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497" name="Google Shape;1497;p12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498" name="Google Shape;1498;p12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1499" name="Shape 1499"/>
        <p:cNvGrpSpPr/>
        <p:nvPr/>
      </p:nvGrpSpPr>
      <p:grpSpPr>
        <a:xfrm>
          <a:off x="0" y="0"/>
          <a:ext cx="0" cy="0"/>
          <a:chOff x="0" y="0"/>
          <a:chExt cx="0" cy="0"/>
        </a:xfrm>
      </p:grpSpPr>
      <p:sp>
        <p:nvSpPr>
          <p:cNvPr id="1500" name="Google Shape;1500;p12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01" name="Google Shape;1501;p12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02" name="Google Shape;1502;p12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03" name="Google Shape;1503;p12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04" name="Google Shape;1504;p1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05" name="Google Shape;1505;p12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06" name="Google Shape;1506;p12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507" name="Google Shape;1507;p12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08" name="Google Shape;1508;p129"/>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29"/>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129"/>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29"/>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29"/>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29"/>
          <p:cNvSpPr txBox="1"/>
          <p:nvPr>
            <p:ph idx="4"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514" name="Google Shape;1514;p129"/>
          <p:cNvSpPr txBox="1"/>
          <p:nvPr>
            <p:ph idx="5" type="subTitle"/>
          </p:nvPr>
        </p:nvSpPr>
        <p:spPr>
          <a:xfrm>
            <a:off x="0" y="2473650"/>
            <a:ext cx="43890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515" name="Google Shape;1515;p129"/>
          <p:cNvSpPr txBox="1"/>
          <p:nvPr>
            <p:ph idx="6"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1516" name="Shape 1516"/>
        <p:cNvGrpSpPr/>
        <p:nvPr/>
      </p:nvGrpSpPr>
      <p:grpSpPr>
        <a:xfrm>
          <a:off x="0" y="0"/>
          <a:ext cx="0" cy="0"/>
          <a:chOff x="0" y="0"/>
          <a:chExt cx="0" cy="0"/>
        </a:xfrm>
      </p:grpSpPr>
      <p:sp>
        <p:nvSpPr>
          <p:cNvPr id="1517" name="Google Shape;1517;p13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18" name="Google Shape;1518;p13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19" name="Google Shape;1519;p13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20" name="Google Shape;1520;p13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21" name="Google Shape;1521;p1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22" name="Google Shape;1522;p13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23" name="Google Shape;1523;p13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524" name="Google Shape;1524;p13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25" name="Google Shape;1525;p130"/>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30"/>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30"/>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30"/>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30"/>
          <p:cNvSpPr txBox="1"/>
          <p:nvPr>
            <p:ph idx="4"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1530" name="Google Shape;1530;p130"/>
          <p:cNvSpPr txBox="1"/>
          <p:nvPr>
            <p:ph idx="5" type="subTitle"/>
          </p:nvPr>
        </p:nvSpPr>
        <p:spPr>
          <a:xfrm>
            <a:off x="5863800" y="2473650"/>
            <a:ext cx="6328200" cy="2702400"/>
          </a:xfrm>
          <a:prstGeom prst="rect">
            <a:avLst/>
          </a:prstGeom>
        </p:spPr>
        <p:txBody>
          <a:bodyPr anchorCtr="0" anchor="ctr" bIns="0" lIns="1188700"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1531" name="Shape 1531"/>
        <p:cNvGrpSpPr/>
        <p:nvPr/>
      </p:nvGrpSpPr>
      <p:grpSpPr>
        <a:xfrm>
          <a:off x="0" y="0"/>
          <a:ext cx="0" cy="0"/>
          <a:chOff x="0" y="0"/>
          <a:chExt cx="0" cy="0"/>
        </a:xfrm>
      </p:grpSpPr>
      <p:sp>
        <p:nvSpPr>
          <p:cNvPr id="1532" name="Google Shape;1532;p1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33" name="Google Shape;1533;p131"/>
          <p:cNvSpPr txBox="1"/>
          <p:nvPr>
            <p:ph type="title"/>
          </p:nvPr>
        </p:nvSpPr>
        <p:spPr>
          <a:xfrm>
            <a:off x="884963"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34" name="Google Shape;1534;p13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35" name="Google Shape;1535;p13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36" name="Google Shape;1536;p1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37" name="Google Shape;1537;p13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38" name="Google Shape;1538;p131"/>
          <p:cNvSpPr txBox="1"/>
          <p:nvPr>
            <p:ph idx="2" type="subTitle"/>
          </p:nvPr>
        </p:nvSpPr>
        <p:spPr>
          <a:xfrm>
            <a:off x="885038"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539" name="Google Shape;1539;p13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1540" name="Google Shape;1540;p131"/>
          <p:cNvPicPr preferRelativeResize="0"/>
          <p:nvPr/>
        </p:nvPicPr>
        <p:blipFill rotWithShape="1">
          <a:blip r:embed="rId3">
            <a:alphaModFix/>
          </a:blip>
          <a:srcRect b="505" l="0" r="0" t="505"/>
          <a:stretch/>
        </p:blipFill>
        <p:spPr>
          <a:xfrm>
            <a:off x="1420039" y="2175762"/>
            <a:ext cx="9351923" cy="3488587"/>
          </a:xfrm>
          <a:prstGeom prst="rect">
            <a:avLst/>
          </a:prstGeom>
          <a:noFill/>
          <a:ln>
            <a:noFill/>
          </a:ln>
        </p:spPr>
      </p:pic>
      <p:sp>
        <p:nvSpPr>
          <p:cNvPr id="1541" name="Google Shape;1541;p131"/>
          <p:cNvSpPr txBox="1"/>
          <p:nvPr>
            <p:ph idx="4" type="subTitle"/>
          </p:nvPr>
        </p:nvSpPr>
        <p:spPr>
          <a:xfrm>
            <a:off x="1977450" y="2894055"/>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1542" name="Google Shape;1542;p131"/>
          <p:cNvSpPr txBox="1"/>
          <p:nvPr>
            <p:ph idx="5" type="subTitle"/>
          </p:nvPr>
        </p:nvSpPr>
        <p:spPr>
          <a:xfrm>
            <a:off x="492420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1543" name="Google Shape;1543;p131"/>
          <p:cNvSpPr txBox="1"/>
          <p:nvPr>
            <p:ph idx="6" type="subTitle"/>
          </p:nvPr>
        </p:nvSpPr>
        <p:spPr>
          <a:xfrm>
            <a:off x="787095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1544" name="Shape 1544"/>
        <p:cNvGrpSpPr/>
        <p:nvPr/>
      </p:nvGrpSpPr>
      <p:grpSpPr>
        <a:xfrm>
          <a:off x="0" y="0"/>
          <a:ext cx="0" cy="0"/>
          <a:chOff x="0" y="0"/>
          <a:chExt cx="0" cy="0"/>
        </a:xfrm>
      </p:grpSpPr>
      <p:sp>
        <p:nvSpPr>
          <p:cNvPr id="1545" name="Google Shape;1545;p13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46" name="Google Shape;1546;p13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47" name="Google Shape;1547;p13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48" name="Google Shape;1548;p13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49" name="Google Shape;1549;p13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50" name="Google Shape;1550;p13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1551" name="Shape 1551"/>
        <p:cNvGrpSpPr/>
        <p:nvPr/>
      </p:nvGrpSpPr>
      <p:grpSpPr>
        <a:xfrm>
          <a:off x="0" y="0"/>
          <a:ext cx="0" cy="0"/>
          <a:chOff x="0" y="0"/>
          <a:chExt cx="0" cy="0"/>
        </a:xfrm>
      </p:grpSpPr>
      <p:sp>
        <p:nvSpPr>
          <p:cNvPr id="1552" name="Google Shape;1552;p13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53" name="Google Shape;1553;p13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54" name="Google Shape;1554;p13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55" name="Google Shape;1555;p13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56" name="Google Shape;1556;p13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57" name="Google Shape;1557;p13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58" name="Google Shape;1558;p13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559" name="Google Shape;1559;p13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60" name="Google Shape;1560;p133"/>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1561" name="Shape 1561"/>
        <p:cNvGrpSpPr/>
        <p:nvPr/>
      </p:nvGrpSpPr>
      <p:grpSpPr>
        <a:xfrm>
          <a:off x="0" y="0"/>
          <a:ext cx="0" cy="0"/>
          <a:chOff x="0" y="0"/>
          <a:chExt cx="0" cy="0"/>
        </a:xfrm>
      </p:grpSpPr>
      <p:sp>
        <p:nvSpPr>
          <p:cNvPr id="1562" name="Google Shape;1562;p1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63" name="Google Shape;1563;p13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64" name="Google Shape;1564;p13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65" name="Google Shape;1565;p13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66" name="Google Shape;1566;p13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67" name="Google Shape;1567;p13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68" name="Google Shape;1568;p13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69" name="Google Shape;1569;p134"/>
          <p:cNvSpPr txBox="1"/>
          <p:nvPr>
            <p:ph idx="3" type="body"/>
          </p:nvPr>
        </p:nvSpPr>
        <p:spPr>
          <a:xfrm>
            <a:off x="2438400" y="1828800"/>
            <a:ext cx="7315200" cy="41148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1570" name="Shape 1570"/>
        <p:cNvGrpSpPr/>
        <p:nvPr/>
      </p:nvGrpSpPr>
      <p:grpSpPr>
        <a:xfrm>
          <a:off x="0" y="0"/>
          <a:ext cx="0" cy="0"/>
          <a:chOff x="0" y="0"/>
          <a:chExt cx="0" cy="0"/>
        </a:xfrm>
      </p:grpSpPr>
      <p:sp>
        <p:nvSpPr>
          <p:cNvPr id="1571" name="Google Shape;1571;p13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72" name="Google Shape;1572;p13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73" name="Google Shape;1573;p13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74" name="Google Shape;1574;p13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75" name="Google Shape;1575;p13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76" name="Google Shape;1576;p13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77" name="Google Shape;1577;p135"/>
          <p:cNvSpPr txBox="1"/>
          <p:nvPr>
            <p:ph idx="3" type="body"/>
          </p:nvPr>
        </p:nvSpPr>
        <p:spPr>
          <a:xfrm>
            <a:off x="2438400" y="886600"/>
            <a:ext cx="7315200" cy="4800600"/>
          </a:xfrm>
          <a:prstGeom prst="rect">
            <a:avLst/>
          </a:prstGeom>
        </p:spPr>
        <p:txBody>
          <a:bodyPr anchorCtr="0" anchor="ctr"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1578" name="Shape 1578"/>
        <p:cNvGrpSpPr/>
        <p:nvPr/>
      </p:nvGrpSpPr>
      <p:grpSpPr>
        <a:xfrm>
          <a:off x="0" y="0"/>
          <a:ext cx="0" cy="0"/>
          <a:chOff x="0" y="0"/>
          <a:chExt cx="0" cy="0"/>
        </a:xfrm>
      </p:grpSpPr>
      <p:sp>
        <p:nvSpPr>
          <p:cNvPr id="1579" name="Google Shape;1579;p1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580" name="Google Shape;1580;p13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581" name="Google Shape;1581;p13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82" name="Google Shape;1582;p13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83" name="Google Shape;1583;p13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84" name="Google Shape;1584;p13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85" name="Google Shape;1585;p13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586" name="Google Shape;1586;p13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587" name="Google Shape;1587;p136"/>
          <p:cNvSpPr txBox="1"/>
          <p:nvPr>
            <p:ph idx="4" type="body"/>
          </p:nvPr>
        </p:nvSpPr>
        <p:spPr>
          <a:xfrm>
            <a:off x="885125" y="2291177"/>
            <a:ext cx="4937700" cy="37272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
        <p:nvSpPr>
          <p:cNvPr id="1588" name="Google Shape;1588;p136"/>
          <p:cNvSpPr txBox="1"/>
          <p:nvPr>
            <p:ph idx="5" type="body"/>
          </p:nvPr>
        </p:nvSpPr>
        <p:spPr>
          <a:xfrm>
            <a:off x="6369425" y="2291175"/>
            <a:ext cx="4937700" cy="37272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1589" name="Shape 1589"/>
        <p:cNvGrpSpPr/>
        <p:nvPr/>
      </p:nvGrpSpPr>
      <p:grpSpPr>
        <a:xfrm>
          <a:off x="0" y="0"/>
          <a:ext cx="0" cy="0"/>
          <a:chOff x="0" y="0"/>
          <a:chExt cx="0" cy="0"/>
        </a:xfrm>
      </p:grpSpPr>
      <p:sp>
        <p:nvSpPr>
          <p:cNvPr id="1590" name="Google Shape;1590;p13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591" name="Google Shape;1591;p13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592" name="Google Shape;1592;p13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593" name="Google Shape;1593;p13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594" name="Google Shape;1594;p13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595" name="Google Shape;1595;p13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596" name="Google Shape;1596;p137"/>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1597" name="Google Shape;1597;p137"/>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
        <p:nvSpPr>
          <p:cNvPr id="1598" name="Google Shape;1598;p137"/>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a:latin typeface="Red Hat Text Medium"/>
                <a:ea typeface="Red Hat Text Medium"/>
                <a:cs typeface="Red Hat Text Medium"/>
                <a:sym typeface="Red Hat Text Medium"/>
              </a:defRPr>
            </a:lvl1pPr>
            <a:lvl2pPr lvl="1" rtl="0">
              <a:lnSpc>
                <a:spcPct val="100000"/>
              </a:lnSpc>
              <a:spcBef>
                <a:spcPts val="0"/>
              </a:spcBef>
              <a:spcAft>
                <a:spcPts val="0"/>
              </a:spcAft>
              <a:buNone/>
              <a:defRPr>
                <a:latin typeface="Red Hat Text Medium"/>
                <a:ea typeface="Red Hat Text Medium"/>
                <a:cs typeface="Red Hat Text Medium"/>
                <a:sym typeface="Red Hat Text Medium"/>
              </a:defRPr>
            </a:lvl2pPr>
            <a:lvl3pPr lvl="2" rtl="0">
              <a:lnSpc>
                <a:spcPct val="100000"/>
              </a:lnSpc>
              <a:spcBef>
                <a:spcPts val="0"/>
              </a:spcBef>
              <a:spcAft>
                <a:spcPts val="0"/>
              </a:spcAft>
              <a:buNone/>
              <a:defRPr>
                <a:latin typeface="Red Hat Text Medium"/>
                <a:ea typeface="Red Hat Text Medium"/>
                <a:cs typeface="Red Hat Text Medium"/>
                <a:sym typeface="Red Hat Text Medium"/>
              </a:defRPr>
            </a:lvl3pPr>
            <a:lvl4pPr lvl="3" rtl="0">
              <a:lnSpc>
                <a:spcPct val="100000"/>
              </a:lnSpc>
              <a:spcBef>
                <a:spcPts val="0"/>
              </a:spcBef>
              <a:spcAft>
                <a:spcPts val="0"/>
              </a:spcAft>
              <a:buNone/>
              <a:defRPr>
                <a:latin typeface="Red Hat Text Medium"/>
                <a:ea typeface="Red Hat Text Medium"/>
                <a:cs typeface="Red Hat Text Medium"/>
                <a:sym typeface="Red Hat Text Medium"/>
              </a:defRPr>
            </a:lvl4pPr>
            <a:lvl5pPr lvl="4" rtl="0">
              <a:lnSpc>
                <a:spcPct val="100000"/>
              </a:lnSpc>
              <a:spcBef>
                <a:spcPts val="0"/>
              </a:spcBef>
              <a:spcAft>
                <a:spcPts val="0"/>
              </a:spcAft>
              <a:buNone/>
              <a:defRPr>
                <a:latin typeface="Red Hat Text Medium"/>
                <a:ea typeface="Red Hat Text Medium"/>
                <a:cs typeface="Red Hat Text Medium"/>
                <a:sym typeface="Red Hat Text Medium"/>
              </a:defRPr>
            </a:lvl5pPr>
            <a:lvl6pPr lvl="5" rtl="0">
              <a:lnSpc>
                <a:spcPct val="100000"/>
              </a:lnSpc>
              <a:spcBef>
                <a:spcPts val="0"/>
              </a:spcBef>
              <a:spcAft>
                <a:spcPts val="0"/>
              </a:spcAft>
              <a:buNone/>
              <a:defRPr>
                <a:latin typeface="Red Hat Text Medium"/>
                <a:ea typeface="Red Hat Text Medium"/>
                <a:cs typeface="Red Hat Text Medium"/>
                <a:sym typeface="Red Hat Text Medium"/>
              </a:defRPr>
            </a:lvl6pPr>
            <a:lvl7pPr lvl="6" rtl="0">
              <a:lnSpc>
                <a:spcPct val="100000"/>
              </a:lnSpc>
              <a:spcBef>
                <a:spcPts val="0"/>
              </a:spcBef>
              <a:spcAft>
                <a:spcPts val="0"/>
              </a:spcAft>
              <a:buNone/>
              <a:defRPr>
                <a:latin typeface="Red Hat Text Medium"/>
                <a:ea typeface="Red Hat Text Medium"/>
                <a:cs typeface="Red Hat Text Medium"/>
                <a:sym typeface="Red Hat Text Medium"/>
              </a:defRPr>
            </a:lvl7pPr>
            <a:lvl8pPr lvl="7" rtl="0">
              <a:lnSpc>
                <a:spcPct val="100000"/>
              </a:lnSpc>
              <a:spcBef>
                <a:spcPts val="0"/>
              </a:spcBef>
              <a:spcAft>
                <a:spcPts val="0"/>
              </a:spcAft>
              <a:buNone/>
              <a:defRPr>
                <a:latin typeface="Red Hat Text Medium"/>
                <a:ea typeface="Red Hat Text Medium"/>
                <a:cs typeface="Red Hat Text Medium"/>
                <a:sym typeface="Red Hat Text Medium"/>
              </a:defRPr>
            </a:lvl8pPr>
            <a:lvl9pPr lvl="8" rtl="0">
              <a:lnSpc>
                <a:spcPct val="100000"/>
              </a:lnSpc>
              <a:spcBef>
                <a:spcPts val="0"/>
              </a:spcBef>
              <a:spcAft>
                <a:spcPts val="0"/>
              </a:spcAft>
              <a:buNone/>
              <a:defRPr>
                <a:latin typeface="Red Hat Text Medium"/>
                <a:ea typeface="Red Hat Text Medium"/>
                <a:cs typeface="Red Hat Text Medium"/>
                <a:sym typeface="Red Hat Text Medium"/>
              </a:defRPr>
            </a:lvl9pPr>
          </a:lstStyle>
          <a:p/>
        </p:txBody>
      </p:sp>
      <p:sp>
        <p:nvSpPr>
          <p:cNvPr id="1599" name="Google Shape;1599;p137"/>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1600" name="Shape 1600"/>
        <p:cNvGrpSpPr/>
        <p:nvPr/>
      </p:nvGrpSpPr>
      <p:grpSpPr>
        <a:xfrm>
          <a:off x="0" y="0"/>
          <a:ext cx="0" cy="0"/>
          <a:chOff x="0" y="0"/>
          <a:chExt cx="0" cy="0"/>
        </a:xfrm>
      </p:grpSpPr>
      <p:sp>
        <p:nvSpPr>
          <p:cNvPr id="1601" name="Google Shape;1601;p13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602" name="Google Shape;1602;p13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603" name="Google Shape;1603;p13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04" name="Google Shape;1604;p13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05" name="Google Shape;1605;p13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06" name="Google Shape;1606;p13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07" name="Google Shape;1607;p13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08" name="Google Shape;1608;p13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09" name="Google Shape;1609;p138"/>
          <p:cNvSpPr txBox="1"/>
          <p:nvPr>
            <p:ph idx="4"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1610" name="Google Shape;1610;p138"/>
          <p:cNvSpPr txBox="1"/>
          <p:nvPr>
            <p:ph idx="5"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611" name="Google Shape;1611;p138"/>
          <p:cNvSpPr txBox="1"/>
          <p:nvPr>
            <p:ph idx="6"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1612" name="Google Shape;1612;p138"/>
          <p:cNvSpPr txBox="1"/>
          <p:nvPr>
            <p:ph idx="7"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1613" name="Google Shape;1613;p138"/>
          <p:cNvSpPr txBox="1"/>
          <p:nvPr>
            <p:ph idx="8"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gn="r">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gn="r">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gn="r">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gn="r">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gn="r">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gn="r">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gn="r">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gn="r">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1614" name="Google Shape;1614;p138"/>
          <p:cNvSpPr txBox="1"/>
          <p:nvPr>
            <p:ph idx="9"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1615" name="Shape 1615"/>
        <p:cNvGrpSpPr/>
        <p:nvPr/>
      </p:nvGrpSpPr>
      <p:grpSpPr>
        <a:xfrm>
          <a:off x="0" y="0"/>
          <a:ext cx="0" cy="0"/>
          <a:chOff x="0" y="0"/>
          <a:chExt cx="0" cy="0"/>
        </a:xfrm>
      </p:grpSpPr>
      <p:sp>
        <p:nvSpPr>
          <p:cNvPr id="1616" name="Google Shape;1616;p139"/>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617" name="Google Shape;1617;p139"/>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618" name="Google Shape;1618;p139"/>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1619" name="Google Shape;1619;p139"/>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620" name="Google Shape;1620;p13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621" name="Google Shape;1621;p13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22" name="Google Shape;1622;p13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23" name="Google Shape;1623;p1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24" name="Google Shape;1624;p13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25" name="Google Shape;1625;p139"/>
          <p:cNvSpPr txBox="1"/>
          <p:nvPr>
            <p:ph idx="5"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26" name="Google Shape;1626;p139"/>
          <p:cNvSpPr txBox="1"/>
          <p:nvPr>
            <p:ph idx="6"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627" name="Google Shape;1627;p139"/>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1628" name="Google Shape;1628;p139"/>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1629" name="Google Shape;1629;p139"/>
          <p:cNvSpPr txBox="1"/>
          <p:nvPr>
            <p:ph idx="7"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30" name="Google Shape;1630;p139"/>
          <p:cNvSpPr txBox="1"/>
          <p:nvPr>
            <p:ph idx="8"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631" name="Google Shape;1631;p139"/>
          <p:cNvSpPr txBox="1"/>
          <p:nvPr>
            <p:ph idx="9"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32" name="Google Shape;1632;p139"/>
          <p:cNvSpPr txBox="1"/>
          <p:nvPr>
            <p:ph idx="13"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633" name="Google Shape;1633;p139"/>
          <p:cNvSpPr txBox="1"/>
          <p:nvPr>
            <p:ph idx="14"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34" name="Google Shape;1634;p139"/>
          <p:cNvSpPr txBox="1"/>
          <p:nvPr>
            <p:ph idx="15"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1635" name="Shape 1635"/>
        <p:cNvGrpSpPr/>
        <p:nvPr/>
      </p:nvGrpSpPr>
      <p:grpSpPr>
        <a:xfrm>
          <a:off x="0" y="0"/>
          <a:ext cx="0" cy="0"/>
          <a:chOff x="0" y="0"/>
          <a:chExt cx="0" cy="0"/>
        </a:xfrm>
      </p:grpSpPr>
      <p:sp>
        <p:nvSpPr>
          <p:cNvPr id="1636" name="Google Shape;1636;p140"/>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1637" name="Google Shape;1637;p140"/>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1638" name="Google Shape;1638;p14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639" name="Google Shape;1639;p14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640" name="Google Shape;1640;p1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41" name="Google Shape;1641;p1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42" name="Google Shape;1642;p1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43" name="Google Shape;1643;p14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44" name="Google Shape;1644;p140"/>
          <p:cNvSpPr txBox="1"/>
          <p:nvPr>
            <p:ph idx="4"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45" name="Google Shape;1645;p140"/>
          <p:cNvSpPr txBox="1"/>
          <p:nvPr>
            <p:ph idx="5"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46" name="Google Shape;1646;p140"/>
          <p:cNvSpPr txBox="1"/>
          <p:nvPr>
            <p:ph idx="6"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1647" name="Google Shape;1647;p140"/>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1648" name="Google Shape;1648;p140"/>
          <p:cNvSpPr txBox="1"/>
          <p:nvPr>
            <p:ph idx="7"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49" name="Google Shape;1649;p140"/>
          <p:cNvSpPr txBox="1"/>
          <p:nvPr>
            <p:ph idx="8"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650" name="Google Shape;1650;p140"/>
          <p:cNvSpPr txBox="1"/>
          <p:nvPr>
            <p:ph idx="9"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51" name="Google Shape;1651;p140"/>
          <p:cNvSpPr txBox="1"/>
          <p:nvPr>
            <p:ph idx="13"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1652" name="Shape 1652"/>
        <p:cNvGrpSpPr/>
        <p:nvPr/>
      </p:nvGrpSpPr>
      <p:grpSpPr>
        <a:xfrm>
          <a:off x="0" y="0"/>
          <a:ext cx="0" cy="0"/>
          <a:chOff x="0" y="0"/>
          <a:chExt cx="0" cy="0"/>
        </a:xfrm>
      </p:grpSpPr>
      <p:sp>
        <p:nvSpPr>
          <p:cNvPr id="1653" name="Google Shape;1653;p14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654" name="Google Shape;1654;p14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655" name="Google Shape;1655;p14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56" name="Google Shape;1656;p14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57" name="Google Shape;1657;p14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58" name="Google Shape;1658;p14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59" name="Google Shape;1659;p14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60" name="Google Shape;1660;p14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661" name="Google Shape;1661;p141"/>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1662" name="Google Shape;1662;p141"/>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1663" name="Google Shape;1663;p141"/>
          <p:cNvSpPr txBox="1"/>
          <p:nvPr>
            <p:ph idx="5"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64" name="Google Shape;1664;p141"/>
          <p:cNvSpPr txBox="1"/>
          <p:nvPr>
            <p:ph idx="6"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665" name="Google Shape;1665;p141"/>
          <p:cNvSpPr txBox="1"/>
          <p:nvPr>
            <p:ph idx="7"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666" name="Google Shape;1666;p141"/>
          <p:cNvSpPr txBox="1"/>
          <p:nvPr>
            <p:ph idx="8"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1667" name="Shape 1667"/>
        <p:cNvGrpSpPr/>
        <p:nvPr/>
      </p:nvGrpSpPr>
      <p:grpSpPr>
        <a:xfrm>
          <a:off x="0" y="0"/>
          <a:ext cx="0" cy="0"/>
          <a:chOff x="0" y="0"/>
          <a:chExt cx="0" cy="0"/>
        </a:xfrm>
      </p:grpSpPr>
      <p:sp>
        <p:nvSpPr>
          <p:cNvPr id="1668" name="Google Shape;1668;p14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669" name="Google Shape;1669;p14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670" name="Google Shape;1670;p14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71" name="Google Shape;1671;p14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72" name="Google Shape;1672;p14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73" name="Google Shape;1673;p14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74" name="Google Shape;1674;p14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75" name="Google Shape;1675;p14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76" name="Google Shape;1676;p142"/>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1677" name="Google Shape;1677;p142"/>
          <p:cNvSpPr txBox="1"/>
          <p:nvPr>
            <p:ph idx="5" type="subTitle"/>
          </p:nvPr>
        </p:nvSpPr>
        <p:spPr>
          <a:xfrm>
            <a:off x="9078238"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678" name="Google Shape;1678;p142"/>
          <p:cNvSpPr txBox="1"/>
          <p:nvPr>
            <p:ph idx="6" type="subTitle"/>
          </p:nvPr>
        </p:nvSpPr>
        <p:spPr>
          <a:xfrm>
            <a:off x="10284513"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679" name="Google Shape;1679;p142"/>
          <p:cNvSpPr txBox="1"/>
          <p:nvPr>
            <p:ph idx="7" type="subTitle"/>
          </p:nvPr>
        </p:nvSpPr>
        <p:spPr>
          <a:xfrm>
            <a:off x="9078238"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680" name="Google Shape;1680;p142"/>
          <p:cNvSpPr txBox="1"/>
          <p:nvPr>
            <p:ph idx="8" type="subTitle"/>
          </p:nvPr>
        </p:nvSpPr>
        <p:spPr>
          <a:xfrm>
            <a:off x="10284513"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681" name="Google Shape;1681;p142"/>
          <p:cNvSpPr txBox="1"/>
          <p:nvPr>
            <p:ph idx="9" type="subTitle"/>
          </p:nvPr>
        </p:nvSpPr>
        <p:spPr>
          <a:xfrm>
            <a:off x="9078238"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1682" name="Google Shape;1682;p142"/>
          <p:cNvSpPr txBox="1"/>
          <p:nvPr>
            <p:ph idx="13" type="subTitle"/>
          </p:nvPr>
        </p:nvSpPr>
        <p:spPr>
          <a:xfrm>
            <a:off x="10284513"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1683" name="Shape 1683"/>
        <p:cNvGrpSpPr/>
        <p:nvPr/>
      </p:nvGrpSpPr>
      <p:grpSpPr>
        <a:xfrm>
          <a:off x="0" y="0"/>
          <a:ext cx="0" cy="0"/>
          <a:chOff x="0" y="0"/>
          <a:chExt cx="0" cy="0"/>
        </a:xfrm>
      </p:grpSpPr>
      <p:sp>
        <p:nvSpPr>
          <p:cNvPr id="1684" name="Google Shape;1684;p1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685" name="Google Shape;1685;p14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686" name="Google Shape;1686;p14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687" name="Google Shape;1687;p14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688" name="Google Shape;1688;p1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689" name="Google Shape;1689;p14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690" name="Google Shape;1690;p14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691" name="Google Shape;1691;p14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692" name="Google Shape;1692;p143"/>
          <p:cNvSpPr txBox="1"/>
          <p:nvPr>
            <p:ph idx="4"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1693" name="Google Shape;1693;p143"/>
          <p:cNvSpPr txBox="1"/>
          <p:nvPr>
            <p:ph idx="5"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600">
                <a:solidFill>
                  <a:schemeClr val="accent1"/>
                </a:solidFill>
                <a:latin typeface="Red Hat Display"/>
                <a:ea typeface="Red Hat Display"/>
                <a:cs typeface="Red Hat Display"/>
                <a:sym typeface="Red Hat Display"/>
              </a:defRPr>
            </a:lvl1pPr>
            <a:lvl2pPr lvl="1" rtl="0">
              <a:lnSpc>
                <a:spcPct val="100000"/>
              </a:lnSpc>
              <a:spcBef>
                <a:spcPts val="0"/>
              </a:spcBef>
              <a:spcAft>
                <a:spcPts val="0"/>
              </a:spcAft>
              <a:buNone/>
              <a:defRPr sz="2600">
                <a:solidFill>
                  <a:schemeClr val="accent1"/>
                </a:solidFill>
              </a:defRPr>
            </a:lvl2pPr>
            <a:lvl3pPr lvl="2" rtl="0">
              <a:lnSpc>
                <a:spcPct val="100000"/>
              </a:lnSpc>
              <a:spcBef>
                <a:spcPts val="0"/>
              </a:spcBef>
              <a:spcAft>
                <a:spcPts val="0"/>
              </a:spcAft>
              <a:buNone/>
              <a:defRPr sz="2600">
                <a:solidFill>
                  <a:schemeClr val="accent1"/>
                </a:solidFill>
              </a:defRPr>
            </a:lvl3pPr>
            <a:lvl4pPr lvl="3" rtl="0">
              <a:lnSpc>
                <a:spcPct val="100000"/>
              </a:lnSpc>
              <a:spcBef>
                <a:spcPts val="0"/>
              </a:spcBef>
              <a:spcAft>
                <a:spcPts val="0"/>
              </a:spcAft>
              <a:buNone/>
              <a:defRPr sz="2600">
                <a:solidFill>
                  <a:schemeClr val="accent1"/>
                </a:solidFill>
              </a:defRPr>
            </a:lvl4pPr>
            <a:lvl5pPr lvl="4" rtl="0">
              <a:lnSpc>
                <a:spcPct val="100000"/>
              </a:lnSpc>
              <a:spcBef>
                <a:spcPts val="0"/>
              </a:spcBef>
              <a:spcAft>
                <a:spcPts val="0"/>
              </a:spcAft>
              <a:buNone/>
              <a:defRPr sz="2600">
                <a:solidFill>
                  <a:schemeClr val="accent1"/>
                </a:solidFill>
              </a:defRPr>
            </a:lvl5pPr>
            <a:lvl6pPr lvl="5" rtl="0">
              <a:lnSpc>
                <a:spcPct val="100000"/>
              </a:lnSpc>
              <a:spcBef>
                <a:spcPts val="0"/>
              </a:spcBef>
              <a:spcAft>
                <a:spcPts val="0"/>
              </a:spcAft>
              <a:buNone/>
              <a:defRPr sz="2600">
                <a:solidFill>
                  <a:schemeClr val="accent1"/>
                </a:solidFill>
              </a:defRPr>
            </a:lvl6pPr>
            <a:lvl7pPr lvl="6" rtl="0">
              <a:lnSpc>
                <a:spcPct val="100000"/>
              </a:lnSpc>
              <a:spcBef>
                <a:spcPts val="0"/>
              </a:spcBef>
              <a:spcAft>
                <a:spcPts val="0"/>
              </a:spcAft>
              <a:buNone/>
              <a:defRPr sz="2600">
                <a:solidFill>
                  <a:schemeClr val="accent1"/>
                </a:solidFill>
              </a:defRPr>
            </a:lvl7pPr>
            <a:lvl8pPr lvl="7" rtl="0">
              <a:lnSpc>
                <a:spcPct val="100000"/>
              </a:lnSpc>
              <a:spcBef>
                <a:spcPts val="0"/>
              </a:spcBef>
              <a:spcAft>
                <a:spcPts val="0"/>
              </a:spcAft>
              <a:buNone/>
              <a:defRPr sz="2600">
                <a:solidFill>
                  <a:schemeClr val="accent1"/>
                </a:solidFill>
              </a:defRPr>
            </a:lvl8pPr>
            <a:lvl9pPr lvl="8" rtl="0">
              <a:lnSpc>
                <a:spcPct val="100000"/>
              </a:lnSpc>
              <a:spcBef>
                <a:spcPts val="0"/>
              </a:spcBef>
              <a:spcAft>
                <a:spcPts val="0"/>
              </a:spcAft>
              <a:buNone/>
              <a:defRPr sz="2600">
                <a:solidFill>
                  <a:schemeClr val="accent1"/>
                </a:solidFill>
              </a:defRPr>
            </a:lvl9pPr>
          </a:lstStyle>
          <a:p/>
        </p:txBody>
      </p:sp>
      <p:sp>
        <p:nvSpPr>
          <p:cNvPr id="1694" name="Google Shape;1694;p143"/>
          <p:cNvSpPr txBox="1"/>
          <p:nvPr>
            <p:ph idx="6"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1695" name="Google Shape;1695;p143"/>
          <p:cNvSpPr txBox="1"/>
          <p:nvPr>
            <p:ph idx="7"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600">
                <a:solidFill>
                  <a:schemeClr val="accent2"/>
                </a:solidFill>
                <a:latin typeface="Red Hat Display"/>
                <a:ea typeface="Red Hat Display"/>
                <a:cs typeface="Red Hat Display"/>
                <a:sym typeface="Red Hat Display"/>
              </a:defRPr>
            </a:lvl1pPr>
            <a:lvl2pPr lvl="1" rtl="0">
              <a:lnSpc>
                <a:spcPct val="100000"/>
              </a:lnSpc>
              <a:spcBef>
                <a:spcPts val="0"/>
              </a:spcBef>
              <a:spcAft>
                <a:spcPts val="0"/>
              </a:spcAft>
              <a:buNone/>
              <a:defRPr sz="2600">
                <a:solidFill>
                  <a:schemeClr val="accent2"/>
                </a:solidFill>
              </a:defRPr>
            </a:lvl2pPr>
            <a:lvl3pPr lvl="2" rtl="0">
              <a:lnSpc>
                <a:spcPct val="100000"/>
              </a:lnSpc>
              <a:spcBef>
                <a:spcPts val="0"/>
              </a:spcBef>
              <a:spcAft>
                <a:spcPts val="0"/>
              </a:spcAft>
              <a:buNone/>
              <a:defRPr sz="2600">
                <a:solidFill>
                  <a:schemeClr val="accent2"/>
                </a:solidFill>
              </a:defRPr>
            </a:lvl3pPr>
            <a:lvl4pPr lvl="3" rtl="0">
              <a:lnSpc>
                <a:spcPct val="100000"/>
              </a:lnSpc>
              <a:spcBef>
                <a:spcPts val="0"/>
              </a:spcBef>
              <a:spcAft>
                <a:spcPts val="0"/>
              </a:spcAft>
              <a:buNone/>
              <a:defRPr sz="2600">
                <a:solidFill>
                  <a:schemeClr val="accent2"/>
                </a:solidFill>
              </a:defRPr>
            </a:lvl4pPr>
            <a:lvl5pPr lvl="4" rtl="0">
              <a:lnSpc>
                <a:spcPct val="100000"/>
              </a:lnSpc>
              <a:spcBef>
                <a:spcPts val="0"/>
              </a:spcBef>
              <a:spcAft>
                <a:spcPts val="0"/>
              </a:spcAft>
              <a:buNone/>
              <a:defRPr sz="2600">
                <a:solidFill>
                  <a:schemeClr val="accent2"/>
                </a:solidFill>
              </a:defRPr>
            </a:lvl5pPr>
            <a:lvl6pPr lvl="5" rtl="0">
              <a:lnSpc>
                <a:spcPct val="100000"/>
              </a:lnSpc>
              <a:spcBef>
                <a:spcPts val="0"/>
              </a:spcBef>
              <a:spcAft>
                <a:spcPts val="0"/>
              </a:spcAft>
              <a:buNone/>
              <a:defRPr sz="2600">
                <a:solidFill>
                  <a:schemeClr val="accent2"/>
                </a:solidFill>
              </a:defRPr>
            </a:lvl6pPr>
            <a:lvl7pPr lvl="6" rtl="0">
              <a:lnSpc>
                <a:spcPct val="100000"/>
              </a:lnSpc>
              <a:spcBef>
                <a:spcPts val="0"/>
              </a:spcBef>
              <a:spcAft>
                <a:spcPts val="0"/>
              </a:spcAft>
              <a:buNone/>
              <a:defRPr sz="2600">
                <a:solidFill>
                  <a:schemeClr val="accent2"/>
                </a:solidFill>
              </a:defRPr>
            </a:lvl7pPr>
            <a:lvl8pPr lvl="7" rtl="0">
              <a:lnSpc>
                <a:spcPct val="100000"/>
              </a:lnSpc>
              <a:spcBef>
                <a:spcPts val="0"/>
              </a:spcBef>
              <a:spcAft>
                <a:spcPts val="0"/>
              </a:spcAft>
              <a:buNone/>
              <a:defRPr sz="2600">
                <a:solidFill>
                  <a:schemeClr val="accent2"/>
                </a:solidFill>
              </a:defRPr>
            </a:lvl8pPr>
            <a:lvl9pPr lvl="8" rtl="0">
              <a:lnSpc>
                <a:spcPct val="100000"/>
              </a:lnSpc>
              <a:spcBef>
                <a:spcPts val="0"/>
              </a:spcBef>
              <a:spcAft>
                <a:spcPts val="0"/>
              </a:spcAft>
              <a:buNone/>
              <a:defRPr sz="2600">
                <a:solidFill>
                  <a:schemeClr val="accent2"/>
                </a:solidFill>
              </a:defRPr>
            </a:lvl9pPr>
          </a:lstStyle>
          <a:p/>
        </p:txBody>
      </p:sp>
      <p:sp>
        <p:nvSpPr>
          <p:cNvPr id="1696" name="Google Shape;1696;p143"/>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43"/>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43"/>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43"/>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43"/>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43"/>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43"/>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43"/>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43"/>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43"/>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43"/>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43"/>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43"/>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43"/>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43"/>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43"/>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43"/>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43"/>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43"/>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43"/>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43"/>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43"/>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43"/>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43"/>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143"/>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143"/>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43"/>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43"/>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43"/>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143"/>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143"/>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43"/>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143"/>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43"/>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43"/>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43"/>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143"/>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143"/>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43"/>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43"/>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43"/>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43"/>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143"/>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43"/>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43"/>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43"/>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43"/>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43"/>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43"/>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43"/>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43"/>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43"/>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43"/>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43"/>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43"/>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43"/>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43"/>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43"/>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43"/>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43"/>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143"/>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143"/>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43"/>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43"/>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143"/>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143"/>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143"/>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143"/>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143"/>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43"/>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43"/>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43"/>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43"/>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43"/>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143"/>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43"/>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43"/>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43"/>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43"/>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143"/>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143"/>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43"/>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43"/>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43"/>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43"/>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43"/>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43"/>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143"/>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43"/>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143"/>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43"/>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43"/>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43"/>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143"/>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143"/>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43"/>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43"/>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43"/>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43"/>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43"/>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43"/>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43"/>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43"/>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43"/>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43"/>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143"/>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43"/>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43"/>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43"/>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43"/>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43"/>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143"/>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43"/>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43"/>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43"/>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143"/>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43"/>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43"/>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143"/>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143"/>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43"/>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143"/>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43"/>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43"/>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43"/>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43"/>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43"/>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143"/>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143"/>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143"/>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143"/>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143"/>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143"/>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143"/>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143"/>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143"/>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43"/>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43"/>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43"/>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43"/>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43"/>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43"/>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43"/>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143"/>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143"/>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43"/>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43"/>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43"/>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143"/>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143"/>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143"/>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43"/>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143"/>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143"/>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43"/>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143"/>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143"/>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143"/>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43"/>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43"/>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43"/>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143"/>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143"/>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143"/>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143"/>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43"/>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43"/>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43"/>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43"/>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43"/>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143"/>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43"/>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143"/>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43"/>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43"/>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143"/>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143"/>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143"/>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143"/>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143"/>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143"/>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143"/>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43"/>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43"/>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43"/>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43"/>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43"/>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143"/>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43"/>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43"/>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43"/>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43"/>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43"/>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43"/>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143"/>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143"/>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143"/>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143"/>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43"/>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43"/>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1896" name="Shape 1896"/>
        <p:cNvGrpSpPr/>
        <p:nvPr/>
      </p:nvGrpSpPr>
      <p:grpSpPr>
        <a:xfrm>
          <a:off x="0" y="0"/>
          <a:ext cx="0" cy="0"/>
          <a:chOff x="0" y="0"/>
          <a:chExt cx="0" cy="0"/>
        </a:xfrm>
      </p:grpSpPr>
      <p:sp>
        <p:nvSpPr>
          <p:cNvPr id="1897" name="Google Shape;1897;p14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898" name="Google Shape;1898;p14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899" name="Google Shape;1899;p14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00" name="Google Shape;1900;p14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01" name="Google Shape;1901;p14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02" name="Google Shape;1902;p14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03" name="Google Shape;1903;p14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904" name="Google Shape;1904;p14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905" name="Google Shape;1905;p144"/>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1906" name="Google Shape;1906;p144"/>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1907" name="Google Shape;1907;p144"/>
          <p:cNvSpPr txBox="1"/>
          <p:nvPr>
            <p:ph idx="4"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908" name="Google Shape;1908;p144"/>
          <p:cNvSpPr txBox="1"/>
          <p:nvPr>
            <p:ph idx="5"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1909" name="Google Shape;1909;p144"/>
          <p:cNvSpPr txBox="1"/>
          <p:nvPr>
            <p:ph idx="6"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1910" name="Google Shape;1910;p144"/>
          <p:cNvSpPr txBox="1"/>
          <p:nvPr>
            <p:ph idx="7"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1911" name="Google Shape;1911;p144"/>
          <p:cNvSpPr txBox="1"/>
          <p:nvPr>
            <p:ph idx="8"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912" name="Google Shape;1912;p144"/>
          <p:cNvSpPr txBox="1"/>
          <p:nvPr>
            <p:ph idx="9"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1913" name="Google Shape;1913;p144"/>
          <p:cNvPicPr preferRelativeResize="0"/>
          <p:nvPr/>
        </p:nvPicPr>
        <p:blipFill>
          <a:blip r:embed="rId3">
            <a:alphaModFix/>
          </a:blip>
          <a:stretch>
            <a:fillRect/>
          </a:stretch>
        </p:blipFill>
        <p:spPr>
          <a:xfrm>
            <a:off x="1044805" y="2217196"/>
            <a:ext cx="553219" cy="553200"/>
          </a:xfrm>
          <a:prstGeom prst="rect">
            <a:avLst/>
          </a:prstGeom>
          <a:noFill/>
          <a:ln>
            <a:noFill/>
          </a:ln>
        </p:spPr>
      </p:pic>
      <p:pic>
        <p:nvPicPr>
          <p:cNvPr id="1914" name="Google Shape;1914;p144"/>
          <p:cNvPicPr preferRelativeResize="0"/>
          <p:nvPr/>
        </p:nvPicPr>
        <p:blipFill>
          <a:blip r:embed="rId3">
            <a:alphaModFix/>
          </a:blip>
          <a:stretch>
            <a:fillRect/>
          </a:stretch>
        </p:blipFill>
        <p:spPr>
          <a:xfrm>
            <a:off x="4627759" y="2217196"/>
            <a:ext cx="553219" cy="553200"/>
          </a:xfrm>
          <a:prstGeom prst="rect">
            <a:avLst/>
          </a:prstGeom>
          <a:noFill/>
          <a:ln>
            <a:noFill/>
          </a:ln>
        </p:spPr>
      </p:pic>
      <p:pic>
        <p:nvPicPr>
          <p:cNvPr id="1915" name="Google Shape;1915;p144"/>
          <p:cNvPicPr preferRelativeResize="0"/>
          <p:nvPr/>
        </p:nvPicPr>
        <p:blipFill>
          <a:blip r:embed="rId3">
            <a:alphaModFix/>
          </a:blip>
          <a:stretch>
            <a:fillRect/>
          </a:stretch>
        </p:blipFill>
        <p:spPr>
          <a:xfrm>
            <a:off x="8210712" y="2217196"/>
            <a:ext cx="553219" cy="553200"/>
          </a:xfrm>
          <a:prstGeom prst="rect">
            <a:avLst/>
          </a:prstGeom>
          <a:noFill/>
          <a:ln>
            <a:noFill/>
          </a:ln>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1916" name="Shape 1916"/>
        <p:cNvGrpSpPr/>
        <p:nvPr/>
      </p:nvGrpSpPr>
      <p:grpSpPr>
        <a:xfrm>
          <a:off x="0" y="0"/>
          <a:ext cx="0" cy="0"/>
          <a:chOff x="0" y="0"/>
          <a:chExt cx="0" cy="0"/>
        </a:xfrm>
      </p:grpSpPr>
      <p:sp>
        <p:nvSpPr>
          <p:cNvPr id="1917" name="Google Shape;1917;p1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918" name="Google Shape;1918;p14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919" name="Google Shape;1919;p14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20" name="Google Shape;1920;p14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21" name="Google Shape;1921;p1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22" name="Google Shape;1922;p14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23" name="Google Shape;1923;p14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924" name="Google Shape;1924;p14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925" name="Google Shape;1925;p145"/>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1926" name="Google Shape;1926;p145"/>
          <p:cNvSpPr txBox="1"/>
          <p:nvPr>
            <p:ph idx="4"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927" name="Google Shape;1927;p145"/>
          <p:cNvSpPr txBox="1"/>
          <p:nvPr>
            <p:ph idx="5"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1928" name="Google Shape;1928;p145"/>
          <p:cNvSpPr txBox="1"/>
          <p:nvPr>
            <p:ph idx="6"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1929" name="Google Shape;1929;p145"/>
          <p:cNvSpPr txBox="1"/>
          <p:nvPr>
            <p:ph idx="7"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pic>
        <p:nvPicPr>
          <p:cNvPr id="1930" name="Google Shape;1930;p145"/>
          <p:cNvPicPr preferRelativeResize="0"/>
          <p:nvPr/>
        </p:nvPicPr>
        <p:blipFill>
          <a:blip r:embed="rId3">
            <a:alphaModFix/>
          </a:blip>
          <a:stretch>
            <a:fillRect/>
          </a:stretch>
        </p:blipFill>
        <p:spPr>
          <a:xfrm>
            <a:off x="1227082" y="2044890"/>
            <a:ext cx="731700" cy="731684"/>
          </a:xfrm>
          <a:prstGeom prst="rect">
            <a:avLst/>
          </a:prstGeom>
          <a:noFill/>
          <a:ln>
            <a:noFill/>
          </a:ln>
        </p:spPr>
      </p:pic>
      <p:pic>
        <p:nvPicPr>
          <p:cNvPr id="1931" name="Google Shape;1931;p145"/>
          <p:cNvPicPr preferRelativeResize="0"/>
          <p:nvPr/>
        </p:nvPicPr>
        <p:blipFill>
          <a:blip r:embed="rId3">
            <a:alphaModFix/>
          </a:blip>
          <a:stretch>
            <a:fillRect/>
          </a:stretch>
        </p:blipFill>
        <p:spPr>
          <a:xfrm>
            <a:off x="6413282" y="2044890"/>
            <a:ext cx="731700" cy="731684"/>
          </a:xfrm>
          <a:prstGeom prst="rect">
            <a:avLst/>
          </a:prstGeom>
          <a:noFill/>
          <a:ln>
            <a:noFill/>
          </a:ln>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1932" name="Shape 1932"/>
        <p:cNvGrpSpPr/>
        <p:nvPr/>
      </p:nvGrpSpPr>
      <p:grpSpPr>
        <a:xfrm>
          <a:off x="0" y="0"/>
          <a:ext cx="0" cy="0"/>
          <a:chOff x="0" y="0"/>
          <a:chExt cx="0" cy="0"/>
        </a:xfrm>
      </p:grpSpPr>
      <p:sp>
        <p:nvSpPr>
          <p:cNvPr id="1933" name="Google Shape;1933;p14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934" name="Google Shape;1934;p14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35" name="Google Shape;1935;p14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36" name="Google Shape;1936;p1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37" name="Google Shape;1937;p14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38" name="Google Shape;1938;p146"/>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939" name="Google Shape;1939;p146"/>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1940" name="Google Shape;1940;p146"/>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400"/>
            </a:lvl1pPr>
            <a:lvl2pPr lvl="1" rtl="0">
              <a:lnSpc>
                <a:spcPct val="114000"/>
              </a:lnSpc>
              <a:spcBef>
                <a:spcPts val="0"/>
              </a:spcBef>
              <a:spcAft>
                <a:spcPts val="0"/>
              </a:spcAft>
              <a:buNone/>
              <a:defRPr sz="1400"/>
            </a:lvl2pPr>
            <a:lvl3pPr lvl="2" rtl="0">
              <a:lnSpc>
                <a:spcPct val="114000"/>
              </a:lnSpc>
              <a:spcBef>
                <a:spcPts val="0"/>
              </a:spcBef>
              <a:spcAft>
                <a:spcPts val="0"/>
              </a:spcAft>
              <a:buNone/>
              <a:defRPr sz="1400"/>
            </a:lvl3pPr>
            <a:lvl4pPr lvl="3" rtl="0">
              <a:lnSpc>
                <a:spcPct val="114000"/>
              </a:lnSpc>
              <a:spcBef>
                <a:spcPts val="0"/>
              </a:spcBef>
              <a:spcAft>
                <a:spcPts val="0"/>
              </a:spcAft>
              <a:buNone/>
              <a:defRPr sz="1400"/>
            </a:lvl4pPr>
            <a:lvl5pPr lvl="4" rtl="0">
              <a:lnSpc>
                <a:spcPct val="114000"/>
              </a:lnSpc>
              <a:spcBef>
                <a:spcPts val="0"/>
              </a:spcBef>
              <a:spcAft>
                <a:spcPts val="0"/>
              </a:spcAft>
              <a:buNone/>
              <a:defRPr sz="1400"/>
            </a:lvl5pPr>
            <a:lvl6pPr lvl="5" rtl="0">
              <a:lnSpc>
                <a:spcPct val="114000"/>
              </a:lnSpc>
              <a:spcBef>
                <a:spcPts val="0"/>
              </a:spcBef>
              <a:spcAft>
                <a:spcPts val="0"/>
              </a:spcAft>
              <a:buNone/>
              <a:defRPr sz="1400"/>
            </a:lvl6pPr>
            <a:lvl7pPr lvl="6" rtl="0">
              <a:lnSpc>
                <a:spcPct val="114000"/>
              </a:lnSpc>
              <a:spcBef>
                <a:spcPts val="0"/>
              </a:spcBef>
              <a:spcAft>
                <a:spcPts val="0"/>
              </a:spcAft>
              <a:buNone/>
              <a:defRPr sz="1400"/>
            </a:lvl7pPr>
            <a:lvl8pPr lvl="7" rtl="0">
              <a:lnSpc>
                <a:spcPct val="114000"/>
              </a:lnSpc>
              <a:spcBef>
                <a:spcPts val="0"/>
              </a:spcBef>
              <a:spcAft>
                <a:spcPts val="0"/>
              </a:spcAft>
              <a:buNone/>
              <a:defRPr sz="1400"/>
            </a:lvl8pPr>
            <a:lvl9pPr lvl="8" rtl="0">
              <a:lnSpc>
                <a:spcPct val="114000"/>
              </a:lnSpc>
              <a:spcBef>
                <a:spcPts val="0"/>
              </a:spcBef>
              <a:spcAft>
                <a:spcPts val="0"/>
              </a:spcAft>
              <a:buNone/>
              <a:defRPr sz="1400"/>
            </a:lvl9pPr>
          </a:lstStyle>
          <a:p/>
        </p:txBody>
      </p:sp>
      <p:pic>
        <p:nvPicPr>
          <p:cNvPr id="1941" name="Google Shape;1941;p146"/>
          <p:cNvPicPr preferRelativeResize="0"/>
          <p:nvPr/>
        </p:nvPicPr>
        <p:blipFill>
          <a:blip r:embed="rId3">
            <a:alphaModFix/>
          </a:blip>
          <a:stretch>
            <a:fillRect/>
          </a:stretch>
        </p:blipFill>
        <p:spPr>
          <a:xfrm>
            <a:off x="3419450" y="1298452"/>
            <a:ext cx="731700" cy="731684"/>
          </a:xfrm>
          <a:prstGeom prst="rect">
            <a:avLst/>
          </a:prstGeom>
          <a:noFill/>
          <a:ln>
            <a:noFill/>
          </a:ln>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1942" name="Shape 1942"/>
        <p:cNvGrpSpPr/>
        <p:nvPr/>
      </p:nvGrpSpPr>
      <p:grpSpPr>
        <a:xfrm>
          <a:off x="0" y="0"/>
          <a:ext cx="0" cy="0"/>
          <a:chOff x="0" y="0"/>
          <a:chExt cx="0" cy="0"/>
        </a:xfrm>
      </p:grpSpPr>
      <p:sp>
        <p:nvSpPr>
          <p:cNvPr id="1943" name="Google Shape;1943;p1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944" name="Google Shape;1944;p14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945" name="Google Shape;1945;p14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46" name="Google Shape;1946;p14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47" name="Google Shape;1947;p14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48" name="Google Shape;1948;p14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49" name="Google Shape;1949;p14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950" name="Google Shape;1950;p14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951" name="Google Shape;1951;p147"/>
          <p:cNvSpPr txBox="1"/>
          <p:nvPr>
            <p:ph idx="4"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52" name="Google Shape;1952;p147"/>
          <p:cNvSpPr txBox="1"/>
          <p:nvPr>
            <p:ph idx="5"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53" name="Google Shape;1953;p147"/>
          <p:cNvSpPr txBox="1"/>
          <p:nvPr>
            <p:ph idx="6"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54" name="Google Shape;1954;p147"/>
          <p:cNvSpPr txBox="1"/>
          <p:nvPr>
            <p:ph idx="7"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55" name="Google Shape;1955;p147"/>
          <p:cNvSpPr txBox="1"/>
          <p:nvPr>
            <p:ph idx="8"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56" name="Google Shape;1956;p147"/>
          <p:cNvSpPr txBox="1"/>
          <p:nvPr>
            <p:ph idx="9"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57" name="Google Shape;1957;p147"/>
          <p:cNvSpPr txBox="1"/>
          <p:nvPr>
            <p:ph idx="13"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58" name="Google Shape;1958;p147"/>
          <p:cNvSpPr txBox="1"/>
          <p:nvPr>
            <p:ph idx="14"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1959" name="Shape 1959"/>
        <p:cNvGrpSpPr/>
        <p:nvPr/>
      </p:nvGrpSpPr>
      <p:grpSpPr>
        <a:xfrm>
          <a:off x="0" y="0"/>
          <a:ext cx="0" cy="0"/>
          <a:chOff x="0" y="0"/>
          <a:chExt cx="0" cy="0"/>
        </a:xfrm>
      </p:grpSpPr>
      <p:sp>
        <p:nvSpPr>
          <p:cNvPr id="1960" name="Google Shape;1960;p14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961" name="Google Shape;1961;p14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962" name="Google Shape;1962;p14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63" name="Google Shape;1963;p14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64" name="Google Shape;1964;p14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65" name="Google Shape;1965;p14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66" name="Google Shape;1966;p14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1967" name="Google Shape;1967;p14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1968" name="Google Shape;1968;p148"/>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969" name="Google Shape;1969;p148"/>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1970" name="Google Shape;1970;p148"/>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1971" name="Google Shape;1971;p148"/>
          <p:cNvSpPr txBox="1"/>
          <p:nvPr>
            <p:ph idx="4"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972" name="Google Shape;1972;p148"/>
          <p:cNvSpPr txBox="1"/>
          <p:nvPr>
            <p:ph idx="5"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73" name="Google Shape;1973;p148"/>
          <p:cNvSpPr txBox="1"/>
          <p:nvPr>
            <p:ph idx="6"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974" name="Google Shape;1974;p148"/>
          <p:cNvSpPr txBox="1"/>
          <p:nvPr>
            <p:ph idx="7"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75" name="Google Shape;1975;p148"/>
          <p:cNvSpPr txBox="1"/>
          <p:nvPr>
            <p:ph idx="8"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976" name="Google Shape;1976;p148"/>
          <p:cNvSpPr txBox="1"/>
          <p:nvPr>
            <p:ph idx="9"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77" name="Google Shape;1977;p148"/>
          <p:cNvSpPr txBox="1"/>
          <p:nvPr>
            <p:ph idx="13"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1978" name="Google Shape;1978;p148"/>
          <p:cNvSpPr txBox="1"/>
          <p:nvPr>
            <p:ph idx="14"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1979" name="Shape 1979"/>
        <p:cNvGrpSpPr/>
        <p:nvPr/>
      </p:nvGrpSpPr>
      <p:grpSpPr>
        <a:xfrm>
          <a:off x="0" y="0"/>
          <a:ext cx="0" cy="0"/>
          <a:chOff x="0" y="0"/>
          <a:chExt cx="0" cy="0"/>
        </a:xfrm>
      </p:grpSpPr>
      <p:sp>
        <p:nvSpPr>
          <p:cNvPr id="1980" name="Google Shape;1980;p149"/>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1981" name="Google Shape;1981;p149"/>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1982" name="Google Shape;1982;p149"/>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1983" name="Google Shape;1983;p14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84" name="Google Shape;1984;p14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85" name="Google Shape;1985;p14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1986" name="Google Shape;1986;p14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1987" name="Google Shape;1987;p14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1988" name="Google Shape;1988;p149"/>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89" name="Google Shape;1989;p149"/>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90" name="Google Shape;1990;p149"/>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91" name="Google Shape;1991;p149"/>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1992" name="Google Shape;1992;p149"/>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1993" name="Google Shape;1993;p149"/>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1994" name="Shape 1994"/>
        <p:cNvGrpSpPr/>
        <p:nvPr/>
      </p:nvGrpSpPr>
      <p:grpSpPr>
        <a:xfrm>
          <a:off x="0" y="0"/>
          <a:ext cx="0" cy="0"/>
          <a:chOff x="0" y="0"/>
          <a:chExt cx="0" cy="0"/>
        </a:xfrm>
      </p:grpSpPr>
      <p:sp>
        <p:nvSpPr>
          <p:cNvPr id="1995" name="Google Shape;1995;p1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1996" name="Google Shape;1996;p15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1997" name="Google Shape;1997;p15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1998" name="Google Shape;1998;p15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1999" name="Google Shape;1999;p15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00" name="Google Shape;2000;p15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01" name="Google Shape;2001;p15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002" name="Google Shape;2002;p15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003" name="Google Shape;2003;p150"/>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2004" name="Google Shape;2004;p150"/>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2005" name="Google Shape;2005;p150"/>
          <p:cNvSpPr txBox="1"/>
          <p:nvPr>
            <p:ph idx="4"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006" name="Google Shape;2006;p150"/>
          <p:cNvSpPr txBox="1"/>
          <p:nvPr>
            <p:ph idx="5"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007" name="Google Shape;2007;p150"/>
          <p:cNvSpPr txBox="1"/>
          <p:nvPr>
            <p:ph idx="6"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008" name="Google Shape;2008;p150"/>
          <p:cNvSpPr txBox="1"/>
          <p:nvPr>
            <p:ph idx="7"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009" name="Google Shape;2009;p150"/>
          <p:cNvSpPr txBox="1"/>
          <p:nvPr>
            <p:ph idx="8"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2010" name="Google Shape;2010;p150"/>
          <p:cNvSpPr txBox="1"/>
          <p:nvPr>
            <p:ph idx="9"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2011" name="Shape 2011"/>
        <p:cNvGrpSpPr/>
        <p:nvPr/>
      </p:nvGrpSpPr>
      <p:grpSpPr>
        <a:xfrm>
          <a:off x="0" y="0"/>
          <a:ext cx="0" cy="0"/>
          <a:chOff x="0" y="0"/>
          <a:chExt cx="0" cy="0"/>
        </a:xfrm>
      </p:grpSpPr>
      <p:sp>
        <p:nvSpPr>
          <p:cNvPr id="2012" name="Google Shape;2012;p15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013" name="Google Shape;2013;p15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014" name="Google Shape;2014;p15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15" name="Google Shape;2015;p15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16" name="Google Shape;2016;p1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17" name="Google Shape;2017;p15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18" name="Google Shape;2018;p15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019" name="Google Shape;2019;p15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020" name="Google Shape;2020;p151"/>
          <p:cNvSpPr txBox="1"/>
          <p:nvPr>
            <p:ph idx="4"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2021" name="Shape 2021"/>
        <p:cNvGrpSpPr/>
        <p:nvPr/>
      </p:nvGrpSpPr>
      <p:grpSpPr>
        <a:xfrm>
          <a:off x="0" y="0"/>
          <a:ext cx="0" cy="0"/>
          <a:chOff x="0" y="0"/>
          <a:chExt cx="0" cy="0"/>
        </a:xfrm>
      </p:grpSpPr>
      <p:sp>
        <p:nvSpPr>
          <p:cNvPr id="2022" name="Google Shape;2022;p15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023" name="Google Shape;2023;p15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024" name="Google Shape;2024;p15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25" name="Google Shape;2025;p15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26" name="Google Shape;2026;p15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27" name="Google Shape;2027;p15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28" name="Google Shape;2028;p15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029" name="Google Shape;2029;p152"/>
          <p:cNvSpPr txBox="1"/>
          <p:nvPr>
            <p:ph idx="3"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030" name="Google Shape;2030;p152"/>
          <p:cNvSpPr txBox="1"/>
          <p:nvPr>
            <p:ph idx="4" type="subTitle"/>
          </p:nvPr>
        </p:nvSpPr>
        <p:spPr>
          <a:xfrm>
            <a:off x="2087850" y="2416425"/>
            <a:ext cx="8044800" cy="1304100"/>
          </a:xfrm>
          <a:prstGeom prst="rect">
            <a:avLst/>
          </a:prstGeom>
        </p:spPr>
        <p:txBody>
          <a:bodyPr anchorCtr="0" anchor="t" bIns="0" lIns="0" spcFirstLastPara="1" rIns="0" wrap="square" tIns="0">
            <a:noAutofit/>
          </a:bodyPr>
          <a:lstStyle>
            <a:lvl1pPr lvl="0" rtl="0">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2031" name="Shape 2031"/>
        <p:cNvGrpSpPr/>
        <p:nvPr/>
      </p:nvGrpSpPr>
      <p:grpSpPr>
        <a:xfrm>
          <a:off x="0" y="0"/>
          <a:ext cx="0" cy="0"/>
          <a:chOff x="0" y="0"/>
          <a:chExt cx="0" cy="0"/>
        </a:xfrm>
      </p:grpSpPr>
      <p:sp>
        <p:nvSpPr>
          <p:cNvPr id="2032" name="Google Shape;2032;p153"/>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600">
                <a:solidFill>
                  <a:schemeClr val="accent1"/>
                </a:solidFill>
                <a:latin typeface="Red Hat Text"/>
                <a:ea typeface="Red Hat Text"/>
                <a:cs typeface="Red Hat Text"/>
                <a:sym typeface="Red Hat Text"/>
              </a:defRPr>
            </a:lvl1pPr>
            <a:lvl2pPr lvl="1" rtl="0">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2033" name="Google Shape;2033;p15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2034" name="Google Shape;2034;p15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035" name="Google Shape;2035;p15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036" name="Google Shape;2036;p15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37" name="Google Shape;2037;p15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38" name="Google Shape;2038;p153"/>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2039" name="Shape 2039"/>
        <p:cNvGrpSpPr/>
        <p:nvPr/>
      </p:nvGrpSpPr>
      <p:grpSpPr>
        <a:xfrm>
          <a:off x="0" y="0"/>
          <a:ext cx="0" cy="0"/>
          <a:chOff x="0" y="0"/>
          <a:chExt cx="0" cy="0"/>
        </a:xfrm>
      </p:grpSpPr>
      <p:sp>
        <p:nvSpPr>
          <p:cNvPr id="2040" name="Google Shape;2040;p154"/>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000">
                <a:solidFill>
                  <a:schemeClr val="lt1"/>
                </a:solidFill>
              </a:defRPr>
            </a:lvl1pPr>
            <a:lvl2pPr lvl="1" rtl="0">
              <a:lnSpc>
                <a:spcPct val="115000"/>
              </a:lnSpc>
              <a:spcBef>
                <a:spcPts val="0"/>
              </a:spcBef>
              <a:spcAft>
                <a:spcPts val="0"/>
              </a:spcAft>
              <a:buNone/>
              <a:defRPr sz="2600">
                <a:solidFill>
                  <a:schemeClr val="lt1"/>
                </a:solidFill>
              </a:defRPr>
            </a:lvl2pPr>
            <a:lvl3pPr lvl="2" rtl="0">
              <a:lnSpc>
                <a:spcPct val="115000"/>
              </a:lnSpc>
              <a:spcBef>
                <a:spcPts val="0"/>
              </a:spcBef>
              <a:spcAft>
                <a:spcPts val="0"/>
              </a:spcAft>
              <a:buNone/>
              <a:defRPr sz="2600">
                <a:solidFill>
                  <a:schemeClr val="lt1"/>
                </a:solidFill>
              </a:defRPr>
            </a:lvl3pPr>
            <a:lvl4pPr lvl="3" rtl="0">
              <a:lnSpc>
                <a:spcPct val="115000"/>
              </a:lnSpc>
              <a:spcBef>
                <a:spcPts val="0"/>
              </a:spcBef>
              <a:spcAft>
                <a:spcPts val="0"/>
              </a:spcAft>
              <a:buNone/>
              <a:defRPr sz="2600">
                <a:solidFill>
                  <a:schemeClr val="lt1"/>
                </a:solidFill>
              </a:defRPr>
            </a:lvl4pPr>
            <a:lvl5pPr lvl="4" rtl="0">
              <a:lnSpc>
                <a:spcPct val="115000"/>
              </a:lnSpc>
              <a:spcBef>
                <a:spcPts val="0"/>
              </a:spcBef>
              <a:spcAft>
                <a:spcPts val="0"/>
              </a:spcAft>
              <a:buNone/>
              <a:defRPr sz="2600">
                <a:solidFill>
                  <a:schemeClr val="lt1"/>
                </a:solidFill>
              </a:defRPr>
            </a:lvl5pPr>
            <a:lvl6pPr lvl="5" rtl="0">
              <a:lnSpc>
                <a:spcPct val="115000"/>
              </a:lnSpc>
              <a:spcBef>
                <a:spcPts val="0"/>
              </a:spcBef>
              <a:spcAft>
                <a:spcPts val="0"/>
              </a:spcAft>
              <a:buNone/>
              <a:defRPr sz="2600">
                <a:solidFill>
                  <a:schemeClr val="lt1"/>
                </a:solidFill>
              </a:defRPr>
            </a:lvl6pPr>
            <a:lvl7pPr lvl="6" rtl="0">
              <a:lnSpc>
                <a:spcPct val="115000"/>
              </a:lnSpc>
              <a:spcBef>
                <a:spcPts val="0"/>
              </a:spcBef>
              <a:spcAft>
                <a:spcPts val="0"/>
              </a:spcAft>
              <a:buNone/>
              <a:defRPr sz="2600">
                <a:solidFill>
                  <a:schemeClr val="lt1"/>
                </a:solidFill>
              </a:defRPr>
            </a:lvl7pPr>
            <a:lvl8pPr lvl="7" rtl="0">
              <a:lnSpc>
                <a:spcPct val="115000"/>
              </a:lnSpc>
              <a:spcBef>
                <a:spcPts val="0"/>
              </a:spcBef>
              <a:spcAft>
                <a:spcPts val="0"/>
              </a:spcAft>
              <a:buNone/>
              <a:defRPr sz="2600">
                <a:solidFill>
                  <a:schemeClr val="lt1"/>
                </a:solidFill>
              </a:defRPr>
            </a:lvl8pPr>
            <a:lvl9pPr lvl="8" rtl="0">
              <a:lnSpc>
                <a:spcPct val="115000"/>
              </a:lnSpc>
              <a:spcBef>
                <a:spcPts val="0"/>
              </a:spcBef>
              <a:spcAft>
                <a:spcPts val="0"/>
              </a:spcAft>
              <a:buNone/>
              <a:defRPr sz="2600">
                <a:solidFill>
                  <a:schemeClr val="lt1"/>
                </a:solidFill>
              </a:defRPr>
            </a:lvl9pPr>
          </a:lstStyle>
          <a:p/>
        </p:txBody>
      </p:sp>
      <p:cxnSp>
        <p:nvCxnSpPr>
          <p:cNvPr id="2041" name="Google Shape;2041;p1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042" name="Google Shape;2042;p1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2043" name="Google Shape;2043;p15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2044" name="Google Shape;2044;p154"/>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2045" name="Google Shape;2045;p15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2046" name="Google Shape;2046;p15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
        <p:nvSpPr>
          <p:cNvPr id="2047" name="Google Shape;2047;p154"/>
          <p:cNvSpPr txBox="1"/>
          <p:nvPr>
            <p:ph idx="3" type="subTitle"/>
          </p:nvPr>
        </p:nvSpPr>
        <p:spPr>
          <a:xfrm>
            <a:off x="32795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2048" name="Google Shape;2048;p154"/>
          <p:cNvSpPr txBox="1"/>
          <p:nvPr>
            <p:ph idx="4" type="subTitle"/>
          </p:nvPr>
        </p:nvSpPr>
        <p:spPr>
          <a:xfrm>
            <a:off x="566065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2049" name="Google Shape;2049;p154"/>
          <p:cNvSpPr txBox="1"/>
          <p:nvPr>
            <p:ph idx="5" type="subTitle"/>
          </p:nvPr>
        </p:nvSpPr>
        <p:spPr>
          <a:xfrm>
            <a:off x="80418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2050" name="Shape 2050"/>
        <p:cNvGrpSpPr/>
        <p:nvPr/>
      </p:nvGrpSpPr>
      <p:grpSpPr>
        <a:xfrm>
          <a:off x="0" y="0"/>
          <a:ext cx="0" cy="0"/>
          <a:chOff x="0" y="0"/>
          <a:chExt cx="0" cy="0"/>
        </a:xfrm>
      </p:grpSpPr>
      <p:sp>
        <p:nvSpPr>
          <p:cNvPr id="2051" name="Google Shape;2051;p155"/>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0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cxnSp>
        <p:nvCxnSpPr>
          <p:cNvPr id="2052" name="Google Shape;2052;p15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053" name="Google Shape;2053;p15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2054" name="Google Shape;2054;p155"/>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2055" name="Google Shape;2055;p15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056" name="Google Shape;2056;p15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57" name="Google Shape;2057;p155"/>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058" name="Google Shape;2058;p155"/>
          <p:cNvSpPr txBox="1"/>
          <p:nvPr>
            <p:ph idx="3" type="subTitle"/>
          </p:nvPr>
        </p:nvSpPr>
        <p:spPr>
          <a:xfrm>
            <a:off x="32795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2059" name="Google Shape;2059;p155"/>
          <p:cNvSpPr txBox="1"/>
          <p:nvPr>
            <p:ph idx="4" type="subTitle"/>
          </p:nvPr>
        </p:nvSpPr>
        <p:spPr>
          <a:xfrm>
            <a:off x="566065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2060" name="Google Shape;2060;p155"/>
          <p:cNvSpPr txBox="1"/>
          <p:nvPr>
            <p:ph idx="5" type="subTitle"/>
          </p:nvPr>
        </p:nvSpPr>
        <p:spPr>
          <a:xfrm>
            <a:off x="80418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USTOM_4_2_3">
    <p:spTree>
      <p:nvGrpSpPr>
        <p:cNvPr id="2061" name="Shape 2061"/>
        <p:cNvGrpSpPr/>
        <p:nvPr/>
      </p:nvGrpSpPr>
      <p:grpSpPr>
        <a:xfrm>
          <a:off x="0" y="0"/>
          <a:ext cx="0" cy="0"/>
          <a:chOff x="0" y="0"/>
          <a:chExt cx="0" cy="0"/>
        </a:xfrm>
      </p:grpSpPr>
      <p:sp>
        <p:nvSpPr>
          <p:cNvPr id="2062" name="Google Shape;2062;p156"/>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063" name="Google Shape;2063;p15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064" name="Google Shape;2064;p1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065" name="Google Shape;2065;p156"/>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066" name="Google Shape;2066;p15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067" name="Google Shape;2067;p15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068" name="Google Shape;2068;p156"/>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2069" name="Google Shape;2069;p156"/>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lvl1pPr indent="-349250" lvl="0" marL="457200" rtl="0">
              <a:lnSpc>
                <a:spcPct val="100000"/>
              </a:lnSpc>
              <a:spcBef>
                <a:spcPts val="0"/>
              </a:spcBef>
              <a:spcAft>
                <a:spcPts val="0"/>
              </a:spcAft>
              <a:buClr>
                <a:srgbClr val="EE0000"/>
              </a:buClr>
              <a:buSzPts val="1900"/>
              <a:buChar char="▸"/>
              <a:defRPr sz="1900">
                <a:solidFill>
                  <a:srgbClr val="EE0000"/>
                </a:solidFill>
              </a:defRPr>
            </a:lvl1pPr>
            <a:lvl2pPr indent="-317500" lvl="1" marL="914400" rtl="0">
              <a:lnSpc>
                <a:spcPct val="100000"/>
              </a:lnSpc>
              <a:spcBef>
                <a:spcPts val="1100"/>
              </a:spcBef>
              <a:spcAft>
                <a:spcPts val="0"/>
              </a:spcAft>
              <a:buSzPts val="1400"/>
              <a:buChar char="･"/>
              <a:defRPr/>
            </a:lvl2pPr>
            <a:lvl3pPr indent="-317500" lvl="2" marL="1371600" rtl="0">
              <a:lnSpc>
                <a:spcPct val="100000"/>
              </a:lnSpc>
              <a:spcBef>
                <a:spcPts val="1100"/>
              </a:spcBef>
              <a:spcAft>
                <a:spcPts val="0"/>
              </a:spcAft>
              <a:buSzPts val="1400"/>
              <a:buChar char="･"/>
              <a:defRPr/>
            </a:lvl3pPr>
            <a:lvl4pPr indent="-317500" lvl="3" marL="1828800" rtl="0">
              <a:lnSpc>
                <a:spcPct val="100000"/>
              </a:lnSpc>
              <a:spcBef>
                <a:spcPts val="1100"/>
              </a:spcBef>
              <a:spcAft>
                <a:spcPts val="0"/>
              </a:spcAft>
              <a:buSzPts val="1400"/>
              <a:buChar char="･"/>
              <a:defRPr/>
            </a:lvl4pPr>
            <a:lvl5pPr indent="-317500" lvl="4" marL="2286000" rtl="0">
              <a:lnSpc>
                <a:spcPct val="100000"/>
              </a:lnSpc>
              <a:spcBef>
                <a:spcPts val="1100"/>
              </a:spcBef>
              <a:spcAft>
                <a:spcPts val="0"/>
              </a:spcAft>
              <a:buSzPts val="1400"/>
              <a:buChar char="･"/>
              <a:defRPr/>
            </a:lvl5pPr>
            <a:lvl6pPr indent="-317500" lvl="5" marL="2743200" rtl="0">
              <a:lnSpc>
                <a:spcPct val="100000"/>
              </a:lnSpc>
              <a:spcBef>
                <a:spcPts val="1100"/>
              </a:spcBef>
              <a:spcAft>
                <a:spcPts val="0"/>
              </a:spcAft>
              <a:buSzPts val="1400"/>
              <a:buChar char="･"/>
              <a:defRPr/>
            </a:lvl6pPr>
            <a:lvl7pPr indent="-317500" lvl="6" marL="3200400" rtl="0">
              <a:lnSpc>
                <a:spcPct val="100000"/>
              </a:lnSpc>
              <a:spcBef>
                <a:spcPts val="1100"/>
              </a:spcBef>
              <a:spcAft>
                <a:spcPts val="0"/>
              </a:spcAft>
              <a:buSzPts val="1400"/>
              <a:buChar char="･"/>
              <a:defRPr/>
            </a:lvl7pPr>
            <a:lvl8pPr indent="-317500" lvl="7" marL="3657600" rtl="0">
              <a:lnSpc>
                <a:spcPct val="100000"/>
              </a:lnSpc>
              <a:spcBef>
                <a:spcPts val="1100"/>
              </a:spcBef>
              <a:spcAft>
                <a:spcPts val="0"/>
              </a:spcAft>
              <a:buSzPts val="1400"/>
              <a:buChar char="･"/>
              <a:defRPr/>
            </a:lvl8pPr>
            <a:lvl9pPr indent="-317500" lvl="8" marL="4114800" rtl="0">
              <a:lnSpc>
                <a:spcPct val="100000"/>
              </a:lnSpc>
              <a:spcBef>
                <a:spcPts val="1100"/>
              </a:spcBef>
              <a:spcAft>
                <a:spcPts val="1100"/>
              </a:spcAft>
              <a:buSzPts val="1400"/>
              <a:buChar char="･"/>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0" name="Shape 2070"/>
        <p:cNvGrpSpPr/>
        <p:nvPr/>
      </p:nvGrpSpPr>
      <p:grpSpPr>
        <a:xfrm>
          <a:off x="0" y="0"/>
          <a:ext cx="0" cy="0"/>
          <a:chOff x="0" y="0"/>
          <a:chExt cx="0" cy="0"/>
        </a:xfrm>
      </p:grpSpPr>
      <p:sp>
        <p:nvSpPr>
          <p:cNvPr id="2071" name="Google Shape;2071;p157"/>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ank">
  <p:cSld name="title, blank">
    <p:spTree>
      <p:nvGrpSpPr>
        <p:cNvPr id="2072" name="Shape 2072"/>
        <p:cNvGrpSpPr/>
        <p:nvPr/>
      </p:nvGrpSpPr>
      <p:grpSpPr>
        <a:xfrm>
          <a:off x="0" y="0"/>
          <a:ext cx="0" cy="0"/>
          <a:chOff x="0" y="0"/>
          <a:chExt cx="0" cy="0"/>
        </a:xfrm>
      </p:grpSpPr>
      <p:sp>
        <p:nvSpPr>
          <p:cNvPr id="2073" name="Google Shape;2073;p158"/>
          <p:cNvSpPr txBox="1"/>
          <p:nvPr>
            <p:ph type="title"/>
          </p:nvPr>
        </p:nvSpPr>
        <p:spPr>
          <a:xfrm>
            <a:off x="280416" y="268224"/>
            <a:ext cx="5522700" cy="1072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SzPts val="3400"/>
              <a:buNone/>
              <a:defRPr>
                <a:solidFill>
                  <a:schemeClr val="lt1"/>
                </a:solidFill>
              </a:defRPr>
            </a:lvl1pPr>
            <a:lvl2pPr lvl="1" rtl="0" algn="l">
              <a:lnSpc>
                <a:spcPct val="90000"/>
              </a:lnSpc>
              <a:spcBef>
                <a:spcPts val="0"/>
              </a:spcBef>
              <a:spcAft>
                <a:spcPts val="0"/>
              </a:spcAft>
              <a:buSzPts val="3400"/>
              <a:buNone/>
              <a:defRPr/>
            </a:lvl2pPr>
            <a:lvl3pPr lvl="2" rtl="0" algn="l">
              <a:lnSpc>
                <a:spcPct val="90000"/>
              </a:lnSpc>
              <a:spcBef>
                <a:spcPts val="0"/>
              </a:spcBef>
              <a:spcAft>
                <a:spcPts val="0"/>
              </a:spcAft>
              <a:buSzPts val="3400"/>
              <a:buNone/>
              <a:defRPr/>
            </a:lvl3pPr>
            <a:lvl4pPr lvl="3" rtl="0" algn="l">
              <a:lnSpc>
                <a:spcPct val="90000"/>
              </a:lnSpc>
              <a:spcBef>
                <a:spcPts val="0"/>
              </a:spcBef>
              <a:spcAft>
                <a:spcPts val="0"/>
              </a:spcAft>
              <a:buSzPts val="3400"/>
              <a:buNone/>
              <a:defRPr/>
            </a:lvl4pPr>
            <a:lvl5pPr lvl="4" rtl="0" algn="l">
              <a:lnSpc>
                <a:spcPct val="90000"/>
              </a:lnSpc>
              <a:spcBef>
                <a:spcPts val="0"/>
              </a:spcBef>
              <a:spcAft>
                <a:spcPts val="0"/>
              </a:spcAft>
              <a:buSzPts val="3400"/>
              <a:buNone/>
              <a:defRPr/>
            </a:lvl5pPr>
            <a:lvl6pPr lvl="5" rtl="0" algn="l">
              <a:lnSpc>
                <a:spcPct val="90000"/>
              </a:lnSpc>
              <a:spcBef>
                <a:spcPts val="0"/>
              </a:spcBef>
              <a:spcAft>
                <a:spcPts val="0"/>
              </a:spcAft>
              <a:buSzPts val="3400"/>
              <a:buNone/>
              <a:defRPr/>
            </a:lvl6pPr>
            <a:lvl7pPr lvl="6" rtl="0" algn="l">
              <a:lnSpc>
                <a:spcPct val="90000"/>
              </a:lnSpc>
              <a:spcBef>
                <a:spcPts val="0"/>
              </a:spcBef>
              <a:spcAft>
                <a:spcPts val="0"/>
              </a:spcAft>
              <a:buSzPts val="3400"/>
              <a:buNone/>
              <a:defRPr/>
            </a:lvl7pPr>
            <a:lvl8pPr lvl="7" rtl="0" algn="l">
              <a:lnSpc>
                <a:spcPct val="90000"/>
              </a:lnSpc>
              <a:spcBef>
                <a:spcPts val="0"/>
              </a:spcBef>
              <a:spcAft>
                <a:spcPts val="0"/>
              </a:spcAft>
              <a:buSzPts val="3400"/>
              <a:buNone/>
              <a:defRPr/>
            </a:lvl8pPr>
            <a:lvl9pPr lvl="8" rtl="0" algn="l">
              <a:lnSpc>
                <a:spcPct val="90000"/>
              </a:lnSpc>
              <a:spcBef>
                <a:spcPts val="0"/>
              </a:spcBef>
              <a:spcAft>
                <a:spcPts val="0"/>
              </a:spcAft>
              <a:buSzPts val="3400"/>
              <a:buNone/>
              <a:defRPr/>
            </a:lvl9pPr>
          </a:lstStyle>
          <a:p/>
        </p:txBody>
      </p:sp>
      <p:sp>
        <p:nvSpPr>
          <p:cNvPr id="2074" name="Google Shape;2074;p158"/>
          <p:cNvSpPr txBox="1"/>
          <p:nvPr>
            <p:ph idx="11" type="ftr"/>
          </p:nvPr>
        </p:nvSpPr>
        <p:spPr>
          <a:xfrm>
            <a:off x="304888" y="6400800"/>
            <a:ext cx="5486400" cy="222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Clr>
                <a:schemeClr val="lt1"/>
              </a:buClr>
              <a:buSzPts val="800"/>
              <a:buFont typeface="IBM Plex Sans"/>
              <a:buChar char="●"/>
              <a:defRPr sz="1900">
                <a:solidFill>
                  <a:schemeClr val="lt1"/>
                </a:solidFill>
              </a:defRPr>
            </a:lvl1pPr>
            <a:lvl2pPr lvl="1" rtl="0" algn="l">
              <a:spcBef>
                <a:spcPts val="0"/>
              </a:spcBef>
              <a:spcAft>
                <a:spcPts val="0"/>
              </a:spcAft>
              <a:buSzPts val="1900"/>
              <a:buNone/>
              <a:defRPr sz="1900"/>
            </a:lvl2pPr>
            <a:lvl3pPr lvl="2" rtl="0" algn="l">
              <a:spcBef>
                <a:spcPts val="0"/>
              </a:spcBef>
              <a:spcAft>
                <a:spcPts val="0"/>
              </a:spcAft>
              <a:buSzPts val="1900"/>
              <a:buNone/>
              <a:defRPr sz="1900"/>
            </a:lvl3pPr>
            <a:lvl4pPr lvl="3" rtl="0" algn="l">
              <a:spcBef>
                <a:spcPts val="0"/>
              </a:spcBef>
              <a:spcAft>
                <a:spcPts val="0"/>
              </a:spcAft>
              <a:buSzPts val="1900"/>
              <a:buNone/>
              <a:defRPr sz="1900"/>
            </a:lvl4pPr>
            <a:lvl5pPr lvl="4" rtl="0" algn="l">
              <a:spcBef>
                <a:spcPts val="0"/>
              </a:spcBef>
              <a:spcAft>
                <a:spcPts val="0"/>
              </a:spcAft>
              <a:buSzPts val="1900"/>
              <a:buNone/>
              <a:defRPr sz="1900"/>
            </a:lvl5pPr>
            <a:lvl6pPr lvl="5" rtl="0" algn="l">
              <a:spcBef>
                <a:spcPts val="0"/>
              </a:spcBef>
              <a:spcAft>
                <a:spcPts val="0"/>
              </a:spcAft>
              <a:buSzPts val="1900"/>
              <a:buNone/>
              <a:defRPr sz="1900"/>
            </a:lvl6pPr>
            <a:lvl7pPr lvl="6" rtl="0" algn="l">
              <a:spcBef>
                <a:spcPts val="0"/>
              </a:spcBef>
              <a:spcAft>
                <a:spcPts val="0"/>
              </a:spcAft>
              <a:buSzPts val="1900"/>
              <a:buNone/>
              <a:defRPr sz="1900"/>
            </a:lvl7pPr>
            <a:lvl8pPr lvl="7" rtl="0" algn="l">
              <a:spcBef>
                <a:spcPts val="0"/>
              </a:spcBef>
              <a:spcAft>
                <a:spcPts val="0"/>
              </a:spcAft>
              <a:buSzPts val="1900"/>
              <a:buNone/>
              <a:defRPr sz="1900"/>
            </a:lvl8pPr>
            <a:lvl9pPr lvl="8" rtl="0" algn="l">
              <a:spcBef>
                <a:spcPts val="0"/>
              </a:spcBef>
              <a:spcAft>
                <a:spcPts val="0"/>
              </a:spcAft>
              <a:buSzPts val="1900"/>
              <a:buNone/>
              <a:defRPr sz="1900"/>
            </a:lvl9pPr>
          </a:lstStyle>
          <a:p/>
        </p:txBody>
      </p:sp>
      <p:sp>
        <p:nvSpPr>
          <p:cNvPr id="2075" name="Google Shape;2075;p158"/>
          <p:cNvSpPr txBox="1"/>
          <p:nvPr>
            <p:ph idx="12" type="sldNum"/>
          </p:nvPr>
        </p:nvSpPr>
        <p:spPr>
          <a:xfrm>
            <a:off x="9448801" y="6400800"/>
            <a:ext cx="2438400" cy="222300"/>
          </a:xfrm>
          <a:prstGeom prst="rect">
            <a:avLst/>
          </a:prstGeom>
          <a:noFill/>
          <a:ln>
            <a:noFill/>
          </a:ln>
        </p:spPr>
        <p:txBody>
          <a:bodyPr anchorCtr="0" anchor="ctr" bIns="0" lIns="0" spcFirstLastPara="1" rIns="0" wrap="square" tIns="0">
            <a:noAutofit/>
          </a:bodyPr>
          <a:lstStyle>
            <a:lvl1pPr indent="0" lvl="0" marL="0" rtl="0" algn="r">
              <a:spcBef>
                <a:spcPts val="0"/>
              </a:spcBef>
              <a:buNone/>
              <a:defRPr b="0" i="0" sz="800">
                <a:solidFill>
                  <a:schemeClr val="lt1"/>
                </a:solidFill>
                <a:latin typeface="IBM Plex Sans"/>
                <a:ea typeface="IBM Plex Sans"/>
                <a:cs typeface="IBM Plex Sans"/>
                <a:sym typeface="IBM Plex Sans"/>
              </a:defRPr>
            </a:lvl1pPr>
            <a:lvl2pPr indent="0" lvl="1" marL="0" rtl="0" algn="r">
              <a:spcBef>
                <a:spcPts val="0"/>
              </a:spcBef>
              <a:buNone/>
              <a:defRPr b="0" i="0" sz="800">
                <a:solidFill>
                  <a:schemeClr val="lt1"/>
                </a:solidFill>
                <a:latin typeface="IBM Plex Sans"/>
                <a:ea typeface="IBM Plex Sans"/>
                <a:cs typeface="IBM Plex Sans"/>
                <a:sym typeface="IBM Plex Sans"/>
              </a:defRPr>
            </a:lvl2pPr>
            <a:lvl3pPr indent="0" lvl="2" marL="0" rtl="0" algn="r">
              <a:spcBef>
                <a:spcPts val="0"/>
              </a:spcBef>
              <a:buNone/>
              <a:defRPr b="0" i="0" sz="800">
                <a:solidFill>
                  <a:schemeClr val="lt1"/>
                </a:solidFill>
                <a:latin typeface="IBM Plex Sans"/>
                <a:ea typeface="IBM Plex Sans"/>
                <a:cs typeface="IBM Plex Sans"/>
                <a:sym typeface="IBM Plex Sans"/>
              </a:defRPr>
            </a:lvl3pPr>
            <a:lvl4pPr indent="0" lvl="3" marL="0" rtl="0" algn="r">
              <a:spcBef>
                <a:spcPts val="0"/>
              </a:spcBef>
              <a:buNone/>
              <a:defRPr b="0" i="0" sz="800">
                <a:solidFill>
                  <a:schemeClr val="lt1"/>
                </a:solidFill>
                <a:latin typeface="IBM Plex Sans"/>
                <a:ea typeface="IBM Plex Sans"/>
                <a:cs typeface="IBM Plex Sans"/>
                <a:sym typeface="IBM Plex Sans"/>
              </a:defRPr>
            </a:lvl4pPr>
            <a:lvl5pPr indent="0" lvl="4" marL="0" rtl="0" algn="r">
              <a:spcBef>
                <a:spcPts val="0"/>
              </a:spcBef>
              <a:buNone/>
              <a:defRPr b="0" i="0" sz="800">
                <a:solidFill>
                  <a:schemeClr val="lt1"/>
                </a:solidFill>
                <a:latin typeface="IBM Plex Sans"/>
                <a:ea typeface="IBM Plex Sans"/>
                <a:cs typeface="IBM Plex Sans"/>
                <a:sym typeface="IBM Plex Sans"/>
              </a:defRPr>
            </a:lvl5pPr>
            <a:lvl6pPr indent="0" lvl="5" marL="0" rtl="0" algn="r">
              <a:spcBef>
                <a:spcPts val="0"/>
              </a:spcBef>
              <a:buNone/>
              <a:defRPr b="0" i="0" sz="800">
                <a:solidFill>
                  <a:schemeClr val="lt1"/>
                </a:solidFill>
                <a:latin typeface="IBM Plex Sans"/>
                <a:ea typeface="IBM Plex Sans"/>
                <a:cs typeface="IBM Plex Sans"/>
                <a:sym typeface="IBM Plex Sans"/>
              </a:defRPr>
            </a:lvl6pPr>
            <a:lvl7pPr indent="0" lvl="6" marL="0" rtl="0" algn="r">
              <a:spcBef>
                <a:spcPts val="0"/>
              </a:spcBef>
              <a:buNone/>
              <a:defRPr b="0" i="0" sz="800">
                <a:solidFill>
                  <a:schemeClr val="lt1"/>
                </a:solidFill>
                <a:latin typeface="IBM Plex Sans"/>
                <a:ea typeface="IBM Plex Sans"/>
                <a:cs typeface="IBM Plex Sans"/>
                <a:sym typeface="IBM Plex Sans"/>
              </a:defRPr>
            </a:lvl7pPr>
            <a:lvl8pPr indent="0" lvl="7" marL="0" rtl="0" algn="r">
              <a:spcBef>
                <a:spcPts val="0"/>
              </a:spcBef>
              <a:buNone/>
              <a:defRPr b="0" i="0" sz="800">
                <a:solidFill>
                  <a:schemeClr val="lt1"/>
                </a:solidFill>
                <a:latin typeface="IBM Plex Sans"/>
                <a:ea typeface="IBM Plex Sans"/>
                <a:cs typeface="IBM Plex Sans"/>
                <a:sym typeface="IBM Plex Sans"/>
              </a:defRPr>
            </a:lvl8pPr>
            <a:lvl9pPr indent="0" lvl="8" marL="0" rtl="0" algn="r">
              <a:spcBef>
                <a:spcPts val="0"/>
              </a:spcBef>
              <a:buNone/>
              <a:defRPr b="0" i="0" sz="800">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ext">
  <p:cSld name="two columns, text">
    <p:spTree>
      <p:nvGrpSpPr>
        <p:cNvPr id="2076" name="Shape 2076"/>
        <p:cNvGrpSpPr/>
        <p:nvPr/>
      </p:nvGrpSpPr>
      <p:grpSpPr>
        <a:xfrm>
          <a:off x="0" y="0"/>
          <a:ext cx="0" cy="0"/>
          <a:chOff x="0" y="0"/>
          <a:chExt cx="0" cy="0"/>
        </a:xfrm>
      </p:grpSpPr>
      <p:sp>
        <p:nvSpPr>
          <p:cNvPr id="2077" name="Google Shape;2077;p159"/>
          <p:cNvSpPr txBox="1"/>
          <p:nvPr>
            <p:ph idx="1" type="body"/>
          </p:nvPr>
        </p:nvSpPr>
        <p:spPr>
          <a:xfrm>
            <a:off x="6096000" y="2514600"/>
            <a:ext cx="5181600" cy="609600"/>
          </a:xfrm>
          <a:prstGeom prst="rect">
            <a:avLst/>
          </a:prstGeom>
          <a:noFill/>
          <a:ln>
            <a:noFill/>
          </a:ln>
        </p:spPr>
        <p:txBody>
          <a:bodyPr anchorCtr="0" anchor="b" bIns="0" lIns="0" spcFirstLastPara="1" rIns="0" wrap="square" tIns="0">
            <a:noAutofit/>
          </a:bodyPr>
          <a:lstStyle>
            <a:lvl1pPr indent="-228600" lvl="0" marL="457200" marR="0" rtl="0" algn="ctr">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228600" lvl="1" marL="9144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78" name="Google Shape;2078;p159"/>
          <p:cNvSpPr txBox="1"/>
          <p:nvPr>
            <p:ph idx="2" type="body"/>
          </p:nvPr>
        </p:nvSpPr>
        <p:spPr>
          <a:xfrm>
            <a:off x="914400" y="2514600"/>
            <a:ext cx="5181600" cy="609600"/>
          </a:xfrm>
          <a:prstGeom prst="rect">
            <a:avLst/>
          </a:prstGeom>
          <a:noFill/>
          <a:ln>
            <a:noFill/>
          </a:ln>
        </p:spPr>
        <p:txBody>
          <a:bodyPr anchorCtr="0" anchor="b" bIns="0" lIns="0" spcFirstLastPara="1" rIns="0" wrap="square" tIns="0">
            <a:noAutofit/>
          </a:bodyPr>
          <a:lstStyle>
            <a:lvl1pPr indent="-228600" lvl="0" marL="457200" marR="0" rtl="0" algn="ctr">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228600" lvl="1" marL="9144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79" name="Google Shape;2079;p159"/>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b="0" i="0" sz="1100" u="none" cap="none" strike="noStrike">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2080" name="Google Shape;2080;p159"/>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buNone/>
              <a:defRPr b="0" i="0" sz="1100" u="none" cap="none" strike="noStrike">
                <a:solidFill>
                  <a:schemeClr val="dk1"/>
                </a:solidFill>
                <a:latin typeface="Arial"/>
                <a:ea typeface="Arial"/>
                <a:cs typeface="Arial"/>
                <a:sym typeface="Arial"/>
              </a:defRPr>
            </a:lvl1pPr>
            <a:lvl2pPr indent="0" lvl="1" marL="0" marR="0" rtl="0" algn="r">
              <a:spcBef>
                <a:spcPts val="0"/>
              </a:spcBef>
              <a:buNone/>
              <a:defRPr b="0" i="0" sz="1100" u="none" cap="none" strike="noStrike">
                <a:solidFill>
                  <a:schemeClr val="dk1"/>
                </a:solidFill>
                <a:latin typeface="Arial"/>
                <a:ea typeface="Arial"/>
                <a:cs typeface="Arial"/>
                <a:sym typeface="Arial"/>
              </a:defRPr>
            </a:lvl2pPr>
            <a:lvl3pPr indent="0" lvl="2" marL="0" marR="0" rtl="0" algn="r">
              <a:spcBef>
                <a:spcPts val="0"/>
              </a:spcBef>
              <a:buNone/>
              <a:defRPr b="0" i="0" sz="1100" u="none" cap="none" strike="noStrike">
                <a:solidFill>
                  <a:schemeClr val="dk1"/>
                </a:solidFill>
                <a:latin typeface="Arial"/>
                <a:ea typeface="Arial"/>
                <a:cs typeface="Arial"/>
                <a:sym typeface="Arial"/>
              </a:defRPr>
            </a:lvl3pPr>
            <a:lvl4pPr indent="0" lvl="3" marL="0" marR="0" rtl="0" algn="r">
              <a:spcBef>
                <a:spcPts val="0"/>
              </a:spcBef>
              <a:buNone/>
              <a:defRPr b="0" i="0" sz="1100" u="none" cap="none" strike="noStrike">
                <a:solidFill>
                  <a:schemeClr val="dk1"/>
                </a:solidFill>
                <a:latin typeface="Arial"/>
                <a:ea typeface="Arial"/>
                <a:cs typeface="Arial"/>
                <a:sym typeface="Arial"/>
              </a:defRPr>
            </a:lvl4pPr>
            <a:lvl5pPr indent="0" lvl="4" marL="0" marR="0" rtl="0" algn="r">
              <a:spcBef>
                <a:spcPts val="0"/>
              </a:spcBef>
              <a:buNone/>
              <a:defRPr b="0" i="0" sz="1100" u="none" cap="none" strike="noStrike">
                <a:solidFill>
                  <a:schemeClr val="dk1"/>
                </a:solidFill>
                <a:latin typeface="Arial"/>
                <a:ea typeface="Arial"/>
                <a:cs typeface="Arial"/>
                <a:sym typeface="Arial"/>
              </a:defRPr>
            </a:lvl5pPr>
            <a:lvl6pPr indent="0" lvl="5" marL="0" marR="0" rtl="0" algn="r">
              <a:spcBef>
                <a:spcPts val="0"/>
              </a:spcBef>
              <a:buNone/>
              <a:defRPr b="0" i="0" sz="1100" u="none" cap="none" strike="noStrike">
                <a:solidFill>
                  <a:schemeClr val="dk1"/>
                </a:solidFill>
                <a:latin typeface="Arial"/>
                <a:ea typeface="Arial"/>
                <a:cs typeface="Arial"/>
                <a:sym typeface="Arial"/>
              </a:defRPr>
            </a:lvl6pPr>
            <a:lvl7pPr indent="0" lvl="6" marL="0" marR="0" rtl="0" algn="r">
              <a:spcBef>
                <a:spcPts val="0"/>
              </a:spcBef>
              <a:buNone/>
              <a:defRPr b="0" i="0" sz="1100" u="none" cap="none" strike="noStrike">
                <a:solidFill>
                  <a:schemeClr val="dk1"/>
                </a:solidFill>
                <a:latin typeface="Arial"/>
                <a:ea typeface="Arial"/>
                <a:cs typeface="Arial"/>
                <a:sym typeface="Arial"/>
              </a:defRPr>
            </a:lvl7pPr>
            <a:lvl8pPr indent="0" lvl="7" marL="0" marR="0" rtl="0" algn="r">
              <a:spcBef>
                <a:spcPts val="0"/>
              </a:spcBef>
              <a:buNone/>
              <a:defRPr b="0" i="0" sz="1100" u="none" cap="none" strike="noStrike">
                <a:solidFill>
                  <a:schemeClr val="dk1"/>
                </a:solidFill>
                <a:latin typeface="Arial"/>
                <a:ea typeface="Arial"/>
                <a:cs typeface="Arial"/>
                <a:sym typeface="Arial"/>
              </a:defRPr>
            </a:lvl8pPr>
            <a:lvl9pPr indent="0" lvl="8" marL="0" marR="0" rtl="0" algn="r">
              <a:spcBef>
                <a:spcPts val="0"/>
              </a:spcBef>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81" name="Google Shape;2081;p159"/>
          <p:cNvSpPr txBox="1"/>
          <p:nvPr>
            <p:ph idx="3" type="body"/>
          </p:nvPr>
        </p:nvSpPr>
        <p:spPr>
          <a:xfrm>
            <a:off x="914400" y="3352800"/>
            <a:ext cx="5181600" cy="2286000"/>
          </a:xfrm>
          <a:prstGeom prst="rect">
            <a:avLst/>
          </a:prstGeom>
          <a:noFill/>
          <a:ln>
            <a:noFill/>
          </a:ln>
        </p:spPr>
        <p:txBody>
          <a:bodyPr anchorCtr="0" anchor="t" bIns="0" lIns="0" spcFirstLastPara="1" rIns="0" wrap="square" tIns="0">
            <a:noAutofit/>
          </a:bodyPr>
          <a:lstStyle>
            <a:lvl1pPr indent="-228600" lvl="0" marL="457200" marR="0" rtl="0" algn="ctr">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82" name="Google Shape;2082;p159"/>
          <p:cNvSpPr txBox="1"/>
          <p:nvPr>
            <p:ph idx="4" type="body"/>
          </p:nvPr>
        </p:nvSpPr>
        <p:spPr>
          <a:xfrm>
            <a:off x="6096000" y="3352800"/>
            <a:ext cx="5181600" cy="2286000"/>
          </a:xfrm>
          <a:prstGeom prst="rect">
            <a:avLst/>
          </a:prstGeom>
          <a:noFill/>
          <a:ln>
            <a:noFill/>
          </a:ln>
        </p:spPr>
        <p:txBody>
          <a:bodyPr anchorCtr="0" anchor="t" bIns="0" lIns="0" spcFirstLastPara="1" rIns="0" wrap="square" tIns="0">
            <a:noAutofit/>
          </a:bodyPr>
          <a:lstStyle>
            <a:lvl1pPr indent="-228600" lvl="0" marL="457200" marR="0" rtl="0" algn="ctr">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83" name="Google Shape;2083;p159"/>
          <p:cNvSpPr txBox="1"/>
          <p:nvPr>
            <p:ph idx="5" type="body"/>
          </p:nvPr>
        </p:nvSpPr>
        <p:spPr>
          <a:xfrm>
            <a:off x="914400" y="1397000"/>
            <a:ext cx="10363200" cy="381300"/>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463550" lvl="1" marL="914400" marR="0" rtl="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2pPr>
            <a:lvl3pPr indent="-431800" lvl="2" marL="1371600" marR="0" rtl="0" algn="l">
              <a:spcBef>
                <a:spcPts val="6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3pPr>
            <a:lvl4pPr indent="-400050" lvl="3" marL="18288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2084" name="Google Shape;2084;p159"/>
          <p:cNvSpPr txBox="1"/>
          <p:nvPr>
            <p:ph type="title"/>
          </p:nvPr>
        </p:nvSpPr>
        <p:spPr>
          <a:xfrm>
            <a:off x="914400" y="0"/>
            <a:ext cx="10363200" cy="1371600"/>
          </a:xfrm>
          <a:prstGeom prst="rect">
            <a:avLst/>
          </a:prstGeom>
          <a:noFill/>
          <a:ln>
            <a:noFill/>
          </a:ln>
        </p:spPr>
        <p:txBody>
          <a:bodyPr anchorCtr="0" anchor="b" bIns="0" lIns="0" spcFirstLastPara="1" rIns="0" wrap="square" tIns="0">
            <a:noAutofit/>
          </a:bodyPr>
          <a:lstStyle>
            <a:lvl1pPr indent="0" lvl="0" marL="0" marR="0" rtl="0" algn="l">
              <a:spcBef>
                <a:spcPts val="0"/>
              </a:spcBef>
              <a:spcAft>
                <a:spcPts val="0"/>
              </a:spcAft>
              <a:buSzPts val="3400"/>
              <a:buNone/>
              <a:defRPr b="0" i="0" sz="3700" u="none" cap="none" strike="noStrike">
                <a:solidFill>
                  <a:srgbClr val="000000"/>
                </a:solidFill>
                <a:latin typeface="Arial"/>
                <a:ea typeface="Arial"/>
                <a:cs typeface="Arial"/>
                <a:sym typeface="Arial"/>
              </a:defRPr>
            </a:lvl1pPr>
            <a:lvl2pPr indent="0" lvl="1"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graphics">
  <p:cSld name="CUSTOM_2_1_1_1">
    <p:spTree>
      <p:nvGrpSpPr>
        <p:cNvPr id="2085" name="Shape 2085"/>
        <p:cNvGrpSpPr/>
        <p:nvPr/>
      </p:nvGrpSpPr>
      <p:grpSpPr>
        <a:xfrm>
          <a:off x="0" y="0"/>
          <a:ext cx="0" cy="0"/>
          <a:chOff x="0" y="0"/>
          <a:chExt cx="0" cy="0"/>
        </a:xfrm>
      </p:grpSpPr>
      <p:sp>
        <p:nvSpPr>
          <p:cNvPr id="2086" name="Google Shape;2086;p160"/>
          <p:cNvSpPr txBox="1"/>
          <p:nvPr>
            <p:ph idx="12" type="sldNum"/>
          </p:nvPr>
        </p:nvSpPr>
        <p:spPr>
          <a:xfrm>
            <a:off x="137770" y="6311925"/>
            <a:ext cx="4809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
        <p:nvSpPr>
          <p:cNvPr id="2087" name="Google Shape;2087;p160"/>
          <p:cNvSpPr txBox="1"/>
          <p:nvPr>
            <p:ph idx="1" type="subTitle"/>
          </p:nvPr>
        </p:nvSpPr>
        <p:spPr>
          <a:xfrm>
            <a:off x="1102200" y="3526576"/>
            <a:ext cx="2944800" cy="7728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2088" name="Google Shape;2088;p160"/>
          <p:cNvSpPr txBox="1"/>
          <p:nvPr>
            <p:ph idx="2" type="body"/>
          </p:nvPr>
        </p:nvSpPr>
        <p:spPr>
          <a:xfrm>
            <a:off x="1102200" y="4146975"/>
            <a:ext cx="2944800" cy="1623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2089" name="Google Shape;2089;p160"/>
          <p:cNvSpPr txBox="1"/>
          <p:nvPr>
            <p:ph idx="3" type="subTitle"/>
          </p:nvPr>
        </p:nvSpPr>
        <p:spPr>
          <a:xfrm>
            <a:off x="4623517" y="3526576"/>
            <a:ext cx="2944800" cy="7728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2090" name="Google Shape;2090;p160"/>
          <p:cNvSpPr txBox="1"/>
          <p:nvPr>
            <p:ph idx="4" type="body"/>
          </p:nvPr>
        </p:nvSpPr>
        <p:spPr>
          <a:xfrm>
            <a:off x="4623517" y="4146975"/>
            <a:ext cx="2944800" cy="1623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2091" name="Google Shape;2091;p160"/>
          <p:cNvSpPr txBox="1"/>
          <p:nvPr>
            <p:ph idx="5" type="subTitle"/>
          </p:nvPr>
        </p:nvSpPr>
        <p:spPr>
          <a:xfrm>
            <a:off x="8144983" y="3526576"/>
            <a:ext cx="2944800" cy="7728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2092" name="Google Shape;2092;p160"/>
          <p:cNvSpPr txBox="1"/>
          <p:nvPr>
            <p:ph idx="6" type="body"/>
          </p:nvPr>
        </p:nvSpPr>
        <p:spPr>
          <a:xfrm>
            <a:off x="8144983" y="4146975"/>
            <a:ext cx="2944800" cy="1623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2093" name="Google Shape;2093;p160"/>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2094" name="Google Shape;2094;p160"/>
          <p:cNvSpPr txBox="1"/>
          <p:nvPr>
            <p:ph idx="7"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p:cSld name="CUSTOM_1_1">
    <p:spTree>
      <p:nvGrpSpPr>
        <p:cNvPr id="2095" name="Shape 2095"/>
        <p:cNvGrpSpPr/>
        <p:nvPr/>
      </p:nvGrpSpPr>
      <p:grpSpPr>
        <a:xfrm>
          <a:off x="0" y="0"/>
          <a:ext cx="0" cy="0"/>
          <a:chOff x="0" y="0"/>
          <a:chExt cx="0" cy="0"/>
        </a:xfrm>
      </p:grpSpPr>
      <p:sp>
        <p:nvSpPr>
          <p:cNvPr id="2096" name="Google Shape;2096;p161"/>
          <p:cNvSpPr txBox="1"/>
          <p:nvPr>
            <p:ph idx="12" type="sldNum"/>
          </p:nvPr>
        </p:nvSpPr>
        <p:spPr>
          <a:xfrm>
            <a:off x="137770" y="6311925"/>
            <a:ext cx="4809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
        <p:nvSpPr>
          <p:cNvPr id="2097" name="Google Shape;2097;p161"/>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2098" name="Google Shape;2098;p161"/>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2099" name="Google Shape;2099;p161"/>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1">
  <p:cSld name="text only">
    <p:spTree>
      <p:nvGrpSpPr>
        <p:cNvPr id="2100" name="Shape 2100"/>
        <p:cNvGrpSpPr/>
        <p:nvPr/>
      </p:nvGrpSpPr>
      <p:grpSpPr>
        <a:xfrm>
          <a:off x="0" y="0"/>
          <a:ext cx="0" cy="0"/>
          <a:chOff x="0" y="0"/>
          <a:chExt cx="0" cy="0"/>
        </a:xfrm>
      </p:grpSpPr>
      <p:sp>
        <p:nvSpPr>
          <p:cNvPr id="2101" name="Google Shape;2101;p162"/>
          <p:cNvSpPr txBox="1"/>
          <p:nvPr>
            <p:ph type="title"/>
          </p:nvPr>
        </p:nvSpPr>
        <p:spPr>
          <a:xfrm>
            <a:off x="1102200" y="0"/>
            <a:ext cx="9987600" cy="1417500"/>
          </a:xfrm>
          <a:prstGeom prst="rect">
            <a:avLst/>
          </a:prstGeom>
          <a:noFill/>
          <a:ln>
            <a:noFill/>
          </a:ln>
        </p:spPr>
        <p:txBody>
          <a:bodyPr anchorCtr="0" anchor="b" bIns="0" lIns="0" spcFirstLastPara="1" rIns="0" wrap="square" tIns="0">
            <a:noAutofit/>
          </a:bodyPr>
          <a:lstStyle>
            <a:lvl1pPr lvl="0" rtl="0">
              <a:spcBef>
                <a:spcPts val="0"/>
              </a:spcBef>
              <a:spcAft>
                <a:spcPts val="0"/>
              </a:spcAft>
              <a:buSzPts val="3400"/>
              <a:buFont typeface="Arial"/>
              <a:buNone/>
              <a:defRPr/>
            </a:lvl1pPr>
            <a:lvl2pPr lvl="1" rtl="0">
              <a:spcBef>
                <a:spcPts val="0"/>
              </a:spcBef>
              <a:spcAft>
                <a:spcPts val="0"/>
              </a:spcAft>
              <a:buSzPts val="3400"/>
              <a:buFont typeface="Proxima Nova"/>
              <a:buNone/>
              <a:defRPr/>
            </a:lvl2pPr>
            <a:lvl3pPr lvl="2" rtl="0">
              <a:spcBef>
                <a:spcPts val="0"/>
              </a:spcBef>
              <a:spcAft>
                <a:spcPts val="0"/>
              </a:spcAft>
              <a:buSzPts val="3400"/>
              <a:buFont typeface="Proxima Nova"/>
              <a:buNone/>
              <a:defRPr/>
            </a:lvl3pPr>
            <a:lvl4pPr lvl="3" rtl="0">
              <a:spcBef>
                <a:spcPts val="0"/>
              </a:spcBef>
              <a:spcAft>
                <a:spcPts val="0"/>
              </a:spcAft>
              <a:buSzPts val="3400"/>
              <a:buFont typeface="Proxima Nova"/>
              <a:buNone/>
              <a:defRPr/>
            </a:lvl4pPr>
            <a:lvl5pPr lvl="4" rtl="0">
              <a:spcBef>
                <a:spcPts val="0"/>
              </a:spcBef>
              <a:spcAft>
                <a:spcPts val="0"/>
              </a:spcAft>
              <a:buSzPts val="3400"/>
              <a:buFont typeface="Proxima Nova"/>
              <a:buNone/>
              <a:defRPr/>
            </a:lvl5pPr>
            <a:lvl6pPr lvl="5" rtl="0">
              <a:spcBef>
                <a:spcPts val="0"/>
              </a:spcBef>
              <a:spcAft>
                <a:spcPts val="0"/>
              </a:spcAft>
              <a:buSzPts val="3400"/>
              <a:buFont typeface="Proxima Nova"/>
              <a:buNone/>
              <a:defRPr/>
            </a:lvl6pPr>
            <a:lvl7pPr lvl="6" rtl="0">
              <a:spcBef>
                <a:spcPts val="0"/>
              </a:spcBef>
              <a:spcAft>
                <a:spcPts val="0"/>
              </a:spcAft>
              <a:buSzPts val="3400"/>
              <a:buFont typeface="Proxima Nova"/>
              <a:buNone/>
              <a:defRPr/>
            </a:lvl7pPr>
            <a:lvl8pPr lvl="7" rtl="0">
              <a:spcBef>
                <a:spcPts val="0"/>
              </a:spcBef>
              <a:spcAft>
                <a:spcPts val="0"/>
              </a:spcAft>
              <a:buSzPts val="3400"/>
              <a:buFont typeface="Proxima Nova"/>
              <a:buNone/>
              <a:defRPr/>
            </a:lvl8pPr>
            <a:lvl9pPr lvl="8" rtl="0">
              <a:spcBef>
                <a:spcPts val="0"/>
              </a:spcBef>
              <a:spcAft>
                <a:spcPts val="0"/>
              </a:spcAft>
              <a:buSzPts val="3400"/>
              <a:buFont typeface="Proxima Nova"/>
              <a:buNone/>
              <a:defRPr/>
            </a:lvl9pPr>
          </a:lstStyle>
          <a:p/>
        </p:txBody>
      </p:sp>
      <p:sp>
        <p:nvSpPr>
          <p:cNvPr id="2102" name="Google Shape;2102;p162"/>
          <p:cNvSpPr txBox="1"/>
          <p:nvPr>
            <p:ph idx="12" type="sldNum"/>
          </p:nvPr>
        </p:nvSpPr>
        <p:spPr>
          <a:xfrm>
            <a:off x="137769" y="6311924"/>
            <a:ext cx="480900" cy="524700"/>
          </a:xfrm>
          <a:prstGeom prst="rect">
            <a:avLst/>
          </a:prstGeom>
          <a:noFill/>
          <a:ln>
            <a:noFill/>
          </a:ln>
        </p:spPr>
        <p:txBody>
          <a:bodyPr anchorCtr="0" anchor="ctr" bIns="111725" lIns="111725" spcFirstLastPara="1" rIns="111725" wrap="square" tIns="111725">
            <a:noAutofit/>
          </a:bodyPr>
          <a:lstStyle>
            <a:lvl1pPr indent="0" lvl="0"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2103" name="Google Shape;2103;p162"/>
          <p:cNvSpPr txBox="1"/>
          <p:nvPr>
            <p:ph idx="1" type="subTitle"/>
          </p:nvPr>
        </p:nvSpPr>
        <p:spPr>
          <a:xfrm>
            <a:off x="1102200" y="1341300"/>
            <a:ext cx="9987600" cy="4383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chemeClr val="dk1"/>
              </a:buClr>
              <a:buSzPts val="1600"/>
              <a:buFont typeface="Arial"/>
              <a:buNone/>
              <a:defRPr b="0" i="0" sz="23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2104" name="Google Shape;2104;p162"/>
          <p:cNvSpPr txBox="1"/>
          <p:nvPr>
            <p:ph idx="2" type="body"/>
          </p:nvPr>
        </p:nvSpPr>
        <p:spPr>
          <a:xfrm>
            <a:off x="1102267" y="2167900"/>
            <a:ext cx="9987600" cy="3526500"/>
          </a:xfrm>
          <a:prstGeom prst="rect">
            <a:avLst/>
          </a:prstGeom>
          <a:noFill/>
          <a:ln>
            <a:noFill/>
          </a:ln>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17500" lvl="1" marL="914400" rtl="0">
              <a:spcBef>
                <a:spcPts val="500"/>
              </a:spcBef>
              <a:spcAft>
                <a:spcPts val="0"/>
              </a:spcAft>
              <a:buSzPts val="1400"/>
              <a:buChar char="･"/>
              <a:defRPr/>
            </a:lvl2pPr>
            <a:lvl3pPr indent="-317500" lvl="2" marL="1371600" rtl="0">
              <a:spcBef>
                <a:spcPts val="500"/>
              </a:spcBef>
              <a:spcAft>
                <a:spcPts val="0"/>
              </a:spcAft>
              <a:buSzPts val="1400"/>
              <a:buChar char="･"/>
              <a:defRPr/>
            </a:lvl3pPr>
            <a:lvl4pPr indent="-317500" lvl="3" marL="1828800" rtl="0">
              <a:spcBef>
                <a:spcPts val="500"/>
              </a:spcBef>
              <a:spcAft>
                <a:spcPts val="0"/>
              </a:spcAft>
              <a:buSzPts val="1400"/>
              <a:buChar char="･"/>
              <a:defRPr/>
            </a:lvl4pPr>
            <a:lvl5pPr indent="-317500" lvl="4" marL="2286000" rtl="0">
              <a:spcBef>
                <a:spcPts val="500"/>
              </a:spcBef>
              <a:spcAft>
                <a:spcPts val="0"/>
              </a:spcAft>
              <a:buSzPts val="1400"/>
              <a:buChar char="･"/>
              <a:defRPr/>
            </a:lvl5pPr>
            <a:lvl6pPr indent="-317500" lvl="5" marL="2743200" rtl="0">
              <a:spcBef>
                <a:spcPts val="500"/>
              </a:spcBef>
              <a:spcAft>
                <a:spcPts val="0"/>
              </a:spcAft>
              <a:buSzPts val="1400"/>
              <a:buChar char="･"/>
              <a:defRPr/>
            </a:lvl6pPr>
            <a:lvl7pPr indent="-317500" lvl="6" marL="3200400" rtl="0">
              <a:spcBef>
                <a:spcPts val="500"/>
              </a:spcBef>
              <a:spcAft>
                <a:spcPts val="0"/>
              </a:spcAft>
              <a:buSzPts val="1400"/>
              <a:buChar char="･"/>
              <a:defRPr/>
            </a:lvl7pPr>
            <a:lvl8pPr indent="-317500" lvl="7" marL="3657600" rtl="0">
              <a:spcBef>
                <a:spcPts val="500"/>
              </a:spcBef>
              <a:spcAft>
                <a:spcPts val="0"/>
              </a:spcAft>
              <a:buSzPts val="1400"/>
              <a:buChar char="･"/>
              <a:defRPr/>
            </a:lvl8pPr>
            <a:lvl9pPr indent="-317500" lvl="8" marL="4114800" rtl="0">
              <a:spcBef>
                <a:spcPts val="500"/>
              </a:spcBef>
              <a:spcAft>
                <a:spcPts val="500"/>
              </a:spcAft>
              <a:buSzPts val="1400"/>
              <a:buChar char="･"/>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2">
  <p:cSld name="CUSTOM_1_2">
    <p:spTree>
      <p:nvGrpSpPr>
        <p:cNvPr id="2105" name="Shape 2105"/>
        <p:cNvGrpSpPr/>
        <p:nvPr/>
      </p:nvGrpSpPr>
      <p:grpSpPr>
        <a:xfrm>
          <a:off x="0" y="0"/>
          <a:ext cx="0" cy="0"/>
          <a:chOff x="0" y="0"/>
          <a:chExt cx="0" cy="0"/>
        </a:xfrm>
      </p:grpSpPr>
      <p:sp>
        <p:nvSpPr>
          <p:cNvPr id="2106" name="Google Shape;2106;p163"/>
          <p:cNvSpPr txBox="1"/>
          <p:nvPr>
            <p:ph idx="12" type="sldNum"/>
          </p:nvPr>
        </p:nvSpPr>
        <p:spPr>
          <a:xfrm>
            <a:off x="137770" y="6311925"/>
            <a:ext cx="4809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
        <p:nvSpPr>
          <p:cNvPr id="2107" name="Google Shape;2107;p163"/>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2108" name="Google Shape;2108;p163"/>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2109" name="Google Shape;2109;p163"/>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2110" name="Shape 2110"/>
        <p:cNvGrpSpPr/>
        <p:nvPr/>
      </p:nvGrpSpPr>
      <p:grpSpPr>
        <a:xfrm>
          <a:off x="0" y="0"/>
          <a:ext cx="0" cy="0"/>
          <a:chOff x="0" y="0"/>
          <a:chExt cx="0" cy="0"/>
        </a:xfrm>
      </p:grpSpPr>
      <p:cxnSp>
        <p:nvCxnSpPr>
          <p:cNvPr id="2111" name="Google Shape;2111;p16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112" name="Google Shape;2112;p16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2113" name="Google Shape;2113;p16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2114" name="Google Shape;2114;p16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115" name="Google Shape;2115;p16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16" name="Google Shape;2116;p164"/>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117" name="Google Shape;2117;p164"/>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30200" lvl="0" marL="457200" rtl="0">
              <a:lnSpc>
                <a:spcPct val="115000"/>
              </a:lnSpc>
              <a:spcBef>
                <a:spcPts val="0"/>
              </a:spcBef>
              <a:spcAft>
                <a:spcPts val="0"/>
              </a:spcAft>
              <a:buSzPts val="1600"/>
              <a:buChar char="▸"/>
              <a:defRPr/>
            </a:lvl1pPr>
            <a:lvl2pPr indent="-317500" lvl="1" marL="914400" rtl="0">
              <a:lnSpc>
                <a:spcPct val="115000"/>
              </a:lnSpc>
              <a:spcBef>
                <a:spcPts val="2000"/>
              </a:spcBef>
              <a:spcAft>
                <a:spcPts val="0"/>
              </a:spcAft>
              <a:buSzPts val="1400"/>
              <a:buChar char="･"/>
              <a:defRPr/>
            </a:lvl2pPr>
            <a:lvl3pPr indent="-317500" lvl="2" marL="1371600" rtl="0">
              <a:lnSpc>
                <a:spcPct val="115000"/>
              </a:lnSpc>
              <a:spcBef>
                <a:spcPts val="2000"/>
              </a:spcBef>
              <a:spcAft>
                <a:spcPts val="0"/>
              </a:spcAft>
              <a:buSzPts val="1400"/>
              <a:buChar char="･"/>
              <a:defRPr/>
            </a:lvl3pPr>
            <a:lvl4pPr indent="-317500" lvl="3" marL="1828800" rtl="0">
              <a:lnSpc>
                <a:spcPct val="115000"/>
              </a:lnSpc>
              <a:spcBef>
                <a:spcPts val="2000"/>
              </a:spcBef>
              <a:spcAft>
                <a:spcPts val="0"/>
              </a:spcAft>
              <a:buSzPts val="1400"/>
              <a:buChar char="･"/>
              <a:defRPr/>
            </a:lvl4pPr>
            <a:lvl5pPr indent="-317500" lvl="4" marL="2286000" rtl="0">
              <a:lnSpc>
                <a:spcPct val="115000"/>
              </a:lnSpc>
              <a:spcBef>
                <a:spcPts val="2000"/>
              </a:spcBef>
              <a:spcAft>
                <a:spcPts val="0"/>
              </a:spcAft>
              <a:buSzPts val="1400"/>
              <a:buChar char="･"/>
              <a:defRPr/>
            </a:lvl5pPr>
            <a:lvl6pPr indent="-317500" lvl="5" marL="2743200" rtl="0">
              <a:lnSpc>
                <a:spcPct val="115000"/>
              </a:lnSpc>
              <a:spcBef>
                <a:spcPts val="2000"/>
              </a:spcBef>
              <a:spcAft>
                <a:spcPts val="0"/>
              </a:spcAft>
              <a:buSzPts val="1400"/>
              <a:buChar char="･"/>
              <a:defRPr/>
            </a:lvl6pPr>
            <a:lvl7pPr indent="-317500" lvl="6" marL="3200400" rtl="0">
              <a:lnSpc>
                <a:spcPct val="115000"/>
              </a:lnSpc>
              <a:spcBef>
                <a:spcPts val="2000"/>
              </a:spcBef>
              <a:spcAft>
                <a:spcPts val="0"/>
              </a:spcAft>
              <a:buSzPts val="1400"/>
              <a:buChar char="･"/>
              <a:defRPr/>
            </a:lvl7pPr>
            <a:lvl8pPr indent="-317500" lvl="7" marL="3657600" rtl="0">
              <a:lnSpc>
                <a:spcPct val="115000"/>
              </a:lnSpc>
              <a:spcBef>
                <a:spcPts val="2000"/>
              </a:spcBef>
              <a:spcAft>
                <a:spcPts val="0"/>
              </a:spcAft>
              <a:buSzPts val="1400"/>
              <a:buChar char="･"/>
              <a:defRPr/>
            </a:lvl8pPr>
            <a:lvl9pPr indent="-317500" lvl="8" marL="4114800" rtl="0">
              <a:lnSpc>
                <a:spcPct val="115000"/>
              </a:lnSpc>
              <a:spcBef>
                <a:spcPts val="2000"/>
              </a:spcBef>
              <a:spcAft>
                <a:spcPts val="2000"/>
              </a:spcAft>
              <a:buSzPts val="1400"/>
              <a:buChar char="･"/>
              <a:defRPr/>
            </a:lvl9pPr>
          </a:lstStyle>
          <a:p/>
        </p:txBody>
      </p:sp>
      <p:sp>
        <p:nvSpPr>
          <p:cNvPr id="2118" name="Google Shape;2118;p164"/>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2">
  <p:cSld name="CUSTOM_4_17_3_1">
    <p:spTree>
      <p:nvGrpSpPr>
        <p:cNvPr id="2119" name="Shape 2119"/>
        <p:cNvGrpSpPr/>
        <p:nvPr/>
      </p:nvGrpSpPr>
      <p:grpSpPr>
        <a:xfrm>
          <a:off x="0" y="0"/>
          <a:ext cx="0" cy="0"/>
          <a:chOff x="0" y="0"/>
          <a:chExt cx="0" cy="0"/>
        </a:xfrm>
      </p:grpSpPr>
      <p:sp>
        <p:nvSpPr>
          <p:cNvPr id="2120" name="Google Shape;2120;p16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2121" name="Google Shape;2121;p16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2122" name="Google Shape;2122;p16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123" name="Google Shape;2123;p16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124" name="Google Shape;2124;p16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125" name="Google Shape;2125;p16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26" name="Google Shape;2126;p16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2127" name="Google Shape;2127;p16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128" name="Google Shape;2128;p165"/>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p:cSld name="CUSTOM_4_21">
    <p:spTree>
      <p:nvGrpSpPr>
        <p:cNvPr id="2129" name="Shape 2129"/>
        <p:cNvGrpSpPr/>
        <p:nvPr/>
      </p:nvGrpSpPr>
      <p:grpSpPr>
        <a:xfrm>
          <a:off x="0" y="0"/>
          <a:ext cx="0" cy="0"/>
          <a:chOff x="0" y="0"/>
          <a:chExt cx="0" cy="0"/>
        </a:xfrm>
      </p:grpSpPr>
      <p:sp>
        <p:nvSpPr>
          <p:cNvPr id="2130" name="Google Shape;2130;p166"/>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2131" name="Google Shape;2131;p16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2132" name="Google Shape;2132;p166"/>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2133" name="Google Shape;2133;p16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134" name="Google Shape;2134;p16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ype="titleOnly">
  <p:cSld name="TITLE_ONLY">
    <p:bg>
      <p:bgPr>
        <a:blipFill>
          <a:blip r:embed="rId2">
            <a:alphaModFix/>
          </a:blip>
          <a:stretch>
            <a:fillRect/>
          </a:stretch>
        </a:blipFill>
      </p:bgPr>
    </p:bg>
    <p:spTree>
      <p:nvGrpSpPr>
        <p:cNvPr id="2135" name="Shape 2135"/>
        <p:cNvGrpSpPr/>
        <p:nvPr/>
      </p:nvGrpSpPr>
      <p:grpSpPr>
        <a:xfrm>
          <a:off x="0" y="0"/>
          <a:ext cx="0" cy="0"/>
          <a:chOff x="0" y="0"/>
          <a:chExt cx="0" cy="0"/>
        </a:xfrm>
      </p:grpSpPr>
      <p:sp>
        <p:nvSpPr>
          <p:cNvPr id="2136" name="Google Shape;2136;p167"/>
          <p:cNvSpPr/>
          <p:nvPr/>
        </p:nvSpPr>
        <p:spPr>
          <a:xfrm>
            <a:off x="9402734" y="3798966"/>
            <a:ext cx="2789100" cy="2473500"/>
          </a:xfrm>
          <a:prstGeom prst="rect">
            <a:avLst/>
          </a:pr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137" name="Google Shape;2137;p167"/>
          <p:cNvSpPr/>
          <p:nvPr/>
        </p:nvSpPr>
        <p:spPr>
          <a:xfrm>
            <a:off x="202188" y="6459938"/>
            <a:ext cx="1213200" cy="2121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p:cSld name="CUSTOM_4_22">
    <p:spTree>
      <p:nvGrpSpPr>
        <p:cNvPr id="2138" name="Shape 2138"/>
        <p:cNvGrpSpPr/>
        <p:nvPr/>
      </p:nvGrpSpPr>
      <p:grpSpPr>
        <a:xfrm>
          <a:off x="0" y="0"/>
          <a:ext cx="0" cy="0"/>
          <a:chOff x="0" y="0"/>
          <a:chExt cx="0" cy="0"/>
        </a:xfrm>
      </p:grpSpPr>
      <p:sp>
        <p:nvSpPr>
          <p:cNvPr id="2139" name="Google Shape;2139;p168"/>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140" name="Google Shape;2140;p16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141" name="Google Shape;2141;p1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142" name="Google Shape;2142;p168"/>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143" name="Google Shape;2143;p16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144" name="Google Shape;2144;p16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45" name="Google Shape;2145;p16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2146" name="Shape 2146"/>
        <p:cNvGrpSpPr/>
        <p:nvPr/>
      </p:nvGrpSpPr>
      <p:grpSpPr>
        <a:xfrm>
          <a:off x="0" y="0"/>
          <a:ext cx="0" cy="0"/>
          <a:chOff x="0" y="0"/>
          <a:chExt cx="0" cy="0"/>
        </a:xfrm>
      </p:grpSpPr>
      <p:cxnSp>
        <p:nvCxnSpPr>
          <p:cNvPr id="2147" name="Google Shape;2147;p16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2148" name="Google Shape;2148;p16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2149" name="Google Shape;2149;p169"/>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2150" name="Google Shape;2150;p16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USTOM_4_2_8">
    <p:spTree>
      <p:nvGrpSpPr>
        <p:cNvPr id="2151" name="Shape 2151"/>
        <p:cNvGrpSpPr/>
        <p:nvPr/>
      </p:nvGrpSpPr>
      <p:grpSpPr>
        <a:xfrm>
          <a:off x="0" y="0"/>
          <a:ext cx="0" cy="0"/>
          <a:chOff x="0" y="0"/>
          <a:chExt cx="0" cy="0"/>
        </a:xfrm>
      </p:grpSpPr>
      <p:sp>
        <p:nvSpPr>
          <p:cNvPr id="2152" name="Google Shape;2152;p170"/>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153" name="Google Shape;2153;p17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154" name="Google Shape;2154;p17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155" name="Google Shape;2155;p170"/>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156" name="Google Shape;2156;p17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157" name="Google Shape;2157;p17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58" name="Google Shape;2158;p17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2159" name="Google Shape;2159;p170"/>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lvl1pPr indent="-349250" lvl="0" marL="457200" rtl="0">
              <a:lnSpc>
                <a:spcPct val="100000"/>
              </a:lnSpc>
              <a:spcBef>
                <a:spcPts val="0"/>
              </a:spcBef>
              <a:spcAft>
                <a:spcPts val="0"/>
              </a:spcAft>
              <a:buClr>
                <a:srgbClr val="EE0000"/>
              </a:buClr>
              <a:buSzPts val="1900"/>
              <a:buChar char="▸"/>
              <a:defRPr sz="1900">
                <a:solidFill>
                  <a:srgbClr val="EE0000"/>
                </a:solidFill>
              </a:defRPr>
            </a:lvl1pPr>
            <a:lvl2pPr indent="-317500" lvl="1" marL="914400" rtl="0">
              <a:lnSpc>
                <a:spcPct val="100000"/>
              </a:lnSpc>
              <a:spcBef>
                <a:spcPts val="1100"/>
              </a:spcBef>
              <a:spcAft>
                <a:spcPts val="0"/>
              </a:spcAft>
              <a:buSzPts val="1400"/>
              <a:buChar char="･"/>
              <a:defRPr/>
            </a:lvl2pPr>
            <a:lvl3pPr indent="-317500" lvl="2" marL="1371600" rtl="0">
              <a:lnSpc>
                <a:spcPct val="100000"/>
              </a:lnSpc>
              <a:spcBef>
                <a:spcPts val="1100"/>
              </a:spcBef>
              <a:spcAft>
                <a:spcPts val="0"/>
              </a:spcAft>
              <a:buSzPts val="1400"/>
              <a:buChar char="･"/>
              <a:defRPr/>
            </a:lvl3pPr>
            <a:lvl4pPr indent="-317500" lvl="3" marL="1828800" rtl="0">
              <a:lnSpc>
                <a:spcPct val="100000"/>
              </a:lnSpc>
              <a:spcBef>
                <a:spcPts val="1100"/>
              </a:spcBef>
              <a:spcAft>
                <a:spcPts val="0"/>
              </a:spcAft>
              <a:buSzPts val="1400"/>
              <a:buChar char="･"/>
              <a:defRPr/>
            </a:lvl4pPr>
            <a:lvl5pPr indent="-317500" lvl="4" marL="2286000" rtl="0">
              <a:lnSpc>
                <a:spcPct val="100000"/>
              </a:lnSpc>
              <a:spcBef>
                <a:spcPts val="1100"/>
              </a:spcBef>
              <a:spcAft>
                <a:spcPts val="0"/>
              </a:spcAft>
              <a:buSzPts val="1400"/>
              <a:buChar char="･"/>
              <a:defRPr/>
            </a:lvl5pPr>
            <a:lvl6pPr indent="-317500" lvl="5" marL="2743200" rtl="0">
              <a:lnSpc>
                <a:spcPct val="100000"/>
              </a:lnSpc>
              <a:spcBef>
                <a:spcPts val="1100"/>
              </a:spcBef>
              <a:spcAft>
                <a:spcPts val="0"/>
              </a:spcAft>
              <a:buSzPts val="1400"/>
              <a:buChar char="･"/>
              <a:defRPr/>
            </a:lvl6pPr>
            <a:lvl7pPr indent="-317500" lvl="6" marL="3200400" rtl="0">
              <a:lnSpc>
                <a:spcPct val="100000"/>
              </a:lnSpc>
              <a:spcBef>
                <a:spcPts val="1100"/>
              </a:spcBef>
              <a:spcAft>
                <a:spcPts val="0"/>
              </a:spcAft>
              <a:buSzPts val="1400"/>
              <a:buChar char="･"/>
              <a:defRPr/>
            </a:lvl7pPr>
            <a:lvl8pPr indent="-317500" lvl="7" marL="3657600" rtl="0">
              <a:lnSpc>
                <a:spcPct val="100000"/>
              </a:lnSpc>
              <a:spcBef>
                <a:spcPts val="1100"/>
              </a:spcBef>
              <a:spcAft>
                <a:spcPts val="0"/>
              </a:spcAft>
              <a:buSzPts val="1400"/>
              <a:buChar char="･"/>
              <a:defRPr/>
            </a:lvl8pPr>
            <a:lvl9pPr indent="-317500" lvl="8" marL="4114800" rtl="0">
              <a:lnSpc>
                <a:spcPct val="100000"/>
              </a:lnSpc>
              <a:spcBef>
                <a:spcPts val="1100"/>
              </a:spcBef>
              <a:spcAft>
                <a:spcPts val="1100"/>
              </a:spcAft>
              <a:buSzPts val="1400"/>
              <a:buChar char="･"/>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21_1">
    <p:spTree>
      <p:nvGrpSpPr>
        <p:cNvPr id="2160" name="Shape 2160"/>
        <p:cNvGrpSpPr/>
        <p:nvPr/>
      </p:nvGrpSpPr>
      <p:grpSpPr>
        <a:xfrm>
          <a:off x="0" y="0"/>
          <a:ext cx="0" cy="0"/>
          <a:chOff x="0" y="0"/>
          <a:chExt cx="0" cy="0"/>
        </a:xfrm>
      </p:grpSpPr>
      <p:sp>
        <p:nvSpPr>
          <p:cNvPr id="2161" name="Google Shape;2161;p171"/>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162" name="Google Shape;2162;p17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163" name="Google Shape;2163;p17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164" name="Google Shape;2164;p171"/>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165" name="Google Shape;2165;p17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166" name="Google Shape;2166;p17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67" name="Google Shape;2167;p17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1_2">
    <p:spTree>
      <p:nvGrpSpPr>
        <p:cNvPr id="2168" name="Shape 2168"/>
        <p:cNvGrpSpPr/>
        <p:nvPr/>
      </p:nvGrpSpPr>
      <p:grpSpPr>
        <a:xfrm>
          <a:off x="0" y="0"/>
          <a:ext cx="0" cy="0"/>
          <a:chOff x="0" y="0"/>
          <a:chExt cx="0" cy="0"/>
        </a:xfrm>
      </p:grpSpPr>
      <p:sp>
        <p:nvSpPr>
          <p:cNvPr id="2169" name="Google Shape;2169;p172"/>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170" name="Google Shape;2170;p17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171" name="Google Shape;2171;p17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172" name="Google Shape;2172;p172"/>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173" name="Google Shape;2173;p17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174" name="Google Shape;2174;p17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75" name="Google Shape;2175;p17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6">
  <p:cSld name="CUSTOM_4_30">
    <p:spTree>
      <p:nvGrpSpPr>
        <p:cNvPr id="2176" name="Shape 2176"/>
        <p:cNvGrpSpPr/>
        <p:nvPr/>
      </p:nvGrpSpPr>
      <p:grpSpPr>
        <a:xfrm>
          <a:off x="0" y="0"/>
          <a:ext cx="0" cy="0"/>
          <a:chOff x="0" y="0"/>
          <a:chExt cx="0" cy="0"/>
        </a:xfrm>
      </p:grpSpPr>
      <p:sp>
        <p:nvSpPr>
          <p:cNvPr id="2177" name="Google Shape;2177;p173"/>
          <p:cNvSpPr txBox="1"/>
          <p:nvPr>
            <p:ph type="title"/>
          </p:nvPr>
        </p:nvSpPr>
        <p:spPr>
          <a:xfrm>
            <a:off x="1752600" y="946000"/>
            <a:ext cx="8686800" cy="728400"/>
          </a:xfrm>
          <a:prstGeom prst="rect">
            <a:avLst/>
          </a:prstGeom>
        </p:spPr>
        <p:txBody>
          <a:bodyPr anchorCtr="0" anchor="t" bIns="0" lIns="0" spcFirstLastPara="1" rIns="0" wrap="square" tIns="0">
            <a:noAutofit/>
          </a:bodyPr>
          <a:lstStyle>
            <a:lvl1pPr lvl="0" rtl="0" algn="ctr">
              <a:lnSpc>
                <a:spcPct val="115000"/>
              </a:lnSpc>
              <a:spcBef>
                <a:spcPts val="0"/>
              </a:spcBef>
              <a:spcAft>
                <a:spcPts val="0"/>
              </a:spcAft>
              <a:buNone/>
              <a:defRPr sz="3600">
                <a:solidFill>
                  <a:srgbClr val="000000"/>
                </a:solidFill>
                <a:latin typeface="Red Hat Display"/>
                <a:ea typeface="Red Hat Display"/>
                <a:cs typeface="Red Hat Display"/>
                <a:sym typeface="Red Hat Display"/>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2178" name="Google Shape;2178;p17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179" name="Google Shape;2179;p17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Red Hat Text Medium"/>
              <a:buNone/>
              <a:defRPr sz="9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180" name="Google Shape;2180;p17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2181" name="Google Shape;2181;p17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a:ea typeface="Red Hat Text"/>
                <a:cs typeface="Red Hat Text"/>
                <a:sym typeface="Red Hat Text"/>
              </a:defRPr>
            </a:lvl1pPr>
            <a:lvl2pPr lvl="1" rtl="0" algn="ctr">
              <a:buNone/>
              <a:defRPr sz="800">
                <a:latin typeface="Red Hat Text"/>
                <a:ea typeface="Red Hat Text"/>
                <a:cs typeface="Red Hat Text"/>
                <a:sym typeface="Red Hat Text"/>
              </a:defRPr>
            </a:lvl2pPr>
            <a:lvl3pPr lvl="2" rtl="0" algn="ctr">
              <a:buNone/>
              <a:defRPr sz="800">
                <a:latin typeface="Red Hat Text"/>
                <a:ea typeface="Red Hat Text"/>
                <a:cs typeface="Red Hat Text"/>
                <a:sym typeface="Red Hat Text"/>
              </a:defRPr>
            </a:lvl3pPr>
            <a:lvl4pPr lvl="3" rtl="0" algn="ctr">
              <a:buNone/>
              <a:defRPr sz="800">
                <a:latin typeface="Red Hat Text"/>
                <a:ea typeface="Red Hat Text"/>
                <a:cs typeface="Red Hat Text"/>
                <a:sym typeface="Red Hat Text"/>
              </a:defRPr>
            </a:lvl4pPr>
            <a:lvl5pPr lvl="4" rtl="0" algn="ctr">
              <a:buNone/>
              <a:defRPr sz="800">
                <a:latin typeface="Red Hat Text"/>
                <a:ea typeface="Red Hat Text"/>
                <a:cs typeface="Red Hat Text"/>
                <a:sym typeface="Red Hat Text"/>
              </a:defRPr>
            </a:lvl5pPr>
            <a:lvl6pPr lvl="5" rtl="0" algn="ctr">
              <a:buNone/>
              <a:defRPr sz="800">
                <a:latin typeface="Red Hat Text"/>
                <a:ea typeface="Red Hat Text"/>
                <a:cs typeface="Red Hat Text"/>
                <a:sym typeface="Red Hat Text"/>
              </a:defRPr>
            </a:lvl6pPr>
            <a:lvl7pPr lvl="6" rtl="0" algn="ctr">
              <a:buNone/>
              <a:defRPr sz="800">
                <a:latin typeface="Red Hat Text"/>
                <a:ea typeface="Red Hat Text"/>
                <a:cs typeface="Red Hat Text"/>
                <a:sym typeface="Red Hat Text"/>
              </a:defRPr>
            </a:lvl7pPr>
            <a:lvl8pPr lvl="7" rtl="0" algn="ctr">
              <a:buNone/>
              <a:defRPr sz="800">
                <a:latin typeface="Red Hat Text"/>
                <a:ea typeface="Red Hat Text"/>
                <a:cs typeface="Red Hat Text"/>
                <a:sym typeface="Red Hat Text"/>
              </a:defRPr>
            </a:lvl8pPr>
            <a:lvl9pPr lvl="8" rtl="0" algn="ctr">
              <a:buNone/>
              <a:defRPr sz="800">
                <a:latin typeface="Red Hat Text"/>
                <a:ea typeface="Red Hat Text"/>
                <a:cs typeface="Red Hat Text"/>
                <a:sym typeface="Red Hat Text"/>
              </a:defRPr>
            </a:lvl9pPr>
          </a:lstStyle>
          <a:p>
            <a:pPr indent="0" lvl="0" marL="0" rtl="0" algn="ctr">
              <a:spcBef>
                <a:spcPts val="0"/>
              </a:spcBef>
              <a:spcAft>
                <a:spcPts val="0"/>
              </a:spcAft>
              <a:buNone/>
            </a:pPr>
            <a:fld id="{00000000-1234-1234-1234-123412341234}" type="slidenum">
              <a:rPr lang="en"/>
              <a:t>‹#›</a:t>
            </a:fld>
            <a:endParaRPr/>
          </a:p>
        </p:txBody>
      </p:sp>
      <p:pic>
        <p:nvPicPr>
          <p:cNvPr id="2182" name="Google Shape;2182;p17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83" name="Google Shape;2183;p173"/>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800">
                <a:solidFill>
                  <a:srgbClr val="4D4D4F"/>
                </a:solidFill>
                <a:latin typeface="Red Hat Text"/>
                <a:ea typeface="Red Hat Text"/>
                <a:cs typeface="Red Hat Text"/>
                <a:sym typeface="Red Hat Text"/>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
        <p:nvSpPr>
          <p:cNvPr id="2184" name="Google Shape;2184;p173"/>
          <p:cNvSpPr txBox="1"/>
          <p:nvPr>
            <p:ph idx="3" type="body"/>
          </p:nvPr>
        </p:nvSpPr>
        <p:spPr>
          <a:xfrm>
            <a:off x="471975" y="1674425"/>
            <a:ext cx="11215200" cy="4395000"/>
          </a:xfrm>
          <a:prstGeom prst="rect">
            <a:avLst/>
          </a:prstGeom>
        </p:spPr>
        <p:txBody>
          <a:bodyPr anchorCtr="0" anchor="t" bIns="0" lIns="0" spcFirstLastPara="1" rIns="0" wrap="square" tIns="0">
            <a:noAutofit/>
          </a:bodyPr>
          <a:lstStyle>
            <a:lvl1pPr indent="-381000" lvl="0" marL="457200" rtl="0">
              <a:spcBef>
                <a:spcPts val="0"/>
              </a:spcBef>
              <a:spcAft>
                <a:spcPts val="0"/>
              </a:spcAft>
              <a:buSzPts val="2400"/>
              <a:buFont typeface="Red Hat Text"/>
              <a:buChar char="▸"/>
              <a:defRPr sz="2400">
                <a:latin typeface="Red Hat Text"/>
                <a:ea typeface="Red Hat Text"/>
                <a:cs typeface="Red Hat Text"/>
                <a:sym typeface="Red Hat Text"/>
              </a:defRPr>
            </a:lvl1pPr>
            <a:lvl2pPr indent="-342900" lvl="1" marL="914400" rtl="0">
              <a:spcBef>
                <a:spcPts val="500"/>
              </a:spcBef>
              <a:spcAft>
                <a:spcPts val="0"/>
              </a:spcAft>
              <a:buSzPts val="1800"/>
              <a:buFont typeface="Red Hat Text"/>
              <a:buChar char="･"/>
              <a:defRPr sz="1800">
                <a:latin typeface="Red Hat Text"/>
                <a:ea typeface="Red Hat Text"/>
                <a:cs typeface="Red Hat Text"/>
                <a:sym typeface="Red Hat Text"/>
              </a:defRPr>
            </a:lvl2pPr>
            <a:lvl3pPr indent="-317500" lvl="2" marL="1371600" rtl="0">
              <a:spcBef>
                <a:spcPts val="500"/>
              </a:spcBef>
              <a:spcAft>
                <a:spcPts val="0"/>
              </a:spcAft>
              <a:buSzPts val="1400"/>
              <a:buFont typeface="Red Hat Text"/>
              <a:buChar char="･"/>
              <a:defRPr sz="1400">
                <a:latin typeface="Red Hat Text"/>
                <a:ea typeface="Red Hat Text"/>
                <a:cs typeface="Red Hat Text"/>
                <a:sym typeface="Red Hat Text"/>
              </a:defRPr>
            </a:lvl3pPr>
            <a:lvl4pPr indent="-304800" lvl="3" marL="1828800" rtl="0">
              <a:spcBef>
                <a:spcPts val="500"/>
              </a:spcBef>
              <a:spcAft>
                <a:spcPts val="0"/>
              </a:spcAft>
              <a:buSzPts val="1200"/>
              <a:buFont typeface="Red Hat Text"/>
              <a:buChar char="･"/>
              <a:defRPr sz="1200">
                <a:latin typeface="Red Hat Text"/>
                <a:ea typeface="Red Hat Text"/>
                <a:cs typeface="Red Hat Text"/>
                <a:sym typeface="Red Hat Text"/>
              </a:defRPr>
            </a:lvl4pPr>
            <a:lvl5pPr indent="-298450" lvl="4" marL="2286000" rtl="0">
              <a:spcBef>
                <a:spcPts val="500"/>
              </a:spcBef>
              <a:spcAft>
                <a:spcPts val="0"/>
              </a:spcAft>
              <a:buSzPts val="1100"/>
              <a:buFont typeface="Red Hat Text"/>
              <a:buChar char="･"/>
              <a:defRPr sz="1100">
                <a:latin typeface="Red Hat Text"/>
                <a:ea typeface="Red Hat Text"/>
                <a:cs typeface="Red Hat Text"/>
                <a:sym typeface="Red Hat Text"/>
              </a:defRPr>
            </a:lvl5pPr>
            <a:lvl6pPr indent="-292100" lvl="5" marL="2743200" rtl="0">
              <a:spcBef>
                <a:spcPts val="500"/>
              </a:spcBef>
              <a:spcAft>
                <a:spcPts val="0"/>
              </a:spcAft>
              <a:buSzPts val="1000"/>
              <a:buFont typeface="Red Hat Text"/>
              <a:buChar char="･"/>
              <a:defRPr sz="1000">
                <a:latin typeface="Red Hat Text"/>
                <a:ea typeface="Red Hat Text"/>
                <a:cs typeface="Red Hat Text"/>
                <a:sym typeface="Red Hat Text"/>
              </a:defRPr>
            </a:lvl6pPr>
            <a:lvl7pPr indent="-285750" lvl="6" marL="3200400" rtl="0">
              <a:spcBef>
                <a:spcPts val="500"/>
              </a:spcBef>
              <a:spcAft>
                <a:spcPts val="0"/>
              </a:spcAft>
              <a:buSzPts val="900"/>
              <a:buFont typeface="Red Hat Text"/>
              <a:buChar char="･"/>
              <a:defRPr sz="900">
                <a:latin typeface="Red Hat Text"/>
                <a:ea typeface="Red Hat Text"/>
                <a:cs typeface="Red Hat Text"/>
                <a:sym typeface="Red Hat Text"/>
              </a:defRPr>
            </a:lvl7pPr>
            <a:lvl8pPr indent="-279400" lvl="7" marL="3657600" rtl="0">
              <a:spcBef>
                <a:spcPts val="500"/>
              </a:spcBef>
              <a:spcAft>
                <a:spcPts val="0"/>
              </a:spcAft>
              <a:buSzPts val="800"/>
              <a:buFont typeface="Red Hat Text"/>
              <a:buChar char="･"/>
              <a:defRPr sz="800">
                <a:latin typeface="Red Hat Text"/>
                <a:ea typeface="Red Hat Text"/>
                <a:cs typeface="Red Hat Text"/>
                <a:sym typeface="Red Hat Text"/>
              </a:defRPr>
            </a:lvl8pPr>
            <a:lvl9pPr indent="-273050" lvl="8" marL="4114800" rtl="0">
              <a:spcBef>
                <a:spcPts val="500"/>
              </a:spcBef>
              <a:spcAft>
                <a:spcPts val="500"/>
              </a:spcAft>
              <a:buSzPts val="700"/>
              <a:buFont typeface="Red Hat Text"/>
              <a:buChar char="･"/>
              <a:defRPr sz="700">
                <a:latin typeface="Red Hat Text"/>
                <a:ea typeface="Red Hat Text"/>
                <a:cs typeface="Red Hat Text"/>
                <a:sym typeface="Red Hat Text"/>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85" name="Shape 2185"/>
        <p:cNvGrpSpPr/>
        <p:nvPr/>
      </p:nvGrpSpPr>
      <p:grpSpPr>
        <a:xfrm>
          <a:off x="0" y="0"/>
          <a:ext cx="0" cy="0"/>
          <a:chOff x="0" y="0"/>
          <a:chExt cx="0" cy="0"/>
        </a:xfrm>
      </p:grpSpPr>
      <p:sp>
        <p:nvSpPr>
          <p:cNvPr id="2186" name="Google Shape;2186;p1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2187" name="Google Shape;2187;p17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2100"/>
              </a:spcBef>
              <a:spcAft>
                <a:spcPts val="0"/>
              </a:spcAft>
              <a:buSzPts val="1900"/>
              <a:buChar char="○"/>
              <a:defRPr/>
            </a:lvl2pPr>
            <a:lvl3pPr indent="-349250" lvl="2" marL="1371600" rtl="0" algn="l">
              <a:lnSpc>
                <a:spcPct val="115000"/>
              </a:lnSpc>
              <a:spcBef>
                <a:spcPts val="2100"/>
              </a:spcBef>
              <a:spcAft>
                <a:spcPts val="0"/>
              </a:spcAft>
              <a:buSzPts val="1900"/>
              <a:buChar char="■"/>
              <a:defRPr/>
            </a:lvl3pPr>
            <a:lvl4pPr indent="-349250" lvl="3" marL="1828800" rtl="0" algn="l">
              <a:lnSpc>
                <a:spcPct val="115000"/>
              </a:lnSpc>
              <a:spcBef>
                <a:spcPts val="2100"/>
              </a:spcBef>
              <a:spcAft>
                <a:spcPts val="0"/>
              </a:spcAft>
              <a:buSzPts val="1900"/>
              <a:buChar char="●"/>
              <a:defRPr/>
            </a:lvl4pPr>
            <a:lvl5pPr indent="-349250" lvl="4" marL="2286000" rtl="0" algn="l">
              <a:lnSpc>
                <a:spcPct val="115000"/>
              </a:lnSpc>
              <a:spcBef>
                <a:spcPts val="2100"/>
              </a:spcBef>
              <a:spcAft>
                <a:spcPts val="0"/>
              </a:spcAft>
              <a:buSzPts val="1900"/>
              <a:buChar char="○"/>
              <a:defRPr/>
            </a:lvl5pPr>
            <a:lvl6pPr indent="-349250" lvl="5" marL="2743200" rtl="0" algn="l">
              <a:lnSpc>
                <a:spcPct val="115000"/>
              </a:lnSpc>
              <a:spcBef>
                <a:spcPts val="2100"/>
              </a:spcBef>
              <a:spcAft>
                <a:spcPts val="0"/>
              </a:spcAft>
              <a:buSzPts val="1900"/>
              <a:buChar char="■"/>
              <a:defRPr/>
            </a:lvl6pPr>
            <a:lvl7pPr indent="-349250" lvl="6" marL="3200400" rtl="0" algn="l">
              <a:lnSpc>
                <a:spcPct val="115000"/>
              </a:lnSpc>
              <a:spcBef>
                <a:spcPts val="2100"/>
              </a:spcBef>
              <a:spcAft>
                <a:spcPts val="0"/>
              </a:spcAft>
              <a:buSzPts val="1900"/>
              <a:buChar char="●"/>
              <a:defRPr/>
            </a:lvl7pPr>
            <a:lvl8pPr indent="-349250" lvl="7" marL="3657600" rtl="0" algn="l">
              <a:lnSpc>
                <a:spcPct val="115000"/>
              </a:lnSpc>
              <a:spcBef>
                <a:spcPts val="2100"/>
              </a:spcBef>
              <a:spcAft>
                <a:spcPts val="0"/>
              </a:spcAft>
              <a:buSzPts val="1900"/>
              <a:buChar char="○"/>
              <a:defRPr/>
            </a:lvl8pPr>
            <a:lvl9pPr indent="-349250" lvl="8" marL="4114800" rtl="0" algn="l">
              <a:lnSpc>
                <a:spcPct val="115000"/>
              </a:lnSpc>
              <a:spcBef>
                <a:spcPts val="2100"/>
              </a:spcBef>
              <a:spcAft>
                <a:spcPts val="2100"/>
              </a:spcAft>
              <a:buSzPts val="1900"/>
              <a:buChar char="■"/>
              <a:defRPr/>
            </a:lvl9pPr>
          </a:lstStyle>
          <a:p/>
        </p:txBody>
      </p:sp>
      <p:sp>
        <p:nvSpPr>
          <p:cNvPr id="2188" name="Google Shape;2188;p174"/>
          <p:cNvSpPr txBox="1"/>
          <p:nvPr>
            <p:ph idx="12" type="sldNum"/>
          </p:nvPr>
        </p:nvSpPr>
        <p:spPr>
          <a:xfrm>
            <a:off x="11296610" y="6217623"/>
            <a:ext cx="731700" cy="524700"/>
          </a:xfrm>
          <a:prstGeom prst="rect">
            <a:avLst/>
          </a:prstGeom>
          <a:noFill/>
          <a:ln>
            <a:noFill/>
          </a:ln>
        </p:spPr>
        <p:txBody>
          <a:bodyPr anchorCtr="0" anchor="ctr"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1">
  <p:cSld name="TITLE_ONLY_1">
    <p:bg>
      <p:bgPr>
        <a:noFill/>
      </p:bgPr>
    </p:bg>
    <p:spTree>
      <p:nvGrpSpPr>
        <p:cNvPr id="2189" name="Shape 2189"/>
        <p:cNvGrpSpPr/>
        <p:nvPr/>
      </p:nvGrpSpPr>
      <p:grpSpPr>
        <a:xfrm>
          <a:off x="0" y="0"/>
          <a:ext cx="0" cy="0"/>
          <a:chOff x="0" y="0"/>
          <a:chExt cx="0" cy="0"/>
        </a:xfrm>
      </p:grpSpPr>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4">
  <p:cSld name="CUSTOM_4_3_5">
    <p:spTree>
      <p:nvGrpSpPr>
        <p:cNvPr id="2190" name="Shape 2190"/>
        <p:cNvGrpSpPr/>
        <p:nvPr/>
      </p:nvGrpSpPr>
      <p:grpSpPr>
        <a:xfrm>
          <a:off x="0" y="0"/>
          <a:ext cx="0" cy="0"/>
          <a:chOff x="0" y="0"/>
          <a:chExt cx="0" cy="0"/>
        </a:xfrm>
      </p:grpSpPr>
      <p:cxnSp>
        <p:nvCxnSpPr>
          <p:cNvPr id="2191" name="Google Shape;2191;p17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192" name="Google Shape;2192;p17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2193" name="Google Shape;2193;p17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194" name="Google Shape;2194;p17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195" name="Google Shape;2195;p176"/>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196" name="Google Shape;2196;p176"/>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2197" name="Google Shape;2197;p176"/>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2198" name="Google Shape;2198;p176"/>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199" name="Google Shape;2199;p176"/>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200" name="Google Shape;2200;p176"/>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201" name="Google Shape;2201;p176"/>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202" name="Google Shape;2202;p176"/>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400">
                <a:solidFill>
                  <a:schemeClr val="accent1"/>
                </a:solidFill>
                <a:latin typeface="Red Hat Display Medium"/>
                <a:ea typeface="Red Hat Display Medium"/>
                <a:cs typeface="Red Hat Display Medium"/>
                <a:sym typeface="Red Hat Display Medium"/>
              </a:defRPr>
            </a:lvl9pPr>
          </a:lstStyle>
          <a:p/>
        </p:txBody>
      </p:sp>
      <p:sp>
        <p:nvSpPr>
          <p:cNvPr id="2203" name="Google Shape;2203;p176"/>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2204" name="Google Shape;2204;p176"/>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2205" name="Google Shape;2205;p176"/>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2206" name="Google Shape;2206;p176"/>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31">
    <p:spTree>
      <p:nvGrpSpPr>
        <p:cNvPr id="2207" name="Shape 2207"/>
        <p:cNvGrpSpPr/>
        <p:nvPr/>
      </p:nvGrpSpPr>
      <p:grpSpPr>
        <a:xfrm>
          <a:off x="0" y="0"/>
          <a:ext cx="0" cy="0"/>
          <a:chOff x="0" y="0"/>
          <a:chExt cx="0" cy="0"/>
        </a:xfrm>
      </p:grpSpPr>
      <p:sp>
        <p:nvSpPr>
          <p:cNvPr id="2208" name="Google Shape;2208;p17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700">
                <a:solidFill>
                  <a:srgbClr val="000000"/>
                </a:solidFill>
              </a:defRPr>
            </a:lvl1pPr>
            <a:lvl2pPr lvl="1" algn="ctr">
              <a:lnSpc>
                <a:spcPct val="130000"/>
              </a:lnSpc>
              <a:spcBef>
                <a:spcPts val="0"/>
              </a:spcBef>
              <a:spcAft>
                <a:spcPts val="0"/>
              </a:spcAft>
              <a:buNone/>
              <a:defRPr sz="2700">
                <a:solidFill>
                  <a:srgbClr val="000000"/>
                </a:solidFill>
              </a:defRPr>
            </a:lvl2pPr>
            <a:lvl3pPr lvl="2" algn="ctr">
              <a:lnSpc>
                <a:spcPct val="130000"/>
              </a:lnSpc>
              <a:spcBef>
                <a:spcPts val="0"/>
              </a:spcBef>
              <a:spcAft>
                <a:spcPts val="0"/>
              </a:spcAft>
              <a:buNone/>
              <a:defRPr sz="2700">
                <a:solidFill>
                  <a:srgbClr val="000000"/>
                </a:solidFill>
              </a:defRPr>
            </a:lvl3pPr>
            <a:lvl4pPr lvl="3" algn="ctr">
              <a:lnSpc>
                <a:spcPct val="130000"/>
              </a:lnSpc>
              <a:spcBef>
                <a:spcPts val="0"/>
              </a:spcBef>
              <a:spcAft>
                <a:spcPts val="0"/>
              </a:spcAft>
              <a:buNone/>
              <a:defRPr sz="2700">
                <a:solidFill>
                  <a:srgbClr val="000000"/>
                </a:solidFill>
              </a:defRPr>
            </a:lvl4pPr>
            <a:lvl5pPr lvl="4" algn="ctr">
              <a:lnSpc>
                <a:spcPct val="130000"/>
              </a:lnSpc>
              <a:spcBef>
                <a:spcPts val="0"/>
              </a:spcBef>
              <a:spcAft>
                <a:spcPts val="0"/>
              </a:spcAft>
              <a:buNone/>
              <a:defRPr sz="2700">
                <a:solidFill>
                  <a:srgbClr val="000000"/>
                </a:solidFill>
              </a:defRPr>
            </a:lvl5pPr>
            <a:lvl6pPr lvl="5" algn="ctr">
              <a:lnSpc>
                <a:spcPct val="130000"/>
              </a:lnSpc>
              <a:spcBef>
                <a:spcPts val="0"/>
              </a:spcBef>
              <a:spcAft>
                <a:spcPts val="0"/>
              </a:spcAft>
              <a:buNone/>
              <a:defRPr sz="2700">
                <a:solidFill>
                  <a:srgbClr val="000000"/>
                </a:solidFill>
              </a:defRPr>
            </a:lvl6pPr>
            <a:lvl7pPr lvl="6" algn="ctr">
              <a:lnSpc>
                <a:spcPct val="130000"/>
              </a:lnSpc>
              <a:spcBef>
                <a:spcPts val="0"/>
              </a:spcBef>
              <a:spcAft>
                <a:spcPts val="0"/>
              </a:spcAft>
              <a:buNone/>
              <a:defRPr sz="2700">
                <a:solidFill>
                  <a:srgbClr val="000000"/>
                </a:solidFill>
              </a:defRPr>
            </a:lvl7pPr>
            <a:lvl8pPr lvl="7" algn="ctr">
              <a:lnSpc>
                <a:spcPct val="130000"/>
              </a:lnSpc>
              <a:spcBef>
                <a:spcPts val="0"/>
              </a:spcBef>
              <a:spcAft>
                <a:spcPts val="0"/>
              </a:spcAft>
              <a:buNone/>
              <a:defRPr sz="2700">
                <a:solidFill>
                  <a:srgbClr val="000000"/>
                </a:solidFill>
              </a:defRPr>
            </a:lvl8pPr>
            <a:lvl9pPr lvl="8" algn="ctr">
              <a:lnSpc>
                <a:spcPct val="130000"/>
              </a:lnSpc>
              <a:spcBef>
                <a:spcPts val="0"/>
              </a:spcBef>
              <a:spcAft>
                <a:spcPts val="0"/>
              </a:spcAft>
              <a:buNone/>
              <a:defRPr sz="2700">
                <a:solidFill>
                  <a:srgbClr val="000000"/>
                </a:solidFill>
              </a:defRPr>
            </a:lvl9pPr>
          </a:lstStyle>
          <a:p/>
        </p:txBody>
      </p:sp>
      <p:cxnSp>
        <p:nvCxnSpPr>
          <p:cNvPr id="2209" name="Google Shape;2209;p17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210" name="Google Shape;2210;p17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211" name="Google Shape;2211;p177"/>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212" name="Google Shape;2212;p17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latin typeface="Overpass SemiBold"/>
                <a:ea typeface="Overpass SemiBold"/>
                <a:cs typeface="Overpass SemiBold"/>
                <a:sym typeface="Overpass SemiBold"/>
              </a:defRPr>
            </a:lvl1pPr>
            <a:lvl2pPr lvl="1" algn="ctr">
              <a:buNone/>
              <a:defRPr sz="800">
                <a:latin typeface="Overpass SemiBold"/>
                <a:ea typeface="Overpass SemiBold"/>
                <a:cs typeface="Overpass SemiBold"/>
                <a:sym typeface="Overpass SemiBold"/>
              </a:defRPr>
            </a:lvl2pPr>
            <a:lvl3pPr lvl="2" algn="ctr">
              <a:buNone/>
              <a:defRPr sz="800">
                <a:latin typeface="Overpass SemiBold"/>
                <a:ea typeface="Overpass SemiBold"/>
                <a:cs typeface="Overpass SemiBold"/>
                <a:sym typeface="Overpass SemiBold"/>
              </a:defRPr>
            </a:lvl3pPr>
            <a:lvl4pPr lvl="3" algn="ctr">
              <a:buNone/>
              <a:defRPr sz="800">
                <a:latin typeface="Overpass SemiBold"/>
                <a:ea typeface="Overpass SemiBold"/>
                <a:cs typeface="Overpass SemiBold"/>
                <a:sym typeface="Overpass SemiBold"/>
              </a:defRPr>
            </a:lvl4pPr>
            <a:lvl5pPr lvl="4" algn="ctr">
              <a:buNone/>
              <a:defRPr sz="800">
                <a:latin typeface="Overpass SemiBold"/>
                <a:ea typeface="Overpass SemiBold"/>
                <a:cs typeface="Overpass SemiBold"/>
                <a:sym typeface="Overpass SemiBold"/>
              </a:defRPr>
            </a:lvl5pPr>
            <a:lvl6pPr lvl="5" algn="ctr">
              <a:buNone/>
              <a:defRPr sz="800">
                <a:latin typeface="Overpass SemiBold"/>
                <a:ea typeface="Overpass SemiBold"/>
                <a:cs typeface="Overpass SemiBold"/>
                <a:sym typeface="Overpass SemiBold"/>
              </a:defRPr>
            </a:lvl6pPr>
            <a:lvl7pPr lvl="6" algn="ctr">
              <a:buNone/>
              <a:defRPr sz="800">
                <a:latin typeface="Overpass SemiBold"/>
                <a:ea typeface="Overpass SemiBold"/>
                <a:cs typeface="Overpass SemiBold"/>
                <a:sym typeface="Overpass SemiBold"/>
              </a:defRPr>
            </a:lvl7pPr>
            <a:lvl8pPr lvl="7" algn="ctr">
              <a:buNone/>
              <a:defRPr sz="800">
                <a:latin typeface="Overpass SemiBold"/>
                <a:ea typeface="Overpass SemiBold"/>
                <a:cs typeface="Overpass SemiBold"/>
                <a:sym typeface="Overpass SemiBold"/>
              </a:defRPr>
            </a:lvl8pPr>
            <a:lvl9pPr lvl="8"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213" name="Google Shape;2213;p17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214" name="Google Shape;2214;p17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700">
                <a:solidFill>
                  <a:srgbClr val="4D4D4F"/>
                </a:solidFill>
              </a:defRPr>
            </a:lvl1pPr>
            <a:lvl2pPr lvl="1">
              <a:lnSpc>
                <a:spcPct val="142000"/>
              </a:lnSpc>
              <a:spcBef>
                <a:spcPts val="0"/>
              </a:spcBef>
              <a:spcAft>
                <a:spcPts val="0"/>
              </a:spcAft>
              <a:buNone/>
              <a:defRPr sz="700">
                <a:solidFill>
                  <a:srgbClr val="4D4D4F"/>
                </a:solidFill>
              </a:defRPr>
            </a:lvl2pPr>
            <a:lvl3pPr lvl="2">
              <a:lnSpc>
                <a:spcPct val="142000"/>
              </a:lnSpc>
              <a:spcBef>
                <a:spcPts val="0"/>
              </a:spcBef>
              <a:spcAft>
                <a:spcPts val="0"/>
              </a:spcAft>
              <a:buNone/>
              <a:defRPr sz="700">
                <a:solidFill>
                  <a:srgbClr val="4D4D4F"/>
                </a:solidFill>
              </a:defRPr>
            </a:lvl3pPr>
            <a:lvl4pPr lvl="3">
              <a:lnSpc>
                <a:spcPct val="142000"/>
              </a:lnSpc>
              <a:spcBef>
                <a:spcPts val="0"/>
              </a:spcBef>
              <a:spcAft>
                <a:spcPts val="0"/>
              </a:spcAft>
              <a:buNone/>
              <a:defRPr sz="700">
                <a:solidFill>
                  <a:srgbClr val="4D4D4F"/>
                </a:solidFill>
              </a:defRPr>
            </a:lvl4pPr>
            <a:lvl5pPr lvl="4">
              <a:lnSpc>
                <a:spcPct val="142000"/>
              </a:lnSpc>
              <a:spcBef>
                <a:spcPts val="0"/>
              </a:spcBef>
              <a:spcAft>
                <a:spcPts val="0"/>
              </a:spcAft>
              <a:buNone/>
              <a:defRPr sz="700">
                <a:solidFill>
                  <a:srgbClr val="4D4D4F"/>
                </a:solidFill>
              </a:defRPr>
            </a:lvl5pPr>
            <a:lvl6pPr lvl="5">
              <a:lnSpc>
                <a:spcPct val="142000"/>
              </a:lnSpc>
              <a:spcBef>
                <a:spcPts val="0"/>
              </a:spcBef>
              <a:spcAft>
                <a:spcPts val="0"/>
              </a:spcAft>
              <a:buNone/>
              <a:defRPr sz="700">
                <a:solidFill>
                  <a:srgbClr val="4D4D4F"/>
                </a:solidFill>
              </a:defRPr>
            </a:lvl6pPr>
            <a:lvl7pPr lvl="6">
              <a:lnSpc>
                <a:spcPct val="142000"/>
              </a:lnSpc>
              <a:spcBef>
                <a:spcPts val="0"/>
              </a:spcBef>
              <a:spcAft>
                <a:spcPts val="0"/>
              </a:spcAft>
              <a:buNone/>
              <a:defRPr sz="700">
                <a:solidFill>
                  <a:srgbClr val="4D4D4F"/>
                </a:solidFill>
              </a:defRPr>
            </a:lvl7pPr>
            <a:lvl8pPr lvl="7">
              <a:lnSpc>
                <a:spcPct val="142000"/>
              </a:lnSpc>
              <a:spcBef>
                <a:spcPts val="0"/>
              </a:spcBef>
              <a:spcAft>
                <a:spcPts val="0"/>
              </a:spcAft>
              <a:buNone/>
              <a:defRPr sz="700">
                <a:solidFill>
                  <a:srgbClr val="4D4D4F"/>
                </a:solidFill>
              </a:defRPr>
            </a:lvl8pPr>
            <a:lvl9pPr lvl="8">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215" name="Shape 2215"/>
        <p:cNvGrpSpPr/>
        <p:nvPr/>
      </p:nvGrpSpPr>
      <p:grpSpPr>
        <a:xfrm>
          <a:off x="0" y="0"/>
          <a:ext cx="0" cy="0"/>
          <a:chOff x="0" y="0"/>
          <a:chExt cx="0" cy="0"/>
        </a:xfrm>
      </p:grpSpPr>
      <p:sp>
        <p:nvSpPr>
          <p:cNvPr id="2216" name="Google Shape;2216;p17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17" name="Google Shape;2217;p17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2218" name="Google Shape;2218;p178"/>
          <p:cNvSpPr txBox="1"/>
          <p:nvPr>
            <p:ph idx="12" type="sldNum"/>
          </p:nvPr>
        </p:nvSpPr>
        <p:spPr>
          <a:xfrm>
            <a:off x="9797413" y="6217633"/>
            <a:ext cx="22308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rPr lang="en"/>
              <a:t> </a:t>
            </a:r>
            <a:fld id="{00000000-1234-1234-1234-123412341234}" type="slidenum">
              <a:rPr lang="en"/>
              <a:t>‹#›</a:t>
            </a:fld>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5">
  <p:cSld name="CUSTOM_4_32">
    <p:spTree>
      <p:nvGrpSpPr>
        <p:cNvPr id="2219" name="Shape 2219"/>
        <p:cNvGrpSpPr/>
        <p:nvPr/>
      </p:nvGrpSpPr>
      <p:grpSpPr>
        <a:xfrm>
          <a:off x="0" y="0"/>
          <a:ext cx="0" cy="0"/>
          <a:chOff x="0" y="0"/>
          <a:chExt cx="0" cy="0"/>
        </a:xfrm>
      </p:grpSpPr>
      <p:sp>
        <p:nvSpPr>
          <p:cNvPr id="2220" name="Google Shape;2220;p179"/>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000">
                <a:solidFill>
                  <a:srgbClr val="000000"/>
                </a:solidFill>
              </a:defRPr>
            </a:lvl1pPr>
            <a:lvl2pPr lvl="1" algn="ctr">
              <a:lnSpc>
                <a:spcPct val="130000"/>
              </a:lnSpc>
              <a:spcBef>
                <a:spcPts val="0"/>
              </a:spcBef>
              <a:spcAft>
                <a:spcPts val="0"/>
              </a:spcAft>
              <a:buNone/>
              <a:defRPr sz="2000">
                <a:solidFill>
                  <a:srgbClr val="000000"/>
                </a:solidFill>
              </a:defRPr>
            </a:lvl2pPr>
            <a:lvl3pPr lvl="2" algn="ctr">
              <a:lnSpc>
                <a:spcPct val="130000"/>
              </a:lnSpc>
              <a:spcBef>
                <a:spcPts val="0"/>
              </a:spcBef>
              <a:spcAft>
                <a:spcPts val="0"/>
              </a:spcAft>
              <a:buNone/>
              <a:defRPr sz="2000">
                <a:solidFill>
                  <a:srgbClr val="000000"/>
                </a:solidFill>
              </a:defRPr>
            </a:lvl3pPr>
            <a:lvl4pPr lvl="3" algn="ctr">
              <a:lnSpc>
                <a:spcPct val="130000"/>
              </a:lnSpc>
              <a:spcBef>
                <a:spcPts val="0"/>
              </a:spcBef>
              <a:spcAft>
                <a:spcPts val="0"/>
              </a:spcAft>
              <a:buNone/>
              <a:defRPr sz="2000">
                <a:solidFill>
                  <a:srgbClr val="000000"/>
                </a:solidFill>
              </a:defRPr>
            </a:lvl4pPr>
            <a:lvl5pPr lvl="4" algn="ctr">
              <a:lnSpc>
                <a:spcPct val="130000"/>
              </a:lnSpc>
              <a:spcBef>
                <a:spcPts val="0"/>
              </a:spcBef>
              <a:spcAft>
                <a:spcPts val="0"/>
              </a:spcAft>
              <a:buNone/>
              <a:defRPr sz="2000">
                <a:solidFill>
                  <a:srgbClr val="000000"/>
                </a:solidFill>
              </a:defRPr>
            </a:lvl5pPr>
            <a:lvl6pPr lvl="5" algn="ctr">
              <a:lnSpc>
                <a:spcPct val="130000"/>
              </a:lnSpc>
              <a:spcBef>
                <a:spcPts val="0"/>
              </a:spcBef>
              <a:spcAft>
                <a:spcPts val="0"/>
              </a:spcAft>
              <a:buNone/>
              <a:defRPr sz="2000">
                <a:solidFill>
                  <a:srgbClr val="000000"/>
                </a:solidFill>
              </a:defRPr>
            </a:lvl6pPr>
            <a:lvl7pPr lvl="6" algn="ctr">
              <a:lnSpc>
                <a:spcPct val="130000"/>
              </a:lnSpc>
              <a:spcBef>
                <a:spcPts val="0"/>
              </a:spcBef>
              <a:spcAft>
                <a:spcPts val="0"/>
              </a:spcAft>
              <a:buNone/>
              <a:defRPr sz="2000">
                <a:solidFill>
                  <a:srgbClr val="000000"/>
                </a:solidFill>
              </a:defRPr>
            </a:lvl7pPr>
            <a:lvl8pPr lvl="7" algn="ctr">
              <a:lnSpc>
                <a:spcPct val="130000"/>
              </a:lnSpc>
              <a:spcBef>
                <a:spcPts val="0"/>
              </a:spcBef>
              <a:spcAft>
                <a:spcPts val="0"/>
              </a:spcAft>
              <a:buNone/>
              <a:defRPr sz="2000">
                <a:solidFill>
                  <a:srgbClr val="000000"/>
                </a:solidFill>
              </a:defRPr>
            </a:lvl8pPr>
            <a:lvl9pPr lvl="8" algn="ctr">
              <a:lnSpc>
                <a:spcPct val="130000"/>
              </a:lnSpc>
              <a:spcBef>
                <a:spcPts val="0"/>
              </a:spcBef>
              <a:spcAft>
                <a:spcPts val="0"/>
              </a:spcAft>
              <a:buNone/>
              <a:defRPr sz="2000">
                <a:solidFill>
                  <a:srgbClr val="000000"/>
                </a:solidFill>
              </a:defRPr>
            </a:lvl9pPr>
          </a:lstStyle>
          <a:p/>
        </p:txBody>
      </p:sp>
      <p:cxnSp>
        <p:nvCxnSpPr>
          <p:cNvPr id="2221" name="Google Shape;2221;p17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222" name="Google Shape;2222;p179"/>
          <p:cNvSpPr txBox="1"/>
          <p:nvPr>
            <p:ph idx="1" type="subTitle"/>
          </p:nvPr>
        </p:nvSpPr>
        <p:spPr>
          <a:xfrm>
            <a:off x="447775" y="55441"/>
            <a:ext cx="5148900" cy="816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9pPr>
          </a:lstStyle>
          <a:p/>
        </p:txBody>
      </p:sp>
      <p:cxnSp>
        <p:nvCxnSpPr>
          <p:cNvPr id="2223" name="Google Shape;2223;p179"/>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224" name="Google Shape;2224;p17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600">
                <a:latin typeface="Overpass SemiBold"/>
                <a:ea typeface="Overpass SemiBold"/>
                <a:cs typeface="Overpass SemiBold"/>
                <a:sym typeface="Overpass SemiBold"/>
              </a:defRPr>
            </a:lvl1pPr>
            <a:lvl2pPr lvl="1" algn="ctr">
              <a:buNone/>
              <a:defRPr sz="600">
                <a:latin typeface="Overpass SemiBold"/>
                <a:ea typeface="Overpass SemiBold"/>
                <a:cs typeface="Overpass SemiBold"/>
                <a:sym typeface="Overpass SemiBold"/>
              </a:defRPr>
            </a:lvl2pPr>
            <a:lvl3pPr lvl="2" algn="ctr">
              <a:buNone/>
              <a:defRPr sz="600">
                <a:latin typeface="Overpass SemiBold"/>
                <a:ea typeface="Overpass SemiBold"/>
                <a:cs typeface="Overpass SemiBold"/>
                <a:sym typeface="Overpass SemiBold"/>
              </a:defRPr>
            </a:lvl3pPr>
            <a:lvl4pPr lvl="3" algn="ctr">
              <a:buNone/>
              <a:defRPr sz="600">
                <a:latin typeface="Overpass SemiBold"/>
                <a:ea typeface="Overpass SemiBold"/>
                <a:cs typeface="Overpass SemiBold"/>
                <a:sym typeface="Overpass SemiBold"/>
              </a:defRPr>
            </a:lvl4pPr>
            <a:lvl5pPr lvl="4" algn="ctr">
              <a:buNone/>
              <a:defRPr sz="600">
                <a:latin typeface="Overpass SemiBold"/>
                <a:ea typeface="Overpass SemiBold"/>
                <a:cs typeface="Overpass SemiBold"/>
                <a:sym typeface="Overpass SemiBold"/>
              </a:defRPr>
            </a:lvl5pPr>
            <a:lvl6pPr lvl="5" algn="ctr">
              <a:buNone/>
              <a:defRPr sz="600">
                <a:latin typeface="Overpass SemiBold"/>
                <a:ea typeface="Overpass SemiBold"/>
                <a:cs typeface="Overpass SemiBold"/>
                <a:sym typeface="Overpass SemiBold"/>
              </a:defRPr>
            </a:lvl6pPr>
            <a:lvl7pPr lvl="6" algn="ctr">
              <a:buNone/>
              <a:defRPr sz="600">
                <a:latin typeface="Overpass SemiBold"/>
                <a:ea typeface="Overpass SemiBold"/>
                <a:cs typeface="Overpass SemiBold"/>
                <a:sym typeface="Overpass SemiBold"/>
              </a:defRPr>
            </a:lvl7pPr>
            <a:lvl8pPr lvl="7" algn="ctr">
              <a:buNone/>
              <a:defRPr sz="600">
                <a:latin typeface="Overpass SemiBold"/>
                <a:ea typeface="Overpass SemiBold"/>
                <a:cs typeface="Overpass SemiBold"/>
                <a:sym typeface="Overpass SemiBold"/>
              </a:defRPr>
            </a:lvl8pPr>
            <a:lvl9pPr lvl="8" algn="ctr">
              <a:buNone/>
              <a:defRPr sz="6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225" name="Google Shape;2225;p179"/>
          <p:cNvPicPr preferRelativeResize="0"/>
          <p:nvPr/>
        </p:nvPicPr>
        <p:blipFill rotWithShape="1">
          <a:blip r:embed="rId2">
            <a:alphaModFix/>
          </a:blip>
          <a:srcRect b="318" l="0" r="0" t="328"/>
          <a:stretch/>
        </p:blipFill>
        <p:spPr>
          <a:xfrm>
            <a:off x="10711279" y="6313250"/>
            <a:ext cx="731888" cy="171091"/>
          </a:xfrm>
          <a:prstGeom prst="rect">
            <a:avLst/>
          </a:prstGeom>
          <a:noFill/>
          <a:ln>
            <a:noFill/>
          </a:ln>
        </p:spPr>
      </p:pic>
      <p:sp>
        <p:nvSpPr>
          <p:cNvPr id="2226" name="Google Shape;2226;p179"/>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500">
                <a:solidFill>
                  <a:srgbClr val="4D4D4F"/>
                </a:solidFill>
              </a:defRPr>
            </a:lvl1pPr>
            <a:lvl2pPr lvl="1">
              <a:lnSpc>
                <a:spcPct val="142000"/>
              </a:lnSpc>
              <a:spcBef>
                <a:spcPts val="0"/>
              </a:spcBef>
              <a:spcAft>
                <a:spcPts val="0"/>
              </a:spcAft>
              <a:buNone/>
              <a:defRPr sz="500">
                <a:solidFill>
                  <a:srgbClr val="4D4D4F"/>
                </a:solidFill>
              </a:defRPr>
            </a:lvl2pPr>
            <a:lvl3pPr lvl="2">
              <a:lnSpc>
                <a:spcPct val="142000"/>
              </a:lnSpc>
              <a:spcBef>
                <a:spcPts val="0"/>
              </a:spcBef>
              <a:spcAft>
                <a:spcPts val="0"/>
              </a:spcAft>
              <a:buNone/>
              <a:defRPr sz="500">
                <a:solidFill>
                  <a:srgbClr val="4D4D4F"/>
                </a:solidFill>
              </a:defRPr>
            </a:lvl3pPr>
            <a:lvl4pPr lvl="3">
              <a:lnSpc>
                <a:spcPct val="142000"/>
              </a:lnSpc>
              <a:spcBef>
                <a:spcPts val="0"/>
              </a:spcBef>
              <a:spcAft>
                <a:spcPts val="0"/>
              </a:spcAft>
              <a:buNone/>
              <a:defRPr sz="500">
                <a:solidFill>
                  <a:srgbClr val="4D4D4F"/>
                </a:solidFill>
              </a:defRPr>
            </a:lvl4pPr>
            <a:lvl5pPr lvl="4">
              <a:lnSpc>
                <a:spcPct val="142000"/>
              </a:lnSpc>
              <a:spcBef>
                <a:spcPts val="0"/>
              </a:spcBef>
              <a:spcAft>
                <a:spcPts val="0"/>
              </a:spcAft>
              <a:buNone/>
              <a:defRPr sz="500">
                <a:solidFill>
                  <a:srgbClr val="4D4D4F"/>
                </a:solidFill>
              </a:defRPr>
            </a:lvl5pPr>
            <a:lvl6pPr lvl="5">
              <a:lnSpc>
                <a:spcPct val="142000"/>
              </a:lnSpc>
              <a:spcBef>
                <a:spcPts val="0"/>
              </a:spcBef>
              <a:spcAft>
                <a:spcPts val="0"/>
              </a:spcAft>
              <a:buNone/>
              <a:defRPr sz="500">
                <a:solidFill>
                  <a:srgbClr val="4D4D4F"/>
                </a:solidFill>
              </a:defRPr>
            </a:lvl6pPr>
            <a:lvl7pPr lvl="6">
              <a:lnSpc>
                <a:spcPct val="142000"/>
              </a:lnSpc>
              <a:spcBef>
                <a:spcPts val="0"/>
              </a:spcBef>
              <a:spcAft>
                <a:spcPts val="0"/>
              </a:spcAft>
              <a:buNone/>
              <a:defRPr sz="500">
                <a:solidFill>
                  <a:srgbClr val="4D4D4F"/>
                </a:solidFill>
              </a:defRPr>
            </a:lvl7pPr>
            <a:lvl8pPr lvl="7">
              <a:lnSpc>
                <a:spcPct val="142000"/>
              </a:lnSpc>
              <a:spcBef>
                <a:spcPts val="0"/>
              </a:spcBef>
              <a:spcAft>
                <a:spcPts val="0"/>
              </a:spcAft>
              <a:buNone/>
              <a:defRPr sz="500">
                <a:solidFill>
                  <a:srgbClr val="4D4D4F"/>
                </a:solidFill>
              </a:defRPr>
            </a:lvl8pPr>
            <a:lvl9pPr lvl="8">
              <a:lnSpc>
                <a:spcPct val="142000"/>
              </a:lnSpc>
              <a:spcBef>
                <a:spcPts val="0"/>
              </a:spcBef>
              <a:spcAft>
                <a:spcPts val="0"/>
              </a:spcAft>
              <a:buNone/>
              <a:defRPr sz="500">
                <a:solidFill>
                  <a:srgbClr val="4D4D4F"/>
                </a:solidFill>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1_1">
    <p:spTree>
      <p:nvGrpSpPr>
        <p:cNvPr id="2227" name="Shape 2227"/>
        <p:cNvGrpSpPr/>
        <p:nvPr/>
      </p:nvGrpSpPr>
      <p:grpSpPr>
        <a:xfrm>
          <a:off x="0" y="0"/>
          <a:ext cx="0" cy="0"/>
          <a:chOff x="0" y="0"/>
          <a:chExt cx="0" cy="0"/>
        </a:xfrm>
      </p:grpSpPr>
      <p:sp>
        <p:nvSpPr>
          <p:cNvPr id="2228" name="Google Shape;2228;p18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229" name="Google Shape;2229;p18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2230" name="Google Shape;2230;p180"/>
          <p:cNvSpPr txBox="1"/>
          <p:nvPr>
            <p:ph idx="12" type="sldNum"/>
          </p:nvPr>
        </p:nvSpPr>
        <p:spPr>
          <a:xfrm>
            <a:off x="9797413" y="6217633"/>
            <a:ext cx="2230800" cy="524700"/>
          </a:xfrm>
          <a:prstGeom prst="rect">
            <a:avLst/>
          </a:prstGeom>
          <a:noFill/>
          <a:ln>
            <a:noFill/>
          </a:ln>
        </p:spPr>
        <p:txBody>
          <a:bodyPr anchorCtr="0" anchor="ctr" bIns="121900" lIns="121900" spcFirstLastPara="1" rIns="121900" wrap="square" tIns="1219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rPr lang="en"/>
              <a:t> </a:t>
            </a:r>
            <a:fld id="{00000000-1234-1234-1234-123412341234}" type="slidenum">
              <a:rPr lang="en"/>
              <a:t>‹#›</a:t>
            </a:fld>
            <a:endParaRPr/>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7">
  <p:cSld name="CUSTOM_4_33">
    <p:spTree>
      <p:nvGrpSpPr>
        <p:cNvPr id="2231" name="Shape 2231"/>
        <p:cNvGrpSpPr/>
        <p:nvPr/>
      </p:nvGrpSpPr>
      <p:grpSpPr>
        <a:xfrm>
          <a:off x="0" y="0"/>
          <a:ext cx="0" cy="0"/>
          <a:chOff x="0" y="0"/>
          <a:chExt cx="0" cy="0"/>
        </a:xfrm>
      </p:grpSpPr>
      <p:sp>
        <p:nvSpPr>
          <p:cNvPr id="2232" name="Google Shape;2232;p181"/>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algn="ctr">
              <a:lnSpc>
                <a:spcPct val="130000"/>
              </a:lnSpc>
              <a:spcBef>
                <a:spcPts val="0"/>
              </a:spcBef>
              <a:spcAft>
                <a:spcPts val="0"/>
              </a:spcAft>
              <a:buNone/>
              <a:defRPr sz="2000">
                <a:solidFill>
                  <a:srgbClr val="000000"/>
                </a:solidFill>
              </a:defRPr>
            </a:lvl1pPr>
            <a:lvl2pPr lvl="1" algn="ctr">
              <a:lnSpc>
                <a:spcPct val="130000"/>
              </a:lnSpc>
              <a:spcBef>
                <a:spcPts val="0"/>
              </a:spcBef>
              <a:spcAft>
                <a:spcPts val="0"/>
              </a:spcAft>
              <a:buNone/>
              <a:defRPr sz="2000">
                <a:solidFill>
                  <a:srgbClr val="000000"/>
                </a:solidFill>
              </a:defRPr>
            </a:lvl2pPr>
            <a:lvl3pPr lvl="2" algn="ctr">
              <a:lnSpc>
                <a:spcPct val="130000"/>
              </a:lnSpc>
              <a:spcBef>
                <a:spcPts val="0"/>
              </a:spcBef>
              <a:spcAft>
                <a:spcPts val="0"/>
              </a:spcAft>
              <a:buNone/>
              <a:defRPr sz="2000">
                <a:solidFill>
                  <a:srgbClr val="000000"/>
                </a:solidFill>
              </a:defRPr>
            </a:lvl3pPr>
            <a:lvl4pPr lvl="3" algn="ctr">
              <a:lnSpc>
                <a:spcPct val="130000"/>
              </a:lnSpc>
              <a:spcBef>
                <a:spcPts val="0"/>
              </a:spcBef>
              <a:spcAft>
                <a:spcPts val="0"/>
              </a:spcAft>
              <a:buNone/>
              <a:defRPr sz="2000">
                <a:solidFill>
                  <a:srgbClr val="000000"/>
                </a:solidFill>
              </a:defRPr>
            </a:lvl4pPr>
            <a:lvl5pPr lvl="4" algn="ctr">
              <a:lnSpc>
                <a:spcPct val="130000"/>
              </a:lnSpc>
              <a:spcBef>
                <a:spcPts val="0"/>
              </a:spcBef>
              <a:spcAft>
                <a:spcPts val="0"/>
              </a:spcAft>
              <a:buNone/>
              <a:defRPr sz="2000">
                <a:solidFill>
                  <a:srgbClr val="000000"/>
                </a:solidFill>
              </a:defRPr>
            </a:lvl5pPr>
            <a:lvl6pPr lvl="5" algn="ctr">
              <a:lnSpc>
                <a:spcPct val="130000"/>
              </a:lnSpc>
              <a:spcBef>
                <a:spcPts val="0"/>
              </a:spcBef>
              <a:spcAft>
                <a:spcPts val="0"/>
              </a:spcAft>
              <a:buNone/>
              <a:defRPr sz="2000">
                <a:solidFill>
                  <a:srgbClr val="000000"/>
                </a:solidFill>
              </a:defRPr>
            </a:lvl6pPr>
            <a:lvl7pPr lvl="6" algn="ctr">
              <a:lnSpc>
                <a:spcPct val="130000"/>
              </a:lnSpc>
              <a:spcBef>
                <a:spcPts val="0"/>
              </a:spcBef>
              <a:spcAft>
                <a:spcPts val="0"/>
              </a:spcAft>
              <a:buNone/>
              <a:defRPr sz="2000">
                <a:solidFill>
                  <a:srgbClr val="000000"/>
                </a:solidFill>
              </a:defRPr>
            </a:lvl7pPr>
            <a:lvl8pPr lvl="7" algn="ctr">
              <a:lnSpc>
                <a:spcPct val="130000"/>
              </a:lnSpc>
              <a:spcBef>
                <a:spcPts val="0"/>
              </a:spcBef>
              <a:spcAft>
                <a:spcPts val="0"/>
              </a:spcAft>
              <a:buNone/>
              <a:defRPr sz="2000">
                <a:solidFill>
                  <a:srgbClr val="000000"/>
                </a:solidFill>
              </a:defRPr>
            </a:lvl8pPr>
            <a:lvl9pPr lvl="8" algn="ctr">
              <a:lnSpc>
                <a:spcPct val="130000"/>
              </a:lnSpc>
              <a:spcBef>
                <a:spcPts val="0"/>
              </a:spcBef>
              <a:spcAft>
                <a:spcPts val="0"/>
              </a:spcAft>
              <a:buNone/>
              <a:defRPr sz="2000">
                <a:solidFill>
                  <a:srgbClr val="000000"/>
                </a:solidFill>
              </a:defRPr>
            </a:lvl9pPr>
          </a:lstStyle>
          <a:p/>
        </p:txBody>
      </p:sp>
      <p:cxnSp>
        <p:nvCxnSpPr>
          <p:cNvPr id="2233" name="Google Shape;2233;p18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234" name="Google Shape;2234;p181"/>
          <p:cNvSpPr txBox="1"/>
          <p:nvPr>
            <p:ph idx="1" type="subTitle"/>
          </p:nvPr>
        </p:nvSpPr>
        <p:spPr>
          <a:xfrm>
            <a:off x="447775" y="55441"/>
            <a:ext cx="5148900" cy="816300"/>
          </a:xfrm>
          <a:prstGeom prst="rect">
            <a:avLst/>
          </a:prstGeom>
        </p:spPr>
        <p:txBody>
          <a:bodyPr anchorCtr="0" anchor="ctr" bIns="68575" lIns="329175" spcFirstLastPara="1" rIns="68575" wrap="square" tIns="68575">
            <a:noAutofit/>
          </a:bodyPr>
          <a:lstStyle>
            <a:lvl1pPr lvl="0">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1pPr>
            <a:lvl2pPr lvl="1">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2pPr>
            <a:lvl3pPr lvl="2">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3pPr>
            <a:lvl4pPr lvl="3">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4pPr>
            <a:lvl5pPr lvl="4">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5pPr>
            <a:lvl6pPr lvl="5">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6pPr>
            <a:lvl7pPr lvl="6">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7pPr>
            <a:lvl8pPr lvl="7">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8pPr>
            <a:lvl9pPr lvl="8">
              <a:lnSpc>
                <a:spcPct val="100000"/>
              </a:lnSpc>
              <a:spcBef>
                <a:spcPts val="0"/>
              </a:spcBef>
              <a:spcAft>
                <a:spcPts val="0"/>
              </a:spcAft>
              <a:buClr>
                <a:srgbClr val="EE0000"/>
              </a:buClr>
              <a:buSzPts val="700"/>
              <a:buFont typeface="Overpass SemiBold"/>
              <a:buNone/>
              <a:defRPr sz="700">
                <a:solidFill>
                  <a:srgbClr val="EE0000"/>
                </a:solidFill>
                <a:latin typeface="Overpass SemiBold"/>
                <a:ea typeface="Overpass SemiBold"/>
                <a:cs typeface="Overpass SemiBold"/>
                <a:sym typeface="Overpass SemiBold"/>
              </a:defRPr>
            </a:lvl9pPr>
          </a:lstStyle>
          <a:p/>
        </p:txBody>
      </p:sp>
      <p:cxnSp>
        <p:nvCxnSpPr>
          <p:cNvPr id="2235" name="Google Shape;2235;p181"/>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236" name="Google Shape;2236;p18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600">
                <a:latin typeface="Overpass SemiBold"/>
                <a:ea typeface="Overpass SemiBold"/>
                <a:cs typeface="Overpass SemiBold"/>
                <a:sym typeface="Overpass SemiBold"/>
              </a:defRPr>
            </a:lvl1pPr>
            <a:lvl2pPr lvl="1" algn="ctr">
              <a:buNone/>
              <a:defRPr sz="600">
                <a:latin typeface="Overpass SemiBold"/>
                <a:ea typeface="Overpass SemiBold"/>
                <a:cs typeface="Overpass SemiBold"/>
                <a:sym typeface="Overpass SemiBold"/>
              </a:defRPr>
            </a:lvl2pPr>
            <a:lvl3pPr lvl="2" algn="ctr">
              <a:buNone/>
              <a:defRPr sz="600">
                <a:latin typeface="Overpass SemiBold"/>
                <a:ea typeface="Overpass SemiBold"/>
                <a:cs typeface="Overpass SemiBold"/>
                <a:sym typeface="Overpass SemiBold"/>
              </a:defRPr>
            </a:lvl3pPr>
            <a:lvl4pPr lvl="3" algn="ctr">
              <a:buNone/>
              <a:defRPr sz="600">
                <a:latin typeface="Overpass SemiBold"/>
                <a:ea typeface="Overpass SemiBold"/>
                <a:cs typeface="Overpass SemiBold"/>
                <a:sym typeface="Overpass SemiBold"/>
              </a:defRPr>
            </a:lvl4pPr>
            <a:lvl5pPr lvl="4" algn="ctr">
              <a:buNone/>
              <a:defRPr sz="600">
                <a:latin typeface="Overpass SemiBold"/>
                <a:ea typeface="Overpass SemiBold"/>
                <a:cs typeface="Overpass SemiBold"/>
                <a:sym typeface="Overpass SemiBold"/>
              </a:defRPr>
            </a:lvl5pPr>
            <a:lvl6pPr lvl="5" algn="ctr">
              <a:buNone/>
              <a:defRPr sz="600">
                <a:latin typeface="Overpass SemiBold"/>
                <a:ea typeface="Overpass SemiBold"/>
                <a:cs typeface="Overpass SemiBold"/>
                <a:sym typeface="Overpass SemiBold"/>
              </a:defRPr>
            </a:lvl6pPr>
            <a:lvl7pPr lvl="6" algn="ctr">
              <a:buNone/>
              <a:defRPr sz="600">
                <a:latin typeface="Overpass SemiBold"/>
                <a:ea typeface="Overpass SemiBold"/>
                <a:cs typeface="Overpass SemiBold"/>
                <a:sym typeface="Overpass SemiBold"/>
              </a:defRPr>
            </a:lvl7pPr>
            <a:lvl8pPr lvl="7" algn="ctr">
              <a:buNone/>
              <a:defRPr sz="600">
                <a:latin typeface="Overpass SemiBold"/>
                <a:ea typeface="Overpass SemiBold"/>
                <a:cs typeface="Overpass SemiBold"/>
                <a:sym typeface="Overpass SemiBold"/>
              </a:defRPr>
            </a:lvl8pPr>
            <a:lvl9pPr lvl="8" algn="ctr">
              <a:buNone/>
              <a:defRPr sz="6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237" name="Google Shape;2237;p181"/>
          <p:cNvPicPr preferRelativeResize="0"/>
          <p:nvPr/>
        </p:nvPicPr>
        <p:blipFill rotWithShape="1">
          <a:blip r:embed="rId2">
            <a:alphaModFix/>
          </a:blip>
          <a:srcRect b="318" l="0" r="0" t="328"/>
          <a:stretch/>
        </p:blipFill>
        <p:spPr>
          <a:xfrm>
            <a:off x="10711279" y="6313250"/>
            <a:ext cx="731888" cy="171091"/>
          </a:xfrm>
          <a:prstGeom prst="rect">
            <a:avLst/>
          </a:prstGeom>
          <a:noFill/>
          <a:ln>
            <a:noFill/>
          </a:ln>
        </p:spPr>
      </p:pic>
      <p:sp>
        <p:nvSpPr>
          <p:cNvPr id="2238" name="Google Shape;2238;p18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a:lnSpc>
                <a:spcPct val="142000"/>
              </a:lnSpc>
              <a:spcBef>
                <a:spcPts val="0"/>
              </a:spcBef>
              <a:spcAft>
                <a:spcPts val="0"/>
              </a:spcAft>
              <a:buNone/>
              <a:defRPr sz="500">
                <a:solidFill>
                  <a:srgbClr val="4D4D4F"/>
                </a:solidFill>
              </a:defRPr>
            </a:lvl1pPr>
            <a:lvl2pPr lvl="1">
              <a:lnSpc>
                <a:spcPct val="142000"/>
              </a:lnSpc>
              <a:spcBef>
                <a:spcPts val="0"/>
              </a:spcBef>
              <a:spcAft>
                <a:spcPts val="0"/>
              </a:spcAft>
              <a:buNone/>
              <a:defRPr sz="500">
                <a:solidFill>
                  <a:srgbClr val="4D4D4F"/>
                </a:solidFill>
              </a:defRPr>
            </a:lvl2pPr>
            <a:lvl3pPr lvl="2">
              <a:lnSpc>
                <a:spcPct val="142000"/>
              </a:lnSpc>
              <a:spcBef>
                <a:spcPts val="0"/>
              </a:spcBef>
              <a:spcAft>
                <a:spcPts val="0"/>
              </a:spcAft>
              <a:buNone/>
              <a:defRPr sz="500">
                <a:solidFill>
                  <a:srgbClr val="4D4D4F"/>
                </a:solidFill>
              </a:defRPr>
            </a:lvl3pPr>
            <a:lvl4pPr lvl="3">
              <a:lnSpc>
                <a:spcPct val="142000"/>
              </a:lnSpc>
              <a:spcBef>
                <a:spcPts val="0"/>
              </a:spcBef>
              <a:spcAft>
                <a:spcPts val="0"/>
              </a:spcAft>
              <a:buNone/>
              <a:defRPr sz="500">
                <a:solidFill>
                  <a:srgbClr val="4D4D4F"/>
                </a:solidFill>
              </a:defRPr>
            </a:lvl4pPr>
            <a:lvl5pPr lvl="4">
              <a:lnSpc>
                <a:spcPct val="142000"/>
              </a:lnSpc>
              <a:spcBef>
                <a:spcPts val="0"/>
              </a:spcBef>
              <a:spcAft>
                <a:spcPts val="0"/>
              </a:spcAft>
              <a:buNone/>
              <a:defRPr sz="500">
                <a:solidFill>
                  <a:srgbClr val="4D4D4F"/>
                </a:solidFill>
              </a:defRPr>
            </a:lvl5pPr>
            <a:lvl6pPr lvl="5">
              <a:lnSpc>
                <a:spcPct val="142000"/>
              </a:lnSpc>
              <a:spcBef>
                <a:spcPts val="0"/>
              </a:spcBef>
              <a:spcAft>
                <a:spcPts val="0"/>
              </a:spcAft>
              <a:buNone/>
              <a:defRPr sz="500">
                <a:solidFill>
                  <a:srgbClr val="4D4D4F"/>
                </a:solidFill>
              </a:defRPr>
            </a:lvl6pPr>
            <a:lvl7pPr lvl="6">
              <a:lnSpc>
                <a:spcPct val="142000"/>
              </a:lnSpc>
              <a:spcBef>
                <a:spcPts val="0"/>
              </a:spcBef>
              <a:spcAft>
                <a:spcPts val="0"/>
              </a:spcAft>
              <a:buNone/>
              <a:defRPr sz="500">
                <a:solidFill>
                  <a:srgbClr val="4D4D4F"/>
                </a:solidFill>
              </a:defRPr>
            </a:lvl7pPr>
            <a:lvl8pPr lvl="7">
              <a:lnSpc>
                <a:spcPct val="142000"/>
              </a:lnSpc>
              <a:spcBef>
                <a:spcPts val="0"/>
              </a:spcBef>
              <a:spcAft>
                <a:spcPts val="0"/>
              </a:spcAft>
              <a:buNone/>
              <a:defRPr sz="500">
                <a:solidFill>
                  <a:srgbClr val="4D4D4F"/>
                </a:solidFill>
              </a:defRPr>
            </a:lvl8pPr>
            <a:lvl9pPr lvl="8">
              <a:lnSpc>
                <a:spcPct val="142000"/>
              </a:lnSpc>
              <a:spcBef>
                <a:spcPts val="0"/>
              </a:spcBef>
              <a:spcAft>
                <a:spcPts val="0"/>
              </a:spcAft>
              <a:buNone/>
              <a:defRPr sz="500">
                <a:solidFill>
                  <a:srgbClr val="4D4D4F"/>
                </a:solidFill>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1">
  <p:cSld name="CUSTOM_4_1_2">
    <p:bg>
      <p:bgPr>
        <a:solidFill>
          <a:srgbClr val="353535"/>
        </a:solidFill>
      </p:bgPr>
    </p:bg>
    <p:spTree>
      <p:nvGrpSpPr>
        <p:cNvPr id="2239" name="Shape 2239"/>
        <p:cNvGrpSpPr/>
        <p:nvPr/>
      </p:nvGrpSpPr>
      <p:grpSpPr>
        <a:xfrm>
          <a:off x="0" y="0"/>
          <a:ext cx="0" cy="0"/>
          <a:chOff x="0" y="0"/>
          <a:chExt cx="0" cy="0"/>
        </a:xfrm>
      </p:grpSpPr>
      <p:sp>
        <p:nvSpPr>
          <p:cNvPr id="2240" name="Google Shape;2240;p182"/>
          <p:cNvSpPr txBox="1"/>
          <p:nvPr>
            <p:ph idx="1" type="body"/>
          </p:nvPr>
        </p:nvSpPr>
        <p:spPr>
          <a:xfrm>
            <a:off x="8669900" y="1849475"/>
            <a:ext cx="2131800" cy="3000000"/>
          </a:xfrm>
          <a:prstGeom prst="rect">
            <a:avLst/>
          </a:prstGeom>
        </p:spPr>
        <p:txBody>
          <a:bodyPr anchorCtr="0" anchor="t" bIns="0" lIns="0" spcFirstLastPara="1" rIns="0" wrap="square" tIns="0">
            <a:noAutofit/>
          </a:bodyPr>
          <a:lstStyle>
            <a:lvl1pPr indent="-330200" lvl="0" marL="457200">
              <a:lnSpc>
                <a:spcPct val="115000"/>
              </a:lnSpc>
              <a:spcBef>
                <a:spcPts val="0"/>
              </a:spcBef>
              <a:spcAft>
                <a:spcPts val="0"/>
              </a:spcAft>
              <a:buClr>
                <a:srgbClr val="FFFFFF"/>
              </a:buClr>
              <a:buSzPts val="1600"/>
              <a:buChar char="▸"/>
              <a:defRPr>
                <a:solidFill>
                  <a:srgbClr val="FFFFFF"/>
                </a:solidFill>
              </a:defRPr>
            </a:lvl1pPr>
            <a:lvl2pPr indent="-317500" lvl="1" marL="914400">
              <a:lnSpc>
                <a:spcPct val="115000"/>
              </a:lnSpc>
              <a:spcBef>
                <a:spcPts val="2000"/>
              </a:spcBef>
              <a:spcAft>
                <a:spcPts val="0"/>
              </a:spcAft>
              <a:buClr>
                <a:srgbClr val="FFFFFF"/>
              </a:buClr>
              <a:buSzPts val="1400"/>
              <a:buChar char="･"/>
              <a:defRPr>
                <a:solidFill>
                  <a:srgbClr val="FFFFFF"/>
                </a:solidFill>
              </a:defRPr>
            </a:lvl2pPr>
            <a:lvl3pPr indent="-317500" lvl="2" marL="1371600">
              <a:lnSpc>
                <a:spcPct val="115000"/>
              </a:lnSpc>
              <a:spcBef>
                <a:spcPts val="2000"/>
              </a:spcBef>
              <a:spcAft>
                <a:spcPts val="0"/>
              </a:spcAft>
              <a:buClr>
                <a:srgbClr val="FFFFFF"/>
              </a:buClr>
              <a:buSzPts val="1400"/>
              <a:buChar char="･"/>
              <a:defRPr>
                <a:solidFill>
                  <a:srgbClr val="FFFFFF"/>
                </a:solidFill>
              </a:defRPr>
            </a:lvl3pPr>
            <a:lvl4pPr indent="-317500" lvl="3" marL="1828800">
              <a:lnSpc>
                <a:spcPct val="115000"/>
              </a:lnSpc>
              <a:spcBef>
                <a:spcPts val="2000"/>
              </a:spcBef>
              <a:spcAft>
                <a:spcPts val="0"/>
              </a:spcAft>
              <a:buClr>
                <a:srgbClr val="FFFFFF"/>
              </a:buClr>
              <a:buSzPts val="1400"/>
              <a:buChar char="･"/>
              <a:defRPr>
                <a:solidFill>
                  <a:srgbClr val="FFFFFF"/>
                </a:solidFill>
              </a:defRPr>
            </a:lvl4pPr>
            <a:lvl5pPr indent="-317500" lvl="4" marL="2286000">
              <a:lnSpc>
                <a:spcPct val="115000"/>
              </a:lnSpc>
              <a:spcBef>
                <a:spcPts val="2000"/>
              </a:spcBef>
              <a:spcAft>
                <a:spcPts val="0"/>
              </a:spcAft>
              <a:buClr>
                <a:srgbClr val="FFFFFF"/>
              </a:buClr>
              <a:buSzPts val="1400"/>
              <a:buChar char="･"/>
              <a:defRPr>
                <a:solidFill>
                  <a:srgbClr val="FFFFFF"/>
                </a:solidFill>
              </a:defRPr>
            </a:lvl5pPr>
            <a:lvl6pPr indent="-317500" lvl="5" marL="2743200">
              <a:lnSpc>
                <a:spcPct val="115000"/>
              </a:lnSpc>
              <a:spcBef>
                <a:spcPts val="2000"/>
              </a:spcBef>
              <a:spcAft>
                <a:spcPts val="0"/>
              </a:spcAft>
              <a:buClr>
                <a:srgbClr val="FFFFFF"/>
              </a:buClr>
              <a:buSzPts val="1400"/>
              <a:buChar char="･"/>
              <a:defRPr>
                <a:solidFill>
                  <a:srgbClr val="FFFFFF"/>
                </a:solidFill>
              </a:defRPr>
            </a:lvl6pPr>
            <a:lvl7pPr indent="-317500" lvl="6" marL="3200400">
              <a:lnSpc>
                <a:spcPct val="115000"/>
              </a:lnSpc>
              <a:spcBef>
                <a:spcPts val="2000"/>
              </a:spcBef>
              <a:spcAft>
                <a:spcPts val="0"/>
              </a:spcAft>
              <a:buClr>
                <a:srgbClr val="FFFFFF"/>
              </a:buClr>
              <a:buSzPts val="1400"/>
              <a:buChar char="･"/>
              <a:defRPr>
                <a:solidFill>
                  <a:srgbClr val="FFFFFF"/>
                </a:solidFill>
              </a:defRPr>
            </a:lvl7pPr>
            <a:lvl8pPr indent="-317500" lvl="7" marL="3657600">
              <a:lnSpc>
                <a:spcPct val="115000"/>
              </a:lnSpc>
              <a:spcBef>
                <a:spcPts val="2000"/>
              </a:spcBef>
              <a:spcAft>
                <a:spcPts val="0"/>
              </a:spcAft>
              <a:buClr>
                <a:srgbClr val="FFFFFF"/>
              </a:buClr>
              <a:buSzPts val="1400"/>
              <a:buChar char="･"/>
              <a:defRPr>
                <a:solidFill>
                  <a:srgbClr val="FFFFFF"/>
                </a:solidFill>
              </a:defRPr>
            </a:lvl8pPr>
            <a:lvl9pPr indent="-317500" lvl="8" marL="4114800">
              <a:lnSpc>
                <a:spcPct val="115000"/>
              </a:lnSpc>
              <a:spcBef>
                <a:spcPts val="2000"/>
              </a:spcBef>
              <a:spcAft>
                <a:spcPts val="2000"/>
              </a:spcAft>
              <a:buClr>
                <a:srgbClr val="FFFFFF"/>
              </a:buClr>
              <a:buSzPts val="1400"/>
              <a:buChar char="･"/>
              <a:defRPr>
                <a:solidFill>
                  <a:srgbClr val="FFFFFF"/>
                </a:solidFill>
              </a:defRPr>
            </a:lvl9pPr>
          </a:lstStyle>
          <a:p/>
        </p:txBody>
      </p:sp>
      <p:sp>
        <p:nvSpPr>
          <p:cNvPr id="2241" name="Google Shape;2241;p182"/>
          <p:cNvSpPr txBox="1"/>
          <p:nvPr>
            <p:ph idx="2" type="body"/>
          </p:nvPr>
        </p:nvSpPr>
        <p:spPr>
          <a:xfrm>
            <a:off x="5708700" y="1849475"/>
            <a:ext cx="2131800" cy="3000000"/>
          </a:xfrm>
          <a:prstGeom prst="rect">
            <a:avLst/>
          </a:prstGeom>
        </p:spPr>
        <p:txBody>
          <a:bodyPr anchorCtr="0" anchor="t" bIns="0" lIns="0" spcFirstLastPara="1" rIns="0" wrap="square" tIns="0">
            <a:noAutofit/>
          </a:bodyPr>
          <a:lstStyle>
            <a:lvl1pPr indent="-330200" lvl="0" marL="457200">
              <a:lnSpc>
                <a:spcPct val="115000"/>
              </a:lnSpc>
              <a:spcBef>
                <a:spcPts val="0"/>
              </a:spcBef>
              <a:spcAft>
                <a:spcPts val="0"/>
              </a:spcAft>
              <a:buClr>
                <a:srgbClr val="FFFFFF"/>
              </a:buClr>
              <a:buSzPts val="1600"/>
              <a:buChar char="▸"/>
              <a:defRPr>
                <a:solidFill>
                  <a:srgbClr val="FFFFFF"/>
                </a:solidFill>
              </a:defRPr>
            </a:lvl1pPr>
            <a:lvl2pPr indent="-317500" lvl="1" marL="914400">
              <a:lnSpc>
                <a:spcPct val="115000"/>
              </a:lnSpc>
              <a:spcBef>
                <a:spcPts val="2000"/>
              </a:spcBef>
              <a:spcAft>
                <a:spcPts val="0"/>
              </a:spcAft>
              <a:buClr>
                <a:srgbClr val="FFFFFF"/>
              </a:buClr>
              <a:buSzPts val="1400"/>
              <a:buChar char="･"/>
              <a:defRPr>
                <a:solidFill>
                  <a:srgbClr val="FFFFFF"/>
                </a:solidFill>
              </a:defRPr>
            </a:lvl2pPr>
            <a:lvl3pPr indent="-317500" lvl="2" marL="1371600">
              <a:lnSpc>
                <a:spcPct val="115000"/>
              </a:lnSpc>
              <a:spcBef>
                <a:spcPts val="2000"/>
              </a:spcBef>
              <a:spcAft>
                <a:spcPts val="0"/>
              </a:spcAft>
              <a:buClr>
                <a:srgbClr val="FFFFFF"/>
              </a:buClr>
              <a:buSzPts val="1400"/>
              <a:buChar char="･"/>
              <a:defRPr>
                <a:solidFill>
                  <a:srgbClr val="FFFFFF"/>
                </a:solidFill>
              </a:defRPr>
            </a:lvl3pPr>
            <a:lvl4pPr indent="-317500" lvl="3" marL="1828800">
              <a:lnSpc>
                <a:spcPct val="115000"/>
              </a:lnSpc>
              <a:spcBef>
                <a:spcPts val="2000"/>
              </a:spcBef>
              <a:spcAft>
                <a:spcPts val="0"/>
              </a:spcAft>
              <a:buClr>
                <a:srgbClr val="FFFFFF"/>
              </a:buClr>
              <a:buSzPts val="1400"/>
              <a:buChar char="･"/>
              <a:defRPr>
                <a:solidFill>
                  <a:srgbClr val="FFFFFF"/>
                </a:solidFill>
              </a:defRPr>
            </a:lvl4pPr>
            <a:lvl5pPr indent="-317500" lvl="4" marL="2286000">
              <a:lnSpc>
                <a:spcPct val="115000"/>
              </a:lnSpc>
              <a:spcBef>
                <a:spcPts val="2000"/>
              </a:spcBef>
              <a:spcAft>
                <a:spcPts val="0"/>
              </a:spcAft>
              <a:buClr>
                <a:srgbClr val="FFFFFF"/>
              </a:buClr>
              <a:buSzPts val="1400"/>
              <a:buChar char="･"/>
              <a:defRPr>
                <a:solidFill>
                  <a:srgbClr val="FFFFFF"/>
                </a:solidFill>
              </a:defRPr>
            </a:lvl5pPr>
            <a:lvl6pPr indent="-317500" lvl="5" marL="2743200">
              <a:lnSpc>
                <a:spcPct val="115000"/>
              </a:lnSpc>
              <a:spcBef>
                <a:spcPts val="2000"/>
              </a:spcBef>
              <a:spcAft>
                <a:spcPts val="0"/>
              </a:spcAft>
              <a:buClr>
                <a:srgbClr val="FFFFFF"/>
              </a:buClr>
              <a:buSzPts val="1400"/>
              <a:buChar char="･"/>
              <a:defRPr>
                <a:solidFill>
                  <a:srgbClr val="FFFFFF"/>
                </a:solidFill>
              </a:defRPr>
            </a:lvl6pPr>
            <a:lvl7pPr indent="-317500" lvl="6" marL="3200400">
              <a:lnSpc>
                <a:spcPct val="115000"/>
              </a:lnSpc>
              <a:spcBef>
                <a:spcPts val="2000"/>
              </a:spcBef>
              <a:spcAft>
                <a:spcPts val="0"/>
              </a:spcAft>
              <a:buClr>
                <a:srgbClr val="FFFFFF"/>
              </a:buClr>
              <a:buSzPts val="1400"/>
              <a:buChar char="･"/>
              <a:defRPr>
                <a:solidFill>
                  <a:srgbClr val="FFFFFF"/>
                </a:solidFill>
              </a:defRPr>
            </a:lvl7pPr>
            <a:lvl8pPr indent="-317500" lvl="7" marL="3657600">
              <a:lnSpc>
                <a:spcPct val="115000"/>
              </a:lnSpc>
              <a:spcBef>
                <a:spcPts val="2000"/>
              </a:spcBef>
              <a:spcAft>
                <a:spcPts val="0"/>
              </a:spcAft>
              <a:buClr>
                <a:srgbClr val="FFFFFF"/>
              </a:buClr>
              <a:buSzPts val="1400"/>
              <a:buChar char="･"/>
              <a:defRPr>
                <a:solidFill>
                  <a:srgbClr val="FFFFFF"/>
                </a:solidFill>
              </a:defRPr>
            </a:lvl8pPr>
            <a:lvl9pPr indent="-317500" lvl="8" marL="4114800">
              <a:lnSpc>
                <a:spcPct val="115000"/>
              </a:lnSpc>
              <a:spcBef>
                <a:spcPts val="2000"/>
              </a:spcBef>
              <a:spcAft>
                <a:spcPts val="2000"/>
              </a:spcAft>
              <a:buClr>
                <a:srgbClr val="FFFFFF"/>
              </a:buClr>
              <a:buSzPts val="1400"/>
              <a:buChar char="･"/>
              <a:defRPr>
                <a:solidFill>
                  <a:srgbClr val="FFFFFF"/>
                </a:solidFill>
              </a:defRPr>
            </a:lvl9pPr>
          </a:lstStyle>
          <a:p/>
        </p:txBody>
      </p:sp>
      <p:sp>
        <p:nvSpPr>
          <p:cNvPr id="2242" name="Google Shape;2242;p182"/>
          <p:cNvSpPr txBox="1"/>
          <p:nvPr>
            <p:ph type="title"/>
          </p:nvPr>
        </p:nvSpPr>
        <p:spPr>
          <a:xfrm>
            <a:off x="900275" y="1736433"/>
            <a:ext cx="3885900" cy="2698200"/>
          </a:xfrm>
          <a:prstGeom prst="rect">
            <a:avLst/>
          </a:prstGeom>
        </p:spPr>
        <p:txBody>
          <a:bodyPr anchorCtr="0" anchor="t" bIns="0" lIns="0" spcFirstLastPara="1" rIns="0" wrap="square" tIns="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SzPts val="3400"/>
              <a:buNone/>
              <a:defRPr/>
            </a:lvl2pPr>
            <a:lvl3pPr lvl="2">
              <a:spcBef>
                <a:spcPts val="0"/>
              </a:spcBef>
              <a:spcAft>
                <a:spcPts val="0"/>
              </a:spcAft>
              <a:buSzPts val="3400"/>
              <a:buNone/>
              <a:defRPr/>
            </a:lvl3pPr>
            <a:lvl4pPr lvl="3">
              <a:spcBef>
                <a:spcPts val="0"/>
              </a:spcBef>
              <a:spcAft>
                <a:spcPts val="0"/>
              </a:spcAft>
              <a:buSzPts val="3400"/>
              <a:buNone/>
              <a:defRPr/>
            </a:lvl4pPr>
            <a:lvl5pPr lvl="4">
              <a:spcBef>
                <a:spcPts val="0"/>
              </a:spcBef>
              <a:spcAft>
                <a:spcPts val="0"/>
              </a:spcAft>
              <a:buSzPts val="3400"/>
              <a:buNone/>
              <a:defRPr/>
            </a:lvl5pPr>
            <a:lvl6pPr lvl="5">
              <a:spcBef>
                <a:spcPts val="0"/>
              </a:spcBef>
              <a:spcAft>
                <a:spcPts val="0"/>
              </a:spcAft>
              <a:buSzPts val="3400"/>
              <a:buNone/>
              <a:defRPr/>
            </a:lvl6pPr>
            <a:lvl7pPr lvl="6">
              <a:spcBef>
                <a:spcPts val="0"/>
              </a:spcBef>
              <a:spcAft>
                <a:spcPts val="0"/>
              </a:spcAft>
              <a:buSzPts val="3400"/>
              <a:buNone/>
              <a:defRPr/>
            </a:lvl7pPr>
            <a:lvl8pPr lvl="7">
              <a:spcBef>
                <a:spcPts val="0"/>
              </a:spcBef>
              <a:spcAft>
                <a:spcPts val="0"/>
              </a:spcAft>
              <a:buSzPts val="3400"/>
              <a:buNone/>
              <a:defRPr/>
            </a:lvl8pPr>
            <a:lvl9pPr lvl="8">
              <a:spcBef>
                <a:spcPts val="0"/>
              </a:spcBef>
              <a:spcAft>
                <a:spcPts val="0"/>
              </a:spcAft>
              <a:buSzPts val="3400"/>
              <a:buNone/>
              <a:defRPr/>
            </a:lvl9pPr>
          </a:lstStyle>
          <a:p/>
        </p:txBody>
      </p:sp>
      <p:cxnSp>
        <p:nvCxnSpPr>
          <p:cNvPr id="2243" name="Google Shape;2243;p18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244" name="Google Shape;2244;p182"/>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a:lnSpc>
                <a:spcPct val="100000"/>
              </a:lnSpc>
              <a:spcBef>
                <a:spcPts val="0"/>
              </a:spcBef>
              <a:spcAft>
                <a:spcPts val="0"/>
              </a:spcAft>
              <a:buClr>
                <a:schemeClr val="lt1"/>
              </a:buClr>
              <a:buSzPts val="1000"/>
              <a:buFont typeface="Red Hat Display Medium"/>
              <a:buNone/>
              <a:defRPr sz="1000">
                <a:solidFill>
                  <a:schemeClr val="lt1"/>
                </a:solidFill>
                <a:latin typeface="Red Hat Display Medium"/>
                <a:ea typeface="Red Hat Display Medium"/>
                <a:cs typeface="Red Hat Display Medium"/>
                <a:sym typeface="Red Hat Display Medium"/>
              </a:defRPr>
            </a:lvl1pPr>
            <a:lvl2pPr lvl="1">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2245" name="Google Shape;2245;p182"/>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2246" name="Google Shape;2246;p182"/>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2247" name="Google Shape;2247;p18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algn="ctr">
              <a:buNone/>
              <a:defRPr sz="800">
                <a:solidFill>
                  <a:schemeClr val="lt1"/>
                </a:solidFill>
                <a:latin typeface="Red Hat Text Medium"/>
                <a:ea typeface="Red Hat Text Medium"/>
                <a:cs typeface="Red Hat Text Medium"/>
                <a:sym typeface="Red Hat Text Medium"/>
              </a:defRPr>
            </a:lvl1pPr>
            <a:lvl2pPr lvl="1" algn="ctr">
              <a:buNone/>
              <a:defRPr sz="800">
                <a:solidFill>
                  <a:schemeClr val="lt1"/>
                </a:solidFill>
                <a:latin typeface="Red Hat Text Medium"/>
                <a:ea typeface="Red Hat Text Medium"/>
                <a:cs typeface="Red Hat Text Medium"/>
                <a:sym typeface="Red Hat Text Medium"/>
              </a:defRPr>
            </a:lvl2pPr>
            <a:lvl3pPr lvl="2" algn="ctr">
              <a:buNone/>
              <a:defRPr sz="800">
                <a:solidFill>
                  <a:schemeClr val="lt1"/>
                </a:solidFill>
                <a:latin typeface="Red Hat Text Medium"/>
                <a:ea typeface="Red Hat Text Medium"/>
                <a:cs typeface="Red Hat Text Medium"/>
                <a:sym typeface="Red Hat Text Medium"/>
              </a:defRPr>
            </a:lvl3pPr>
            <a:lvl4pPr lvl="3" algn="ctr">
              <a:buNone/>
              <a:defRPr sz="800">
                <a:solidFill>
                  <a:schemeClr val="lt1"/>
                </a:solidFill>
                <a:latin typeface="Red Hat Text Medium"/>
                <a:ea typeface="Red Hat Text Medium"/>
                <a:cs typeface="Red Hat Text Medium"/>
                <a:sym typeface="Red Hat Text Medium"/>
              </a:defRPr>
            </a:lvl4pPr>
            <a:lvl5pPr lvl="4" algn="ctr">
              <a:buNone/>
              <a:defRPr sz="800">
                <a:solidFill>
                  <a:schemeClr val="lt1"/>
                </a:solidFill>
                <a:latin typeface="Red Hat Text Medium"/>
                <a:ea typeface="Red Hat Text Medium"/>
                <a:cs typeface="Red Hat Text Medium"/>
                <a:sym typeface="Red Hat Text Medium"/>
              </a:defRPr>
            </a:lvl5pPr>
            <a:lvl6pPr lvl="5" algn="ctr">
              <a:buNone/>
              <a:defRPr sz="800">
                <a:solidFill>
                  <a:schemeClr val="lt1"/>
                </a:solidFill>
                <a:latin typeface="Red Hat Text Medium"/>
                <a:ea typeface="Red Hat Text Medium"/>
                <a:cs typeface="Red Hat Text Medium"/>
                <a:sym typeface="Red Hat Text Medium"/>
              </a:defRPr>
            </a:lvl6pPr>
            <a:lvl7pPr lvl="6" algn="ctr">
              <a:buNone/>
              <a:defRPr sz="800">
                <a:solidFill>
                  <a:schemeClr val="lt1"/>
                </a:solidFill>
                <a:latin typeface="Red Hat Text Medium"/>
                <a:ea typeface="Red Hat Text Medium"/>
                <a:cs typeface="Red Hat Text Medium"/>
                <a:sym typeface="Red Hat Text Medium"/>
              </a:defRPr>
            </a:lvl7pPr>
            <a:lvl8pPr lvl="7" algn="ctr">
              <a:buNone/>
              <a:defRPr sz="800">
                <a:solidFill>
                  <a:schemeClr val="lt1"/>
                </a:solidFill>
                <a:latin typeface="Red Hat Text Medium"/>
                <a:ea typeface="Red Hat Text Medium"/>
                <a:cs typeface="Red Hat Text Medium"/>
                <a:sym typeface="Red Hat Text Medium"/>
              </a:defRPr>
            </a:lvl8pPr>
            <a:lvl9pPr lvl="8"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2248" name="Google Shape;2248;p182"/>
          <p:cNvSpPr txBox="1"/>
          <p:nvPr>
            <p:ph idx="4" type="subTitle"/>
          </p:nvPr>
        </p:nvSpPr>
        <p:spPr>
          <a:xfrm>
            <a:off x="885050" y="6169550"/>
            <a:ext cx="8002500" cy="559800"/>
          </a:xfrm>
          <a:prstGeom prst="rect">
            <a:avLst/>
          </a:prstGeom>
        </p:spPr>
        <p:txBody>
          <a:bodyPr anchorCtr="0" anchor="b" bIns="0" lIns="0" spcFirstLastPara="1" rIns="0" wrap="square" tIns="0">
            <a:noAutofit/>
          </a:bodyPr>
          <a:lstStyle>
            <a:lvl1pPr lvl="0">
              <a:lnSpc>
                <a:spcPct val="115000"/>
              </a:lnSpc>
              <a:spcBef>
                <a:spcPts val="0"/>
              </a:spcBef>
              <a:spcAft>
                <a:spcPts val="0"/>
              </a:spcAft>
              <a:buNone/>
              <a:defRPr sz="800">
                <a:solidFill>
                  <a:schemeClr val="lt1"/>
                </a:solidFill>
              </a:defRPr>
            </a:lvl1pPr>
            <a:lvl2pPr lvl="1">
              <a:lnSpc>
                <a:spcPct val="115000"/>
              </a:lnSpc>
              <a:spcBef>
                <a:spcPts val="0"/>
              </a:spcBef>
              <a:spcAft>
                <a:spcPts val="0"/>
              </a:spcAft>
              <a:buNone/>
              <a:defRPr sz="800">
                <a:solidFill>
                  <a:schemeClr val="lt1"/>
                </a:solidFill>
              </a:defRPr>
            </a:lvl2pPr>
            <a:lvl3pPr lvl="2">
              <a:lnSpc>
                <a:spcPct val="115000"/>
              </a:lnSpc>
              <a:spcBef>
                <a:spcPts val="0"/>
              </a:spcBef>
              <a:spcAft>
                <a:spcPts val="0"/>
              </a:spcAft>
              <a:buNone/>
              <a:defRPr sz="800">
                <a:solidFill>
                  <a:schemeClr val="lt1"/>
                </a:solidFill>
              </a:defRPr>
            </a:lvl3pPr>
            <a:lvl4pPr lvl="3">
              <a:lnSpc>
                <a:spcPct val="115000"/>
              </a:lnSpc>
              <a:spcBef>
                <a:spcPts val="0"/>
              </a:spcBef>
              <a:spcAft>
                <a:spcPts val="0"/>
              </a:spcAft>
              <a:buNone/>
              <a:defRPr sz="800">
                <a:solidFill>
                  <a:schemeClr val="lt1"/>
                </a:solidFill>
              </a:defRPr>
            </a:lvl4pPr>
            <a:lvl5pPr lvl="4">
              <a:lnSpc>
                <a:spcPct val="115000"/>
              </a:lnSpc>
              <a:spcBef>
                <a:spcPts val="0"/>
              </a:spcBef>
              <a:spcAft>
                <a:spcPts val="0"/>
              </a:spcAft>
              <a:buNone/>
              <a:defRPr sz="800">
                <a:solidFill>
                  <a:schemeClr val="lt1"/>
                </a:solidFill>
              </a:defRPr>
            </a:lvl5pPr>
            <a:lvl6pPr lvl="5">
              <a:lnSpc>
                <a:spcPct val="115000"/>
              </a:lnSpc>
              <a:spcBef>
                <a:spcPts val="0"/>
              </a:spcBef>
              <a:spcAft>
                <a:spcPts val="0"/>
              </a:spcAft>
              <a:buNone/>
              <a:defRPr sz="800">
                <a:solidFill>
                  <a:schemeClr val="lt1"/>
                </a:solidFill>
              </a:defRPr>
            </a:lvl6pPr>
            <a:lvl7pPr lvl="6">
              <a:lnSpc>
                <a:spcPct val="115000"/>
              </a:lnSpc>
              <a:spcBef>
                <a:spcPts val="0"/>
              </a:spcBef>
              <a:spcAft>
                <a:spcPts val="0"/>
              </a:spcAft>
              <a:buNone/>
              <a:defRPr sz="800">
                <a:solidFill>
                  <a:schemeClr val="lt1"/>
                </a:solidFill>
              </a:defRPr>
            </a:lvl7pPr>
            <a:lvl8pPr lvl="7">
              <a:lnSpc>
                <a:spcPct val="115000"/>
              </a:lnSpc>
              <a:spcBef>
                <a:spcPts val="0"/>
              </a:spcBef>
              <a:spcAft>
                <a:spcPts val="0"/>
              </a:spcAft>
              <a:buNone/>
              <a:defRPr sz="800">
                <a:solidFill>
                  <a:schemeClr val="lt1"/>
                </a:solidFill>
              </a:defRPr>
            </a:lvl8pPr>
            <a:lvl9pPr lvl="8">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2253" name="Shape 2253"/>
        <p:cNvGrpSpPr/>
        <p:nvPr/>
      </p:nvGrpSpPr>
      <p:grpSpPr>
        <a:xfrm>
          <a:off x="0" y="0"/>
          <a:ext cx="0" cy="0"/>
          <a:chOff x="0" y="0"/>
          <a:chExt cx="0" cy="0"/>
        </a:xfrm>
      </p:grpSpPr>
      <p:sp>
        <p:nvSpPr>
          <p:cNvPr id="2254" name="Google Shape;2254;p18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84"/>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2256" name="Google Shape;2256;p184"/>
          <p:cNvSpPr txBox="1"/>
          <p:nvPr>
            <p:ph type="title"/>
          </p:nvPr>
        </p:nvSpPr>
        <p:spPr>
          <a:xfrm>
            <a:off x="2083875" y="1743625"/>
            <a:ext cx="7533300" cy="16005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700">
                <a:solidFill>
                  <a:schemeClr val="lt1"/>
                </a:solidFill>
              </a:defRPr>
            </a:lvl1pPr>
            <a:lvl2pPr lvl="1" rtl="0">
              <a:lnSpc>
                <a:spcPct val="105000"/>
              </a:lnSpc>
              <a:spcBef>
                <a:spcPts val="0"/>
              </a:spcBef>
              <a:spcAft>
                <a:spcPts val="0"/>
              </a:spcAft>
              <a:buNone/>
              <a:defRPr sz="4700">
                <a:solidFill>
                  <a:schemeClr val="lt1"/>
                </a:solidFill>
              </a:defRPr>
            </a:lvl2pPr>
            <a:lvl3pPr lvl="2" rtl="0">
              <a:lnSpc>
                <a:spcPct val="105000"/>
              </a:lnSpc>
              <a:spcBef>
                <a:spcPts val="0"/>
              </a:spcBef>
              <a:spcAft>
                <a:spcPts val="0"/>
              </a:spcAft>
              <a:buNone/>
              <a:defRPr sz="4700">
                <a:solidFill>
                  <a:schemeClr val="lt1"/>
                </a:solidFill>
              </a:defRPr>
            </a:lvl3pPr>
            <a:lvl4pPr lvl="3" rtl="0">
              <a:lnSpc>
                <a:spcPct val="105000"/>
              </a:lnSpc>
              <a:spcBef>
                <a:spcPts val="0"/>
              </a:spcBef>
              <a:spcAft>
                <a:spcPts val="0"/>
              </a:spcAft>
              <a:buNone/>
              <a:defRPr sz="4700">
                <a:solidFill>
                  <a:schemeClr val="lt1"/>
                </a:solidFill>
              </a:defRPr>
            </a:lvl4pPr>
            <a:lvl5pPr lvl="4" rtl="0">
              <a:lnSpc>
                <a:spcPct val="105000"/>
              </a:lnSpc>
              <a:spcBef>
                <a:spcPts val="0"/>
              </a:spcBef>
              <a:spcAft>
                <a:spcPts val="0"/>
              </a:spcAft>
              <a:buNone/>
              <a:defRPr sz="4700">
                <a:solidFill>
                  <a:schemeClr val="lt1"/>
                </a:solidFill>
              </a:defRPr>
            </a:lvl5pPr>
            <a:lvl6pPr lvl="5" rtl="0">
              <a:lnSpc>
                <a:spcPct val="105000"/>
              </a:lnSpc>
              <a:spcBef>
                <a:spcPts val="0"/>
              </a:spcBef>
              <a:spcAft>
                <a:spcPts val="0"/>
              </a:spcAft>
              <a:buNone/>
              <a:defRPr sz="4700">
                <a:solidFill>
                  <a:schemeClr val="lt1"/>
                </a:solidFill>
              </a:defRPr>
            </a:lvl6pPr>
            <a:lvl7pPr lvl="6" rtl="0">
              <a:lnSpc>
                <a:spcPct val="105000"/>
              </a:lnSpc>
              <a:spcBef>
                <a:spcPts val="0"/>
              </a:spcBef>
              <a:spcAft>
                <a:spcPts val="0"/>
              </a:spcAft>
              <a:buNone/>
              <a:defRPr sz="4700">
                <a:solidFill>
                  <a:schemeClr val="lt1"/>
                </a:solidFill>
              </a:defRPr>
            </a:lvl7pPr>
            <a:lvl8pPr lvl="7" rtl="0">
              <a:lnSpc>
                <a:spcPct val="105000"/>
              </a:lnSpc>
              <a:spcBef>
                <a:spcPts val="0"/>
              </a:spcBef>
              <a:spcAft>
                <a:spcPts val="0"/>
              </a:spcAft>
              <a:buNone/>
              <a:defRPr sz="4700">
                <a:solidFill>
                  <a:schemeClr val="lt1"/>
                </a:solidFill>
              </a:defRPr>
            </a:lvl8pPr>
            <a:lvl9pPr lvl="8" rtl="0">
              <a:lnSpc>
                <a:spcPct val="105000"/>
              </a:lnSpc>
              <a:spcBef>
                <a:spcPts val="0"/>
              </a:spcBef>
              <a:spcAft>
                <a:spcPts val="0"/>
              </a:spcAft>
              <a:buNone/>
              <a:defRPr sz="4700">
                <a:solidFill>
                  <a:schemeClr val="lt1"/>
                </a:solidFill>
              </a:defRPr>
            </a:lvl9pPr>
          </a:lstStyle>
          <a:p/>
        </p:txBody>
      </p:sp>
      <p:sp>
        <p:nvSpPr>
          <p:cNvPr id="2257" name="Google Shape;2257;p184"/>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2258" name="Google Shape;2258;p184"/>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2259" name="Google Shape;2259;p184"/>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2260" name="Google Shape;2260;p184"/>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261" name="Google Shape;2261;p1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2262" name="Shape 2262"/>
        <p:cNvGrpSpPr/>
        <p:nvPr/>
      </p:nvGrpSpPr>
      <p:grpSpPr>
        <a:xfrm>
          <a:off x="0" y="0"/>
          <a:ext cx="0" cy="0"/>
          <a:chOff x="0" y="0"/>
          <a:chExt cx="0" cy="0"/>
        </a:xfrm>
      </p:grpSpPr>
      <p:sp>
        <p:nvSpPr>
          <p:cNvPr id="2263" name="Google Shape;2263;p18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85"/>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500"/>
              <a:buNone/>
              <a:defRPr sz="1500">
                <a:solidFill>
                  <a:schemeClr val="lt1"/>
                </a:solidFill>
              </a:defRPr>
            </a:lvl1pPr>
            <a:lvl2pPr lvl="1" rtl="0">
              <a:lnSpc>
                <a:spcPct val="180000"/>
              </a:lnSpc>
              <a:spcBef>
                <a:spcPts val="0"/>
              </a:spcBef>
              <a:spcAft>
                <a:spcPts val="0"/>
              </a:spcAft>
              <a:buClr>
                <a:schemeClr val="lt1"/>
              </a:buClr>
              <a:buSzPts val="1500"/>
              <a:buNone/>
              <a:defRPr sz="1500">
                <a:solidFill>
                  <a:schemeClr val="lt1"/>
                </a:solidFill>
              </a:defRPr>
            </a:lvl2pPr>
            <a:lvl3pPr lvl="2" rtl="0">
              <a:lnSpc>
                <a:spcPct val="180000"/>
              </a:lnSpc>
              <a:spcBef>
                <a:spcPts val="0"/>
              </a:spcBef>
              <a:spcAft>
                <a:spcPts val="0"/>
              </a:spcAft>
              <a:buClr>
                <a:schemeClr val="lt1"/>
              </a:buClr>
              <a:buSzPts val="1500"/>
              <a:buNone/>
              <a:defRPr sz="1500">
                <a:solidFill>
                  <a:schemeClr val="lt1"/>
                </a:solidFill>
              </a:defRPr>
            </a:lvl3pPr>
            <a:lvl4pPr lvl="3" rtl="0">
              <a:lnSpc>
                <a:spcPct val="180000"/>
              </a:lnSpc>
              <a:spcBef>
                <a:spcPts val="0"/>
              </a:spcBef>
              <a:spcAft>
                <a:spcPts val="0"/>
              </a:spcAft>
              <a:buClr>
                <a:schemeClr val="lt1"/>
              </a:buClr>
              <a:buSzPts val="1500"/>
              <a:buNone/>
              <a:defRPr sz="1500">
                <a:solidFill>
                  <a:schemeClr val="lt1"/>
                </a:solidFill>
              </a:defRPr>
            </a:lvl4pPr>
            <a:lvl5pPr lvl="4" rtl="0">
              <a:lnSpc>
                <a:spcPct val="180000"/>
              </a:lnSpc>
              <a:spcBef>
                <a:spcPts val="0"/>
              </a:spcBef>
              <a:spcAft>
                <a:spcPts val="0"/>
              </a:spcAft>
              <a:buClr>
                <a:schemeClr val="lt1"/>
              </a:buClr>
              <a:buSzPts val="1500"/>
              <a:buNone/>
              <a:defRPr sz="1500">
                <a:solidFill>
                  <a:schemeClr val="lt1"/>
                </a:solidFill>
              </a:defRPr>
            </a:lvl5pPr>
            <a:lvl6pPr lvl="5" rtl="0">
              <a:lnSpc>
                <a:spcPct val="180000"/>
              </a:lnSpc>
              <a:spcBef>
                <a:spcPts val="0"/>
              </a:spcBef>
              <a:spcAft>
                <a:spcPts val="0"/>
              </a:spcAft>
              <a:buClr>
                <a:schemeClr val="lt1"/>
              </a:buClr>
              <a:buSzPts val="1500"/>
              <a:buNone/>
              <a:defRPr sz="1500">
                <a:solidFill>
                  <a:schemeClr val="lt1"/>
                </a:solidFill>
              </a:defRPr>
            </a:lvl6pPr>
            <a:lvl7pPr lvl="6" rtl="0">
              <a:lnSpc>
                <a:spcPct val="180000"/>
              </a:lnSpc>
              <a:spcBef>
                <a:spcPts val="0"/>
              </a:spcBef>
              <a:spcAft>
                <a:spcPts val="0"/>
              </a:spcAft>
              <a:buClr>
                <a:schemeClr val="lt1"/>
              </a:buClr>
              <a:buSzPts val="1500"/>
              <a:buNone/>
              <a:defRPr sz="1500">
                <a:solidFill>
                  <a:schemeClr val="lt1"/>
                </a:solidFill>
              </a:defRPr>
            </a:lvl7pPr>
            <a:lvl8pPr lvl="7" rtl="0">
              <a:lnSpc>
                <a:spcPct val="180000"/>
              </a:lnSpc>
              <a:spcBef>
                <a:spcPts val="0"/>
              </a:spcBef>
              <a:spcAft>
                <a:spcPts val="0"/>
              </a:spcAft>
              <a:buClr>
                <a:schemeClr val="lt1"/>
              </a:buClr>
              <a:buSzPts val="1500"/>
              <a:buNone/>
              <a:defRPr sz="1500">
                <a:solidFill>
                  <a:schemeClr val="lt1"/>
                </a:solidFill>
              </a:defRPr>
            </a:lvl8pPr>
            <a:lvl9pPr lvl="8" rtl="0">
              <a:lnSpc>
                <a:spcPct val="180000"/>
              </a:lnSpc>
              <a:spcBef>
                <a:spcPts val="0"/>
              </a:spcBef>
              <a:spcAft>
                <a:spcPts val="0"/>
              </a:spcAft>
              <a:buClr>
                <a:schemeClr val="lt1"/>
              </a:buClr>
              <a:buSzPts val="1500"/>
              <a:buNone/>
              <a:defRPr sz="1500">
                <a:solidFill>
                  <a:schemeClr val="lt1"/>
                </a:solidFill>
              </a:defRPr>
            </a:lvl9pPr>
          </a:lstStyle>
          <a:p/>
        </p:txBody>
      </p:sp>
      <p:sp>
        <p:nvSpPr>
          <p:cNvPr id="2265" name="Google Shape;2265;p185"/>
          <p:cNvSpPr txBox="1"/>
          <p:nvPr>
            <p:ph type="title"/>
          </p:nvPr>
        </p:nvSpPr>
        <p:spPr>
          <a:xfrm>
            <a:off x="2083875" y="568625"/>
            <a:ext cx="4905300" cy="19857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100">
                <a:solidFill>
                  <a:schemeClr val="lt1"/>
                </a:solidFill>
              </a:defRPr>
            </a:lvl1pPr>
            <a:lvl2pPr lvl="1" rtl="0">
              <a:lnSpc>
                <a:spcPct val="105000"/>
              </a:lnSpc>
              <a:spcBef>
                <a:spcPts val="0"/>
              </a:spcBef>
              <a:spcAft>
                <a:spcPts val="0"/>
              </a:spcAft>
              <a:buNone/>
              <a:defRPr sz="7100">
                <a:solidFill>
                  <a:schemeClr val="lt1"/>
                </a:solidFill>
              </a:defRPr>
            </a:lvl2pPr>
            <a:lvl3pPr lvl="2" rtl="0">
              <a:lnSpc>
                <a:spcPct val="105000"/>
              </a:lnSpc>
              <a:spcBef>
                <a:spcPts val="0"/>
              </a:spcBef>
              <a:spcAft>
                <a:spcPts val="0"/>
              </a:spcAft>
              <a:buNone/>
              <a:defRPr sz="7100">
                <a:solidFill>
                  <a:schemeClr val="lt1"/>
                </a:solidFill>
              </a:defRPr>
            </a:lvl3pPr>
            <a:lvl4pPr lvl="3" rtl="0">
              <a:lnSpc>
                <a:spcPct val="105000"/>
              </a:lnSpc>
              <a:spcBef>
                <a:spcPts val="0"/>
              </a:spcBef>
              <a:spcAft>
                <a:spcPts val="0"/>
              </a:spcAft>
              <a:buNone/>
              <a:defRPr sz="7100">
                <a:solidFill>
                  <a:schemeClr val="lt1"/>
                </a:solidFill>
              </a:defRPr>
            </a:lvl4pPr>
            <a:lvl5pPr lvl="4" rtl="0">
              <a:lnSpc>
                <a:spcPct val="105000"/>
              </a:lnSpc>
              <a:spcBef>
                <a:spcPts val="0"/>
              </a:spcBef>
              <a:spcAft>
                <a:spcPts val="0"/>
              </a:spcAft>
              <a:buNone/>
              <a:defRPr sz="7100">
                <a:solidFill>
                  <a:schemeClr val="lt1"/>
                </a:solidFill>
              </a:defRPr>
            </a:lvl5pPr>
            <a:lvl6pPr lvl="5" rtl="0">
              <a:lnSpc>
                <a:spcPct val="105000"/>
              </a:lnSpc>
              <a:spcBef>
                <a:spcPts val="0"/>
              </a:spcBef>
              <a:spcAft>
                <a:spcPts val="0"/>
              </a:spcAft>
              <a:buNone/>
              <a:defRPr sz="7100">
                <a:solidFill>
                  <a:schemeClr val="lt1"/>
                </a:solidFill>
              </a:defRPr>
            </a:lvl6pPr>
            <a:lvl7pPr lvl="6" rtl="0">
              <a:lnSpc>
                <a:spcPct val="105000"/>
              </a:lnSpc>
              <a:spcBef>
                <a:spcPts val="0"/>
              </a:spcBef>
              <a:spcAft>
                <a:spcPts val="0"/>
              </a:spcAft>
              <a:buNone/>
              <a:defRPr sz="7100">
                <a:solidFill>
                  <a:schemeClr val="lt1"/>
                </a:solidFill>
              </a:defRPr>
            </a:lvl7pPr>
            <a:lvl8pPr lvl="7" rtl="0">
              <a:lnSpc>
                <a:spcPct val="105000"/>
              </a:lnSpc>
              <a:spcBef>
                <a:spcPts val="0"/>
              </a:spcBef>
              <a:spcAft>
                <a:spcPts val="0"/>
              </a:spcAft>
              <a:buNone/>
              <a:defRPr sz="7100">
                <a:solidFill>
                  <a:schemeClr val="lt1"/>
                </a:solidFill>
              </a:defRPr>
            </a:lvl8pPr>
            <a:lvl9pPr lvl="8" rtl="0">
              <a:lnSpc>
                <a:spcPct val="105000"/>
              </a:lnSpc>
              <a:spcBef>
                <a:spcPts val="0"/>
              </a:spcBef>
              <a:spcAft>
                <a:spcPts val="0"/>
              </a:spcAft>
              <a:buNone/>
              <a:defRPr sz="7100">
                <a:solidFill>
                  <a:schemeClr val="lt1"/>
                </a:solidFill>
              </a:defRPr>
            </a:lvl9pPr>
          </a:lstStyle>
          <a:p/>
        </p:txBody>
      </p:sp>
      <p:pic>
        <p:nvPicPr>
          <p:cNvPr id="2266" name="Google Shape;2266;p185"/>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2267" name="Google Shape;2267;p185"/>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2268" name="Google Shape;2268;p185"/>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2269" name="Google Shape;2269;p185"/>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2270" name="Google Shape;2270;p185"/>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
        <p:nvSpPr>
          <p:cNvPr id="2271" name="Google Shape;2271;p185"/>
          <p:cNvSpPr txBox="1"/>
          <p:nvPr/>
        </p:nvSpPr>
        <p:spPr>
          <a:xfrm>
            <a:off x="7960472" y="199982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linkedin.com/company/red-hat</a:t>
            </a:r>
            <a:endParaRPr sz="1500">
              <a:solidFill>
                <a:schemeClr val="lt1"/>
              </a:solidFill>
              <a:latin typeface="Red Hat Text"/>
              <a:ea typeface="Red Hat Text"/>
              <a:cs typeface="Red Hat Text"/>
              <a:sym typeface="Red Hat Text"/>
            </a:endParaRPr>
          </a:p>
        </p:txBody>
      </p:sp>
      <p:sp>
        <p:nvSpPr>
          <p:cNvPr id="2272" name="Google Shape;2272;p185"/>
          <p:cNvSpPr txBox="1"/>
          <p:nvPr/>
        </p:nvSpPr>
        <p:spPr>
          <a:xfrm>
            <a:off x="7960472" y="276787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youtube.com/user/RedHatVideos</a:t>
            </a:r>
            <a:endParaRPr sz="1500">
              <a:solidFill>
                <a:schemeClr val="lt1"/>
              </a:solidFill>
              <a:latin typeface="Red Hat Text"/>
              <a:ea typeface="Red Hat Text"/>
              <a:cs typeface="Red Hat Text"/>
              <a:sym typeface="Red Hat Text"/>
            </a:endParaRPr>
          </a:p>
        </p:txBody>
      </p:sp>
      <p:sp>
        <p:nvSpPr>
          <p:cNvPr id="2273" name="Google Shape;2273;p185"/>
          <p:cNvSpPr txBox="1"/>
          <p:nvPr/>
        </p:nvSpPr>
        <p:spPr>
          <a:xfrm>
            <a:off x="7960472" y="353592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facebook.com/redhatinc</a:t>
            </a:r>
            <a:endParaRPr sz="1500">
              <a:solidFill>
                <a:schemeClr val="lt1"/>
              </a:solidFill>
              <a:latin typeface="Red Hat Text"/>
              <a:ea typeface="Red Hat Text"/>
              <a:cs typeface="Red Hat Text"/>
              <a:sym typeface="Red Hat Text"/>
            </a:endParaRPr>
          </a:p>
        </p:txBody>
      </p:sp>
      <p:sp>
        <p:nvSpPr>
          <p:cNvPr id="2274" name="Google Shape;2274;p185"/>
          <p:cNvSpPr txBox="1"/>
          <p:nvPr/>
        </p:nvSpPr>
        <p:spPr>
          <a:xfrm>
            <a:off x="7960472" y="430397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twitter.com/RedHat</a:t>
            </a:r>
            <a:endParaRPr sz="1500">
              <a:solidFill>
                <a:schemeClr val="lt1"/>
              </a:solidFill>
              <a:latin typeface="Red Hat Text"/>
              <a:ea typeface="Red Hat Text"/>
              <a:cs typeface="Red Hat Text"/>
              <a:sym typeface="Red Hat Text"/>
            </a:endParaRPr>
          </a:p>
        </p:txBody>
      </p:sp>
      <p:cxnSp>
        <p:nvCxnSpPr>
          <p:cNvPr id="2275" name="Google Shape;2275;p185"/>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2276" name="Google Shape;2276;p185"/>
          <p:cNvCxnSpPr/>
          <p:nvPr/>
        </p:nvCxnSpPr>
        <p:spPr>
          <a:xfrm rot="10800000">
            <a:off x="447767" y="6401700"/>
            <a:ext cx="0" cy="456300"/>
          </a:xfrm>
          <a:prstGeom prst="straightConnector1">
            <a:avLst/>
          </a:prstGeom>
          <a:noFill/>
          <a:ln cap="flat" cmpd="sng" w="9525">
            <a:solidFill>
              <a:srgbClr val="800000"/>
            </a:solidFill>
            <a:prstDash val="solid"/>
            <a:round/>
            <a:headEnd len="med" w="med" type="none"/>
            <a:tailEnd len="med" w="med" type="none"/>
          </a:ln>
        </p:spPr>
      </p:cxnSp>
      <p:sp>
        <p:nvSpPr>
          <p:cNvPr id="2277" name="Google Shape;2277;p18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2278" name="Shape 2278"/>
        <p:cNvGrpSpPr/>
        <p:nvPr/>
      </p:nvGrpSpPr>
      <p:grpSpPr>
        <a:xfrm>
          <a:off x="0" y="0"/>
          <a:ext cx="0" cy="0"/>
          <a:chOff x="0" y="0"/>
          <a:chExt cx="0" cy="0"/>
        </a:xfrm>
      </p:grpSpPr>
      <p:sp>
        <p:nvSpPr>
          <p:cNvPr id="2279" name="Google Shape;2279;p18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186"/>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2281" name="Google Shape;2281;p186"/>
          <p:cNvSpPr txBox="1"/>
          <p:nvPr>
            <p:ph type="title"/>
          </p:nvPr>
        </p:nvSpPr>
        <p:spPr>
          <a:xfrm>
            <a:off x="2083875" y="1743625"/>
            <a:ext cx="7533300" cy="16005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700">
                <a:solidFill>
                  <a:schemeClr val="lt1"/>
                </a:solidFill>
              </a:defRPr>
            </a:lvl1pPr>
            <a:lvl2pPr lvl="1" rtl="0">
              <a:lnSpc>
                <a:spcPct val="105000"/>
              </a:lnSpc>
              <a:spcBef>
                <a:spcPts val="0"/>
              </a:spcBef>
              <a:spcAft>
                <a:spcPts val="0"/>
              </a:spcAft>
              <a:buNone/>
              <a:defRPr sz="4700">
                <a:solidFill>
                  <a:schemeClr val="lt1"/>
                </a:solidFill>
              </a:defRPr>
            </a:lvl2pPr>
            <a:lvl3pPr lvl="2" rtl="0">
              <a:lnSpc>
                <a:spcPct val="105000"/>
              </a:lnSpc>
              <a:spcBef>
                <a:spcPts val="0"/>
              </a:spcBef>
              <a:spcAft>
                <a:spcPts val="0"/>
              </a:spcAft>
              <a:buNone/>
              <a:defRPr sz="4700">
                <a:solidFill>
                  <a:schemeClr val="lt1"/>
                </a:solidFill>
              </a:defRPr>
            </a:lvl3pPr>
            <a:lvl4pPr lvl="3" rtl="0">
              <a:lnSpc>
                <a:spcPct val="105000"/>
              </a:lnSpc>
              <a:spcBef>
                <a:spcPts val="0"/>
              </a:spcBef>
              <a:spcAft>
                <a:spcPts val="0"/>
              </a:spcAft>
              <a:buNone/>
              <a:defRPr sz="4700">
                <a:solidFill>
                  <a:schemeClr val="lt1"/>
                </a:solidFill>
              </a:defRPr>
            </a:lvl4pPr>
            <a:lvl5pPr lvl="4" rtl="0">
              <a:lnSpc>
                <a:spcPct val="105000"/>
              </a:lnSpc>
              <a:spcBef>
                <a:spcPts val="0"/>
              </a:spcBef>
              <a:spcAft>
                <a:spcPts val="0"/>
              </a:spcAft>
              <a:buNone/>
              <a:defRPr sz="4700">
                <a:solidFill>
                  <a:schemeClr val="lt1"/>
                </a:solidFill>
              </a:defRPr>
            </a:lvl5pPr>
            <a:lvl6pPr lvl="5" rtl="0">
              <a:lnSpc>
                <a:spcPct val="105000"/>
              </a:lnSpc>
              <a:spcBef>
                <a:spcPts val="0"/>
              </a:spcBef>
              <a:spcAft>
                <a:spcPts val="0"/>
              </a:spcAft>
              <a:buNone/>
              <a:defRPr sz="4700">
                <a:solidFill>
                  <a:schemeClr val="lt1"/>
                </a:solidFill>
              </a:defRPr>
            </a:lvl6pPr>
            <a:lvl7pPr lvl="6" rtl="0">
              <a:lnSpc>
                <a:spcPct val="105000"/>
              </a:lnSpc>
              <a:spcBef>
                <a:spcPts val="0"/>
              </a:spcBef>
              <a:spcAft>
                <a:spcPts val="0"/>
              </a:spcAft>
              <a:buNone/>
              <a:defRPr sz="4700">
                <a:solidFill>
                  <a:schemeClr val="lt1"/>
                </a:solidFill>
              </a:defRPr>
            </a:lvl7pPr>
            <a:lvl8pPr lvl="7" rtl="0">
              <a:lnSpc>
                <a:spcPct val="105000"/>
              </a:lnSpc>
              <a:spcBef>
                <a:spcPts val="0"/>
              </a:spcBef>
              <a:spcAft>
                <a:spcPts val="0"/>
              </a:spcAft>
              <a:buNone/>
              <a:defRPr sz="4700">
                <a:solidFill>
                  <a:schemeClr val="lt1"/>
                </a:solidFill>
              </a:defRPr>
            </a:lvl8pPr>
            <a:lvl9pPr lvl="8" rtl="0">
              <a:lnSpc>
                <a:spcPct val="105000"/>
              </a:lnSpc>
              <a:spcBef>
                <a:spcPts val="0"/>
              </a:spcBef>
              <a:spcAft>
                <a:spcPts val="0"/>
              </a:spcAft>
              <a:buNone/>
              <a:defRPr sz="4700">
                <a:solidFill>
                  <a:schemeClr val="lt1"/>
                </a:solidFill>
              </a:defRPr>
            </a:lvl9pPr>
          </a:lstStyle>
          <a:p/>
        </p:txBody>
      </p:sp>
      <p:sp>
        <p:nvSpPr>
          <p:cNvPr id="2282" name="Google Shape;2282;p186"/>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2283" name="Google Shape;2283;p186"/>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2284" name="Google Shape;2284;p186"/>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2285" name="Google Shape;2285;p186"/>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286" name="Google Shape;2286;p1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2287" name="Shape 2287"/>
        <p:cNvGrpSpPr/>
        <p:nvPr/>
      </p:nvGrpSpPr>
      <p:grpSpPr>
        <a:xfrm>
          <a:off x="0" y="0"/>
          <a:ext cx="0" cy="0"/>
          <a:chOff x="0" y="0"/>
          <a:chExt cx="0" cy="0"/>
        </a:xfrm>
      </p:grpSpPr>
      <p:sp>
        <p:nvSpPr>
          <p:cNvPr id="2288" name="Google Shape;2288;p187"/>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87"/>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500"/>
              <a:buNone/>
              <a:defRPr sz="1500">
                <a:solidFill>
                  <a:schemeClr val="lt1"/>
                </a:solidFill>
              </a:defRPr>
            </a:lvl1pPr>
            <a:lvl2pPr lvl="1" rtl="0">
              <a:lnSpc>
                <a:spcPct val="180000"/>
              </a:lnSpc>
              <a:spcBef>
                <a:spcPts val="0"/>
              </a:spcBef>
              <a:spcAft>
                <a:spcPts val="0"/>
              </a:spcAft>
              <a:buClr>
                <a:schemeClr val="lt1"/>
              </a:buClr>
              <a:buSzPts val="1500"/>
              <a:buNone/>
              <a:defRPr sz="1500">
                <a:solidFill>
                  <a:schemeClr val="lt1"/>
                </a:solidFill>
              </a:defRPr>
            </a:lvl2pPr>
            <a:lvl3pPr lvl="2" rtl="0">
              <a:lnSpc>
                <a:spcPct val="180000"/>
              </a:lnSpc>
              <a:spcBef>
                <a:spcPts val="0"/>
              </a:spcBef>
              <a:spcAft>
                <a:spcPts val="0"/>
              </a:spcAft>
              <a:buClr>
                <a:schemeClr val="lt1"/>
              </a:buClr>
              <a:buSzPts val="1500"/>
              <a:buNone/>
              <a:defRPr sz="1500">
                <a:solidFill>
                  <a:schemeClr val="lt1"/>
                </a:solidFill>
              </a:defRPr>
            </a:lvl3pPr>
            <a:lvl4pPr lvl="3" rtl="0">
              <a:lnSpc>
                <a:spcPct val="180000"/>
              </a:lnSpc>
              <a:spcBef>
                <a:spcPts val="0"/>
              </a:spcBef>
              <a:spcAft>
                <a:spcPts val="0"/>
              </a:spcAft>
              <a:buClr>
                <a:schemeClr val="lt1"/>
              </a:buClr>
              <a:buSzPts val="1500"/>
              <a:buNone/>
              <a:defRPr sz="1500">
                <a:solidFill>
                  <a:schemeClr val="lt1"/>
                </a:solidFill>
              </a:defRPr>
            </a:lvl4pPr>
            <a:lvl5pPr lvl="4" rtl="0">
              <a:lnSpc>
                <a:spcPct val="180000"/>
              </a:lnSpc>
              <a:spcBef>
                <a:spcPts val="0"/>
              </a:spcBef>
              <a:spcAft>
                <a:spcPts val="0"/>
              </a:spcAft>
              <a:buClr>
                <a:schemeClr val="lt1"/>
              </a:buClr>
              <a:buSzPts val="1500"/>
              <a:buNone/>
              <a:defRPr sz="1500">
                <a:solidFill>
                  <a:schemeClr val="lt1"/>
                </a:solidFill>
              </a:defRPr>
            </a:lvl5pPr>
            <a:lvl6pPr lvl="5" rtl="0">
              <a:lnSpc>
                <a:spcPct val="180000"/>
              </a:lnSpc>
              <a:spcBef>
                <a:spcPts val="0"/>
              </a:spcBef>
              <a:spcAft>
                <a:spcPts val="0"/>
              </a:spcAft>
              <a:buClr>
                <a:schemeClr val="lt1"/>
              </a:buClr>
              <a:buSzPts val="1500"/>
              <a:buNone/>
              <a:defRPr sz="1500">
                <a:solidFill>
                  <a:schemeClr val="lt1"/>
                </a:solidFill>
              </a:defRPr>
            </a:lvl6pPr>
            <a:lvl7pPr lvl="6" rtl="0">
              <a:lnSpc>
                <a:spcPct val="180000"/>
              </a:lnSpc>
              <a:spcBef>
                <a:spcPts val="0"/>
              </a:spcBef>
              <a:spcAft>
                <a:spcPts val="0"/>
              </a:spcAft>
              <a:buClr>
                <a:schemeClr val="lt1"/>
              </a:buClr>
              <a:buSzPts val="1500"/>
              <a:buNone/>
              <a:defRPr sz="1500">
                <a:solidFill>
                  <a:schemeClr val="lt1"/>
                </a:solidFill>
              </a:defRPr>
            </a:lvl7pPr>
            <a:lvl8pPr lvl="7" rtl="0">
              <a:lnSpc>
                <a:spcPct val="180000"/>
              </a:lnSpc>
              <a:spcBef>
                <a:spcPts val="0"/>
              </a:spcBef>
              <a:spcAft>
                <a:spcPts val="0"/>
              </a:spcAft>
              <a:buClr>
                <a:schemeClr val="lt1"/>
              </a:buClr>
              <a:buSzPts val="1500"/>
              <a:buNone/>
              <a:defRPr sz="1500">
                <a:solidFill>
                  <a:schemeClr val="lt1"/>
                </a:solidFill>
              </a:defRPr>
            </a:lvl8pPr>
            <a:lvl9pPr lvl="8" rtl="0">
              <a:lnSpc>
                <a:spcPct val="180000"/>
              </a:lnSpc>
              <a:spcBef>
                <a:spcPts val="0"/>
              </a:spcBef>
              <a:spcAft>
                <a:spcPts val="0"/>
              </a:spcAft>
              <a:buClr>
                <a:schemeClr val="lt1"/>
              </a:buClr>
              <a:buSzPts val="1500"/>
              <a:buNone/>
              <a:defRPr sz="1500">
                <a:solidFill>
                  <a:schemeClr val="lt1"/>
                </a:solidFill>
              </a:defRPr>
            </a:lvl9pPr>
          </a:lstStyle>
          <a:p/>
        </p:txBody>
      </p:sp>
      <p:sp>
        <p:nvSpPr>
          <p:cNvPr id="2290" name="Google Shape;2290;p187"/>
          <p:cNvSpPr txBox="1"/>
          <p:nvPr>
            <p:ph type="title"/>
          </p:nvPr>
        </p:nvSpPr>
        <p:spPr>
          <a:xfrm>
            <a:off x="2083875" y="568625"/>
            <a:ext cx="4905300" cy="19857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100">
                <a:solidFill>
                  <a:schemeClr val="lt1"/>
                </a:solidFill>
              </a:defRPr>
            </a:lvl1pPr>
            <a:lvl2pPr lvl="1" rtl="0">
              <a:lnSpc>
                <a:spcPct val="105000"/>
              </a:lnSpc>
              <a:spcBef>
                <a:spcPts val="0"/>
              </a:spcBef>
              <a:spcAft>
                <a:spcPts val="0"/>
              </a:spcAft>
              <a:buNone/>
              <a:defRPr sz="7100">
                <a:solidFill>
                  <a:schemeClr val="lt1"/>
                </a:solidFill>
              </a:defRPr>
            </a:lvl2pPr>
            <a:lvl3pPr lvl="2" rtl="0">
              <a:lnSpc>
                <a:spcPct val="105000"/>
              </a:lnSpc>
              <a:spcBef>
                <a:spcPts val="0"/>
              </a:spcBef>
              <a:spcAft>
                <a:spcPts val="0"/>
              </a:spcAft>
              <a:buNone/>
              <a:defRPr sz="7100">
                <a:solidFill>
                  <a:schemeClr val="lt1"/>
                </a:solidFill>
              </a:defRPr>
            </a:lvl3pPr>
            <a:lvl4pPr lvl="3" rtl="0">
              <a:lnSpc>
                <a:spcPct val="105000"/>
              </a:lnSpc>
              <a:spcBef>
                <a:spcPts val="0"/>
              </a:spcBef>
              <a:spcAft>
                <a:spcPts val="0"/>
              </a:spcAft>
              <a:buNone/>
              <a:defRPr sz="7100">
                <a:solidFill>
                  <a:schemeClr val="lt1"/>
                </a:solidFill>
              </a:defRPr>
            </a:lvl4pPr>
            <a:lvl5pPr lvl="4" rtl="0">
              <a:lnSpc>
                <a:spcPct val="105000"/>
              </a:lnSpc>
              <a:spcBef>
                <a:spcPts val="0"/>
              </a:spcBef>
              <a:spcAft>
                <a:spcPts val="0"/>
              </a:spcAft>
              <a:buNone/>
              <a:defRPr sz="7100">
                <a:solidFill>
                  <a:schemeClr val="lt1"/>
                </a:solidFill>
              </a:defRPr>
            </a:lvl5pPr>
            <a:lvl6pPr lvl="5" rtl="0">
              <a:lnSpc>
                <a:spcPct val="105000"/>
              </a:lnSpc>
              <a:spcBef>
                <a:spcPts val="0"/>
              </a:spcBef>
              <a:spcAft>
                <a:spcPts val="0"/>
              </a:spcAft>
              <a:buNone/>
              <a:defRPr sz="7100">
                <a:solidFill>
                  <a:schemeClr val="lt1"/>
                </a:solidFill>
              </a:defRPr>
            </a:lvl6pPr>
            <a:lvl7pPr lvl="6" rtl="0">
              <a:lnSpc>
                <a:spcPct val="105000"/>
              </a:lnSpc>
              <a:spcBef>
                <a:spcPts val="0"/>
              </a:spcBef>
              <a:spcAft>
                <a:spcPts val="0"/>
              </a:spcAft>
              <a:buNone/>
              <a:defRPr sz="7100">
                <a:solidFill>
                  <a:schemeClr val="lt1"/>
                </a:solidFill>
              </a:defRPr>
            </a:lvl7pPr>
            <a:lvl8pPr lvl="7" rtl="0">
              <a:lnSpc>
                <a:spcPct val="105000"/>
              </a:lnSpc>
              <a:spcBef>
                <a:spcPts val="0"/>
              </a:spcBef>
              <a:spcAft>
                <a:spcPts val="0"/>
              </a:spcAft>
              <a:buNone/>
              <a:defRPr sz="7100">
                <a:solidFill>
                  <a:schemeClr val="lt1"/>
                </a:solidFill>
              </a:defRPr>
            </a:lvl8pPr>
            <a:lvl9pPr lvl="8" rtl="0">
              <a:lnSpc>
                <a:spcPct val="105000"/>
              </a:lnSpc>
              <a:spcBef>
                <a:spcPts val="0"/>
              </a:spcBef>
              <a:spcAft>
                <a:spcPts val="0"/>
              </a:spcAft>
              <a:buNone/>
              <a:defRPr sz="7100">
                <a:solidFill>
                  <a:schemeClr val="lt1"/>
                </a:solidFill>
              </a:defRPr>
            </a:lvl9pPr>
          </a:lstStyle>
          <a:p/>
        </p:txBody>
      </p:sp>
      <p:pic>
        <p:nvPicPr>
          <p:cNvPr id="2291" name="Google Shape;2291;p187"/>
          <p:cNvPicPr preferRelativeResize="0"/>
          <p:nvPr/>
        </p:nvPicPr>
        <p:blipFill>
          <a:blip r:embed="rId3">
            <a:alphaModFix/>
          </a:blip>
          <a:stretch>
            <a:fillRect/>
          </a:stretch>
        </p:blipFill>
        <p:spPr>
          <a:xfrm>
            <a:off x="10106850" y="6203986"/>
            <a:ext cx="1580275" cy="372766"/>
          </a:xfrm>
          <a:prstGeom prst="rect">
            <a:avLst/>
          </a:prstGeom>
          <a:noFill/>
          <a:ln>
            <a:noFill/>
          </a:ln>
        </p:spPr>
      </p:pic>
      <p:sp>
        <p:nvSpPr>
          <p:cNvPr id="2292" name="Google Shape;2292;p187"/>
          <p:cNvSpPr txBox="1"/>
          <p:nvPr/>
        </p:nvSpPr>
        <p:spPr>
          <a:xfrm>
            <a:off x="7960472" y="199982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linkedin.com/company/red-hat</a:t>
            </a:r>
            <a:endParaRPr sz="1500">
              <a:solidFill>
                <a:schemeClr val="lt1"/>
              </a:solidFill>
              <a:latin typeface="Red Hat Text"/>
              <a:ea typeface="Red Hat Text"/>
              <a:cs typeface="Red Hat Text"/>
              <a:sym typeface="Red Hat Text"/>
            </a:endParaRPr>
          </a:p>
        </p:txBody>
      </p:sp>
      <p:sp>
        <p:nvSpPr>
          <p:cNvPr id="2293" name="Google Shape;2293;p187"/>
          <p:cNvSpPr txBox="1"/>
          <p:nvPr/>
        </p:nvSpPr>
        <p:spPr>
          <a:xfrm>
            <a:off x="7960472" y="276787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youtube.com/user/RedHatVideos</a:t>
            </a:r>
            <a:endParaRPr sz="1500">
              <a:solidFill>
                <a:schemeClr val="lt1"/>
              </a:solidFill>
              <a:latin typeface="Red Hat Text"/>
              <a:ea typeface="Red Hat Text"/>
              <a:cs typeface="Red Hat Text"/>
              <a:sym typeface="Red Hat Text"/>
            </a:endParaRPr>
          </a:p>
        </p:txBody>
      </p:sp>
      <p:sp>
        <p:nvSpPr>
          <p:cNvPr id="2294" name="Google Shape;2294;p187"/>
          <p:cNvSpPr txBox="1"/>
          <p:nvPr/>
        </p:nvSpPr>
        <p:spPr>
          <a:xfrm>
            <a:off x="7960472" y="353592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facebook.com/redhatinc</a:t>
            </a:r>
            <a:endParaRPr sz="1500">
              <a:solidFill>
                <a:schemeClr val="lt1"/>
              </a:solidFill>
              <a:latin typeface="Red Hat Text"/>
              <a:ea typeface="Red Hat Text"/>
              <a:cs typeface="Red Hat Text"/>
              <a:sym typeface="Red Hat Text"/>
            </a:endParaRPr>
          </a:p>
        </p:txBody>
      </p:sp>
      <p:sp>
        <p:nvSpPr>
          <p:cNvPr id="2295" name="Google Shape;2295;p187"/>
          <p:cNvSpPr txBox="1"/>
          <p:nvPr/>
        </p:nvSpPr>
        <p:spPr>
          <a:xfrm>
            <a:off x="7960472" y="4303975"/>
            <a:ext cx="29937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Red Hat Text"/>
                <a:ea typeface="Red Hat Text"/>
                <a:cs typeface="Red Hat Text"/>
                <a:sym typeface="Red Hat Text"/>
              </a:rPr>
              <a:t>twitter.com/RedHat</a:t>
            </a:r>
            <a:endParaRPr sz="1500">
              <a:solidFill>
                <a:schemeClr val="lt1"/>
              </a:solidFill>
              <a:latin typeface="Red Hat Text"/>
              <a:ea typeface="Red Hat Text"/>
              <a:cs typeface="Red Hat Text"/>
              <a:sym typeface="Red Hat Text"/>
            </a:endParaRPr>
          </a:p>
        </p:txBody>
      </p:sp>
      <p:cxnSp>
        <p:nvCxnSpPr>
          <p:cNvPr id="2296" name="Google Shape;2296;p187"/>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2297" name="Google Shape;2297;p187"/>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298" name="Google Shape;2298;p1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299" name="Google Shape;2299;p187"/>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2300" name="Google Shape;2300;p187"/>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2301" name="Google Shape;2301;p187"/>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2302" name="Google Shape;2302;p187"/>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2303" name="Shape 2303"/>
        <p:cNvGrpSpPr/>
        <p:nvPr/>
      </p:nvGrpSpPr>
      <p:grpSpPr>
        <a:xfrm>
          <a:off x="0" y="0"/>
          <a:ext cx="0" cy="0"/>
          <a:chOff x="0" y="0"/>
          <a:chExt cx="0" cy="0"/>
        </a:xfrm>
      </p:grpSpPr>
      <p:sp>
        <p:nvSpPr>
          <p:cNvPr id="2304" name="Google Shape;2304;p188"/>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05" name="Google Shape;2305;p188"/>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2306" name="Google Shape;2306;p188"/>
          <p:cNvCxnSpPr/>
          <p:nvPr/>
        </p:nvCxnSpPr>
        <p:spPr>
          <a:xfrm rot="10800000">
            <a:off x="447767" y="6401700"/>
            <a:ext cx="0" cy="456300"/>
          </a:xfrm>
          <a:prstGeom prst="straightConnector1">
            <a:avLst/>
          </a:prstGeom>
          <a:noFill/>
          <a:ln cap="flat" cmpd="sng" w="9525">
            <a:solidFill>
              <a:schemeClr val="lt1"/>
            </a:solidFill>
            <a:prstDash val="solid"/>
            <a:round/>
            <a:headEnd len="med" w="med" type="none"/>
            <a:tailEnd len="med" w="med" type="none"/>
          </a:ln>
        </p:spPr>
      </p:cxnSp>
      <p:sp>
        <p:nvSpPr>
          <p:cNvPr id="2307" name="Google Shape;2307;p188"/>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Clr>
                <a:schemeClr val="dk1"/>
              </a:buClr>
              <a:buSzPts val="1900"/>
              <a:buNone/>
              <a:defRPr sz="1900">
                <a:solidFill>
                  <a:schemeClr val="dk1"/>
                </a:solidFill>
              </a:defRPr>
            </a:lvl1pPr>
            <a:lvl2pPr lvl="1" rtl="0">
              <a:lnSpc>
                <a:spcPct val="140000"/>
              </a:lnSpc>
              <a:spcBef>
                <a:spcPts val="0"/>
              </a:spcBef>
              <a:spcAft>
                <a:spcPts val="0"/>
              </a:spcAft>
              <a:buClr>
                <a:schemeClr val="dk1"/>
              </a:buClr>
              <a:buSzPts val="1900"/>
              <a:buNone/>
              <a:defRPr sz="1900">
                <a:solidFill>
                  <a:schemeClr val="dk1"/>
                </a:solidFill>
              </a:defRPr>
            </a:lvl2pPr>
            <a:lvl3pPr lvl="2" rtl="0">
              <a:lnSpc>
                <a:spcPct val="140000"/>
              </a:lnSpc>
              <a:spcBef>
                <a:spcPts val="0"/>
              </a:spcBef>
              <a:spcAft>
                <a:spcPts val="0"/>
              </a:spcAft>
              <a:buClr>
                <a:schemeClr val="dk1"/>
              </a:buClr>
              <a:buSzPts val="1900"/>
              <a:buNone/>
              <a:defRPr sz="1900">
                <a:solidFill>
                  <a:schemeClr val="dk1"/>
                </a:solidFill>
              </a:defRPr>
            </a:lvl3pPr>
            <a:lvl4pPr lvl="3" rtl="0">
              <a:lnSpc>
                <a:spcPct val="140000"/>
              </a:lnSpc>
              <a:spcBef>
                <a:spcPts val="0"/>
              </a:spcBef>
              <a:spcAft>
                <a:spcPts val="0"/>
              </a:spcAft>
              <a:buClr>
                <a:schemeClr val="dk1"/>
              </a:buClr>
              <a:buSzPts val="1900"/>
              <a:buNone/>
              <a:defRPr sz="1900">
                <a:solidFill>
                  <a:schemeClr val="dk1"/>
                </a:solidFill>
              </a:defRPr>
            </a:lvl4pPr>
            <a:lvl5pPr lvl="4" rtl="0">
              <a:lnSpc>
                <a:spcPct val="140000"/>
              </a:lnSpc>
              <a:spcBef>
                <a:spcPts val="0"/>
              </a:spcBef>
              <a:spcAft>
                <a:spcPts val="0"/>
              </a:spcAft>
              <a:buClr>
                <a:schemeClr val="dk1"/>
              </a:buClr>
              <a:buSzPts val="1900"/>
              <a:buNone/>
              <a:defRPr sz="1900">
                <a:solidFill>
                  <a:schemeClr val="dk1"/>
                </a:solidFill>
              </a:defRPr>
            </a:lvl5pPr>
            <a:lvl6pPr lvl="5" rtl="0">
              <a:lnSpc>
                <a:spcPct val="140000"/>
              </a:lnSpc>
              <a:spcBef>
                <a:spcPts val="0"/>
              </a:spcBef>
              <a:spcAft>
                <a:spcPts val="0"/>
              </a:spcAft>
              <a:buClr>
                <a:schemeClr val="dk1"/>
              </a:buClr>
              <a:buSzPts val="1900"/>
              <a:buNone/>
              <a:defRPr sz="1900">
                <a:solidFill>
                  <a:schemeClr val="dk1"/>
                </a:solidFill>
              </a:defRPr>
            </a:lvl6pPr>
            <a:lvl7pPr lvl="6" rtl="0">
              <a:lnSpc>
                <a:spcPct val="140000"/>
              </a:lnSpc>
              <a:spcBef>
                <a:spcPts val="0"/>
              </a:spcBef>
              <a:spcAft>
                <a:spcPts val="0"/>
              </a:spcAft>
              <a:buClr>
                <a:schemeClr val="dk1"/>
              </a:buClr>
              <a:buSzPts val="1900"/>
              <a:buNone/>
              <a:defRPr sz="1900">
                <a:solidFill>
                  <a:schemeClr val="dk1"/>
                </a:solidFill>
              </a:defRPr>
            </a:lvl7pPr>
            <a:lvl8pPr lvl="7" rtl="0">
              <a:lnSpc>
                <a:spcPct val="140000"/>
              </a:lnSpc>
              <a:spcBef>
                <a:spcPts val="0"/>
              </a:spcBef>
              <a:spcAft>
                <a:spcPts val="0"/>
              </a:spcAft>
              <a:buClr>
                <a:schemeClr val="dk1"/>
              </a:buClr>
              <a:buSzPts val="1900"/>
              <a:buNone/>
              <a:defRPr sz="1900">
                <a:solidFill>
                  <a:schemeClr val="dk1"/>
                </a:solidFill>
              </a:defRPr>
            </a:lvl8pPr>
            <a:lvl9pPr lvl="8" rtl="0">
              <a:lnSpc>
                <a:spcPct val="140000"/>
              </a:lnSpc>
              <a:spcBef>
                <a:spcPts val="0"/>
              </a:spcBef>
              <a:spcAft>
                <a:spcPts val="0"/>
              </a:spcAft>
              <a:buClr>
                <a:schemeClr val="dk1"/>
              </a:buClr>
              <a:buSzPts val="1900"/>
              <a:buNone/>
              <a:defRPr sz="1900">
                <a:solidFill>
                  <a:schemeClr val="dk1"/>
                </a:solidFill>
              </a:defRPr>
            </a:lvl9pPr>
          </a:lstStyle>
          <a:p/>
        </p:txBody>
      </p:sp>
      <p:sp>
        <p:nvSpPr>
          <p:cNvPr id="2308" name="Google Shape;2308;p188"/>
          <p:cNvSpPr txBox="1"/>
          <p:nvPr>
            <p:ph type="title"/>
          </p:nvPr>
        </p:nvSpPr>
        <p:spPr>
          <a:xfrm>
            <a:off x="5660525" y="1709031"/>
            <a:ext cx="5736300" cy="21177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9pPr>
          </a:lstStyle>
          <a:p/>
        </p:txBody>
      </p:sp>
      <p:sp>
        <p:nvSpPr>
          <p:cNvPr id="2309" name="Google Shape;2309;p188"/>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200"/>
              <a:buNone/>
              <a:defRPr sz="1200">
                <a:solidFill>
                  <a:schemeClr val="dk1"/>
                </a:solidFill>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2310" name="Google Shape;2310;p188"/>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sp>
        <p:nvSpPr>
          <p:cNvPr id="2311" name="Google Shape;2311;p1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2312" name="Shape 2312"/>
        <p:cNvGrpSpPr/>
        <p:nvPr/>
      </p:nvGrpSpPr>
      <p:grpSpPr>
        <a:xfrm>
          <a:off x="0" y="0"/>
          <a:ext cx="0" cy="0"/>
          <a:chOff x="0" y="0"/>
          <a:chExt cx="0" cy="0"/>
        </a:xfrm>
      </p:grpSpPr>
      <p:sp>
        <p:nvSpPr>
          <p:cNvPr id="2313" name="Google Shape;2313;p189"/>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14" name="Google Shape;2314;p189"/>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2315" name="Google Shape;2315;p189"/>
          <p:cNvCxnSpPr/>
          <p:nvPr/>
        </p:nvCxnSpPr>
        <p:spPr>
          <a:xfrm rot="10800000">
            <a:off x="447767" y="6401700"/>
            <a:ext cx="0" cy="456300"/>
          </a:xfrm>
          <a:prstGeom prst="straightConnector1">
            <a:avLst/>
          </a:prstGeom>
          <a:noFill/>
          <a:ln cap="flat" cmpd="sng" w="9525">
            <a:solidFill>
              <a:schemeClr val="lt1"/>
            </a:solidFill>
            <a:prstDash val="solid"/>
            <a:round/>
            <a:headEnd len="med" w="med" type="none"/>
            <a:tailEnd len="med" w="med" type="none"/>
          </a:ln>
        </p:spPr>
      </p:cxnSp>
      <p:sp>
        <p:nvSpPr>
          <p:cNvPr id="2316" name="Google Shape;2316;p189"/>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100">
                <a:solidFill>
                  <a:schemeClr val="accent1"/>
                </a:solidFill>
                <a:latin typeface="Red Hat Display Medium"/>
                <a:ea typeface="Red Hat Display Medium"/>
                <a:cs typeface="Red Hat Display Medium"/>
                <a:sym typeface="Red Hat Display Medium"/>
              </a:defRPr>
            </a:lvl9pPr>
          </a:lstStyle>
          <a:p/>
        </p:txBody>
      </p:sp>
      <p:sp>
        <p:nvSpPr>
          <p:cNvPr id="2317" name="Google Shape;2317;p189"/>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sp>
        <p:nvSpPr>
          <p:cNvPr id="2318" name="Google Shape;2318;p189"/>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dk1"/>
              </a:buClr>
              <a:buSzPts val="1500"/>
              <a:buNone/>
              <a:defRPr sz="1500">
                <a:solidFill>
                  <a:schemeClr val="dk1"/>
                </a:solidFill>
              </a:defRPr>
            </a:lvl1pPr>
            <a:lvl2pPr lvl="1" rtl="0">
              <a:lnSpc>
                <a:spcPct val="180000"/>
              </a:lnSpc>
              <a:spcBef>
                <a:spcPts val="0"/>
              </a:spcBef>
              <a:spcAft>
                <a:spcPts val="0"/>
              </a:spcAft>
              <a:buClr>
                <a:schemeClr val="dk1"/>
              </a:buClr>
              <a:buSzPts val="1500"/>
              <a:buNone/>
              <a:defRPr sz="1500">
                <a:solidFill>
                  <a:schemeClr val="dk1"/>
                </a:solidFill>
              </a:defRPr>
            </a:lvl2pPr>
            <a:lvl3pPr lvl="2" rtl="0">
              <a:lnSpc>
                <a:spcPct val="180000"/>
              </a:lnSpc>
              <a:spcBef>
                <a:spcPts val="0"/>
              </a:spcBef>
              <a:spcAft>
                <a:spcPts val="0"/>
              </a:spcAft>
              <a:buClr>
                <a:schemeClr val="dk1"/>
              </a:buClr>
              <a:buSzPts val="1500"/>
              <a:buNone/>
              <a:defRPr sz="1500">
                <a:solidFill>
                  <a:schemeClr val="dk1"/>
                </a:solidFill>
              </a:defRPr>
            </a:lvl3pPr>
            <a:lvl4pPr lvl="3" rtl="0">
              <a:lnSpc>
                <a:spcPct val="180000"/>
              </a:lnSpc>
              <a:spcBef>
                <a:spcPts val="0"/>
              </a:spcBef>
              <a:spcAft>
                <a:spcPts val="0"/>
              </a:spcAft>
              <a:buClr>
                <a:schemeClr val="dk1"/>
              </a:buClr>
              <a:buSzPts val="1500"/>
              <a:buNone/>
              <a:defRPr sz="1500">
                <a:solidFill>
                  <a:schemeClr val="dk1"/>
                </a:solidFill>
              </a:defRPr>
            </a:lvl4pPr>
            <a:lvl5pPr lvl="4" rtl="0">
              <a:lnSpc>
                <a:spcPct val="180000"/>
              </a:lnSpc>
              <a:spcBef>
                <a:spcPts val="0"/>
              </a:spcBef>
              <a:spcAft>
                <a:spcPts val="0"/>
              </a:spcAft>
              <a:buClr>
                <a:schemeClr val="dk1"/>
              </a:buClr>
              <a:buSzPts val="1500"/>
              <a:buNone/>
              <a:defRPr sz="1500">
                <a:solidFill>
                  <a:schemeClr val="dk1"/>
                </a:solidFill>
              </a:defRPr>
            </a:lvl5pPr>
            <a:lvl6pPr lvl="5" rtl="0">
              <a:lnSpc>
                <a:spcPct val="180000"/>
              </a:lnSpc>
              <a:spcBef>
                <a:spcPts val="0"/>
              </a:spcBef>
              <a:spcAft>
                <a:spcPts val="0"/>
              </a:spcAft>
              <a:buClr>
                <a:schemeClr val="dk1"/>
              </a:buClr>
              <a:buSzPts val="1500"/>
              <a:buNone/>
              <a:defRPr sz="1500">
                <a:solidFill>
                  <a:schemeClr val="dk1"/>
                </a:solidFill>
              </a:defRPr>
            </a:lvl6pPr>
            <a:lvl7pPr lvl="6" rtl="0">
              <a:lnSpc>
                <a:spcPct val="180000"/>
              </a:lnSpc>
              <a:spcBef>
                <a:spcPts val="0"/>
              </a:spcBef>
              <a:spcAft>
                <a:spcPts val="0"/>
              </a:spcAft>
              <a:buClr>
                <a:schemeClr val="dk1"/>
              </a:buClr>
              <a:buSzPts val="1500"/>
              <a:buNone/>
              <a:defRPr sz="1500">
                <a:solidFill>
                  <a:schemeClr val="dk1"/>
                </a:solidFill>
              </a:defRPr>
            </a:lvl7pPr>
            <a:lvl8pPr lvl="7" rtl="0">
              <a:lnSpc>
                <a:spcPct val="180000"/>
              </a:lnSpc>
              <a:spcBef>
                <a:spcPts val="0"/>
              </a:spcBef>
              <a:spcAft>
                <a:spcPts val="0"/>
              </a:spcAft>
              <a:buClr>
                <a:schemeClr val="dk1"/>
              </a:buClr>
              <a:buSzPts val="1500"/>
              <a:buNone/>
              <a:defRPr sz="1500">
                <a:solidFill>
                  <a:schemeClr val="dk1"/>
                </a:solidFill>
              </a:defRPr>
            </a:lvl8pPr>
            <a:lvl9pPr lvl="8" rtl="0">
              <a:lnSpc>
                <a:spcPct val="180000"/>
              </a:lnSpc>
              <a:spcBef>
                <a:spcPts val="0"/>
              </a:spcBef>
              <a:spcAft>
                <a:spcPts val="0"/>
              </a:spcAft>
              <a:buClr>
                <a:schemeClr val="dk1"/>
              </a:buClr>
              <a:buSzPts val="1500"/>
              <a:buNone/>
              <a:defRPr sz="1500">
                <a:solidFill>
                  <a:schemeClr val="dk1"/>
                </a:solidFill>
              </a:defRPr>
            </a:lvl9pPr>
          </a:lstStyle>
          <a:p/>
        </p:txBody>
      </p:sp>
      <p:sp>
        <p:nvSpPr>
          <p:cNvPr id="2319" name="Google Shape;2319;p189"/>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linkedin.com/company/red-hat</a:t>
            </a:r>
            <a:endParaRPr sz="1200">
              <a:solidFill>
                <a:schemeClr val="dk1"/>
              </a:solidFill>
              <a:latin typeface="Red Hat Text"/>
              <a:ea typeface="Red Hat Text"/>
              <a:cs typeface="Red Hat Text"/>
              <a:sym typeface="Red Hat Text"/>
            </a:endParaRPr>
          </a:p>
        </p:txBody>
      </p:sp>
      <p:sp>
        <p:nvSpPr>
          <p:cNvPr id="2320" name="Google Shape;2320;p189"/>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youtube.com/user/RedHatVideos</a:t>
            </a:r>
            <a:endParaRPr sz="1200">
              <a:solidFill>
                <a:schemeClr val="dk1"/>
              </a:solidFill>
              <a:latin typeface="Red Hat Text"/>
              <a:ea typeface="Red Hat Text"/>
              <a:cs typeface="Red Hat Text"/>
              <a:sym typeface="Red Hat Text"/>
            </a:endParaRPr>
          </a:p>
        </p:txBody>
      </p:sp>
      <p:sp>
        <p:nvSpPr>
          <p:cNvPr id="2321" name="Google Shape;2321;p189"/>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2322" name="Google Shape;2322;p189"/>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twitter.com/RedHat</a:t>
            </a:r>
            <a:endParaRPr sz="1200">
              <a:solidFill>
                <a:schemeClr val="dk1"/>
              </a:solidFill>
              <a:latin typeface="Red Hat Text"/>
              <a:ea typeface="Red Hat Text"/>
              <a:cs typeface="Red Hat Text"/>
              <a:sym typeface="Red Hat Text"/>
            </a:endParaRPr>
          </a:p>
        </p:txBody>
      </p:sp>
      <p:pic>
        <p:nvPicPr>
          <p:cNvPr id="2323" name="Google Shape;2323;p189"/>
          <p:cNvPicPr preferRelativeResize="0"/>
          <p:nvPr/>
        </p:nvPicPr>
        <p:blipFill rotWithShape="1">
          <a:blip r:embed="rId4">
            <a:alphaModFix/>
          </a:blip>
          <a:srcRect b="0" l="2508" r="2498" t="0"/>
          <a:stretch/>
        </p:blipFill>
        <p:spPr>
          <a:xfrm>
            <a:off x="8586459" y="5174306"/>
            <a:ext cx="229074" cy="241150"/>
          </a:xfrm>
          <a:prstGeom prst="rect">
            <a:avLst/>
          </a:prstGeom>
          <a:noFill/>
          <a:ln>
            <a:noFill/>
          </a:ln>
        </p:spPr>
      </p:pic>
      <p:pic>
        <p:nvPicPr>
          <p:cNvPr id="2324" name="Google Shape;2324;p189"/>
          <p:cNvPicPr preferRelativeResize="0"/>
          <p:nvPr/>
        </p:nvPicPr>
        <p:blipFill rotWithShape="1">
          <a:blip r:embed="rId5">
            <a:alphaModFix/>
          </a:blip>
          <a:srcRect b="0" l="2678" r="2678" t="0"/>
          <a:stretch/>
        </p:blipFill>
        <p:spPr>
          <a:xfrm>
            <a:off x="8586459" y="4669206"/>
            <a:ext cx="229074" cy="241150"/>
          </a:xfrm>
          <a:prstGeom prst="rect">
            <a:avLst/>
          </a:prstGeom>
          <a:noFill/>
          <a:ln>
            <a:noFill/>
          </a:ln>
        </p:spPr>
      </p:pic>
      <p:pic>
        <p:nvPicPr>
          <p:cNvPr id="2325" name="Google Shape;2325;p189"/>
          <p:cNvPicPr preferRelativeResize="0"/>
          <p:nvPr/>
        </p:nvPicPr>
        <p:blipFill rotWithShape="1">
          <a:blip r:embed="rId6">
            <a:alphaModFix/>
          </a:blip>
          <a:srcRect b="0" l="2508" r="2498" t="0"/>
          <a:stretch/>
        </p:blipFill>
        <p:spPr>
          <a:xfrm>
            <a:off x="5660534" y="5174306"/>
            <a:ext cx="229075" cy="241150"/>
          </a:xfrm>
          <a:prstGeom prst="rect">
            <a:avLst/>
          </a:prstGeom>
          <a:noFill/>
          <a:ln>
            <a:noFill/>
          </a:ln>
        </p:spPr>
      </p:pic>
      <p:pic>
        <p:nvPicPr>
          <p:cNvPr id="2326" name="Google Shape;2326;p189"/>
          <p:cNvPicPr preferRelativeResize="0"/>
          <p:nvPr/>
        </p:nvPicPr>
        <p:blipFill rotWithShape="1">
          <a:blip r:embed="rId7">
            <a:alphaModFix/>
          </a:blip>
          <a:srcRect b="0" l="2326" r="2326" t="0"/>
          <a:stretch/>
        </p:blipFill>
        <p:spPr>
          <a:xfrm>
            <a:off x="5660534" y="4669206"/>
            <a:ext cx="229075" cy="241150"/>
          </a:xfrm>
          <a:prstGeom prst="rect">
            <a:avLst/>
          </a:prstGeom>
          <a:noFill/>
          <a:ln>
            <a:noFill/>
          </a:ln>
        </p:spPr>
      </p:pic>
      <p:sp>
        <p:nvSpPr>
          <p:cNvPr id="2327" name="Google Shape;2327;p18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2328" name="Shape 2328"/>
        <p:cNvGrpSpPr/>
        <p:nvPr/>
      </p:nvGrpSpPr>
      <p:grpSpPr>
        <a:xfrm>
          <a:off x="0" y="0"/>
          <a:ext cx="0" cy="0"/>
          <a:chOff x="0" y="0"/>
          <a:chExt cx="0" cy="0"/>
        </a:xfrm>
      </p:grpSpPr>
      <p:sp>
        <p:nvSpPr>
          <p:cNvPr id="2329" name="Google Shape;2329;p190"/>
          <p:cNvSpPr txBox="1"/>
          <p:nvPr>
            <p:ph type="title"/>
          </p:nvPr>
        </p:nvSpPr>
        <p:spPr>
          <a:xfrm>
            <a:off x="447775" y="1084561"/>
            <a:ext cx="68253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2330" name="Google Shape;2330;p190"/>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cxnSp>
        <p:nvCxnSpPr>
          <p:cNvPr id="2331" name="Google Shape;2331;p19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332" name="Google Shape;2332;p19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sp>
        <p:nvSpPr>
          <p:cNvPr id="2333" name="Google Shape;2333;p190"/>
          <p:cNvSpPr txBox="1"/>
          <p:nvPr>
            <p:ph idx="2" type="subTitle"/>
          </p:nvPr>
        </p:nvSpPr>
        <p:spPr>
          <a:xfrm>
            <a:off x="9251450" y="1743719"/>
            <a:ext cx="2124300" cy="33093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500">
                <a:solidFill>
                  <a:srgbClr val="141414"/>
                </a:solidFill>
              </a:defRPr>
            </a:lvl1pPr>
            <a:lvl2pPr lvl="1" rtl="0">
              <a:lnSpc>
                <a:spcPct val="174000"/>
              </a:lnSpc>
              <a:spcBef>
                <a:spcPts val="0"/>
              </a:spcBef>
              <a:spcAft>
                <a:spcPts val="0"/>
              </a:spcAft>
              <a:buNone/>
              <a:defRPr sz="1500">
                <a:solidFill>
                  <a:srgbClr val="141414"/>
                </a:solidFill>
              </a:defRPr>
            </a:lvl2pPr>
            <a:lvl3pPr lvl="2" rtl="0">
              <a:lnSpc>
                <a:spcPct val="174000"/>
              </a:lnSpc>
              <a:spcBef>
                <a:spcPts val="0"/>
              </a:spcBef>
              <a:spcAft>
                <a:spcPts val="0"/>
              </a:spcAft>
              <a:buNone/>
              <a:defRPr sz="1500">
                <a:solidFill>
                  <a:srgbClr val="141414"/>
                </a:solidFill>
              </a:defRPr>
            </a:lvl3pPr>
            <a:lvl4pPr lvl="3" rtl="0">
              <a:lnSpc>
                <a:spcPct val="174000"/>
              </a:lnSpc>
              <a:spcBef>
                <a:spcPts val="0"/>
              </a:spcBef>
              <a:spcAft>
                <a:spcPts val="0"/>
              </a:spcAft>
              <a:buNone/>
              <a:defRPr sz="1500">
                <a:solidFill>
                  <a:srgbClr val="141414"/>
                </a:solidFill>
              </a:defRPr>
            </a:lvl4pPr>
            <a:lvl5pPr lvl="4" rtl="0">
              <a:lnSpc>
                <a:spcPct val="174000"/>
              </a:lnSpc>
              <a:spcBef>
                <a:spcPts val="0"/>
              </a:spcBef>
              <a:spcAft>
                <a:spcPts val="0"/>
              </a:spcAft>
              <a:buNone/>
              <a:defRPr sz="1500">
                <a:solidFill>
                  <a:srgbClr val="141414"/>
                </a:solidFill>
              </a:defRPr>
            </a:lvl5pPr>
            <a:lvl6pPr lvl="5" rtl="0">
              <a:lnSpc>
                <a:spcPct val="174000"/>
              </a:lnSpc>
              <a:spcBef>
                <a:spcPts val="0"/>
              </a:spcBef>
              <a:spcAft>
                <a:spcPts val="0"/>
              </a:spcAft>
              <a:buNone/>
              <a:defRPr sz="1500">
                <a:solidFill>
                  <a:srgbClr val="141414"/>
                </a:solidFill>
              </a:defRPr>
            </a:lvl6pPr>
            <a:lvl7pPr lvl="6" rtl="0">
              <a:lnSpc>
                <a:spcPct val="174000"/>
              </a:lnSpc>
              <a:spcBef>
                <a:spcPts val="0"/>
              </a:spcBef>
              <a:spcAft>
                <a:spcPts val="0"/>
              </a:spcAft>
              <a:buNone/>
              <a:defRPr sz="1500">
                <a:solidFill>
                  <a:srgbClr val="141414"/>
                </a:solidFill>
              </a:defRPr>
            </a:lvl7pPr>
            <a:lvl8pPr lvl="7" rtl="0">
              <a:lnSpc>
                <a:spcPct val="174000"/>
              </a:lnSpc>
              <a:spcBef>
                <a:spcPts val="0"/>
              </a:spcBef>
              <a:spcAft>
                <a:spcPts val="0"/>
              </a:spcAft>
              <a:buNone/>
              <a:defRPr sz="1500">
                <a:solidFill>
                  <a:srgbClr val="141414"/>
                </a:solidFill>
              </a:defRPr>
            </a:lvl8pPr>
            <a:lvl9pPr lvl="8" rtl="0">
              <a:lnSpc>
                <a:spcPct val="174000"/>
              </a:lnSpc>
              <a:spcBef>
                <a:spcPts val="0"/>
              </a:spcBef>
              <a:spcAft>
                <a:spcPts val="0"/>
              </a:spcAft>
              <a:buNone/>
              <a:defRPr sz="1500">
                <a:solidFill>
                  <a:srgbClr val="141414"/>
                </a:solidFill>
              </a:defRPr>
            </a:lvl9pPr>
          </a:lstStyle>
          <a:p/>
        </p:txBody>
      </p:sp>
      <p:pic>
        <p:nvPicPr>
          <p:cNvPr id="2334" name="Google Shape;2334;p190"/>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2335" name="Google Shape;2335;p19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2336" name="Shape 2336"/>
        <p:cNvGrpSpPr/>
        <p:nvPr/>
      </p:nvGrpSpPr>
      <p:grpSpPr>
        <a:xfrm>
          <a:off x="0" y="0"/>
          <a:ext cx="0" cy="0"/>
          <a:chOff x="0" y="0"/>
          <a:chExt cx="0" cy="0"/>
        </a:xfrm>
      </p:grpSpPr>
      <p:sp>
        <p:nvSpPr>
          <p:cNvPr id="2337" name="Google Shape;2337;p191"/>
          <p:cNvSpPr txBox="1"/>
          <p:nvPr>
            <p:ph type="title"/>
          </p:nvPr>
        </p:nvSpPr>
        <p:spPr>
          <a:xfrm>
            <a:off x="447775" y="1084561"/>
            <a:ext cx="68253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2338" name="Google Shape;2338;p191"/>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cxnSp>
        <p:nvCxnSpPr>
          <p:cNvPr id="2339" name="Google Shape;2339;p19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340" name="Google Shape;2340;p19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9pPr>
          </a:lstStyle>
          <a:p/>
        </p:txBody>
      </p:sp>
      <p:sp>
        <p:nvSpPr>
          <p:cNvPr id="2341" name="Google Shape;2341;p191"/>
          <p:cNvSpPr txBox="1"/>
          <p:nvPr>
            <p:ph idx="2" type="subTitle"/>
          </p:nvPr>
        </p:nvSpPr>
        <p:spPr>
          <a:xfrm>
            <a:off x="9251450" y="1743719"/>
            <a:ext cx="2124300" cy="33093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500">
                <a:solidFill>
                  <a:schemeClr val="lt1"/>
                </a:solidFill>
              </a:defRPr>
            </a:lvl1pPr>
            <a:lvl2pPr lvl="1" rtl="0">
              <a:lnSpc>
                <a:spcPct val="174000"/>
              </a:lnSpc>
              <a:spcBef>
                <a:spcPts val="0"/>
              </a:spcBef>
              <a:spcAft>
                <a:spcPts val="0"/>
              </a:spcAft>
              <a:buNone/>
              <a:defRPr sz="1500">
                <a:solidFill>
                  <a:schemeClr val="lt1"/>
                </a:solidFill>
              </a:defRPr>
            </a:lvl2pPr>
            <a:lvl3pPr lvl="2" rtl="0">
              <a:lnSpc>
                <a:spcPct val="174000"/>
              </a:lnSpc>
              <a:spcBef>
                <a:spcPts val="0"/>
              </a:spcBef>
              <a:spcAft>
                <a:spcPts val="0"/>
              </a:spcAft>
              <a:buNone/>
              <a:defRPr sz="1500">
                <a:solidFill>
                  <a:schemeClr val="lt1"/>
                </a:solidFill>
              </a:defRPr>
            </a:lvl3pPr>
            <a:lvl4pPr lvl="3" rtl="0">
              <a:lnSpc>
                <a:spcPct val="174000"/>
              </a:lnSpc>
              <a:spcBef>
                <a:spcPts val="0"/>
              </a:spcBef>
              <a:spcAft>
                <a:spcPts val="0"/>
              </a:spcAft>
              <a:buNone/>
              <a:defRPr sz="1500">
                <a:solidFill>
                  <a:schemeClr val="lt1"/>
                </a:solidFill>
              </a:defRPr>
            </a:lvl4pPr>
            <a:lvl5pPr lvl="4" rtl="0">
              <a:lnSpc>
                <a:spcPct val="174000"/>
              </a:lnSpc>
              <a:spcBef>
                <a:spcPts val="0"/>
              </a:spcBef>
              <a:spcAft>
                <a:spcPts val="0"/>
              </a:spcAft>
              <a:buNone/>
              <a:defRPr sz="1500">
                <a:solidFill>
                  <a:schemeClr val="lt1"/>
                </a:solidFill>
              </a:defRPr>
            </a:lvl5pPr>
            <a:lvl6pPr lvl="5" rtl="0">
              <a:lnSpc>
                <a:spcPct val="174000"/>
              </a:lnSpc>
              <a:spcBef>
                <a:spcPts val="0"/>
              </a:spcBef>
              <a:spcAft>
                <a:spcPts val="0"/>
              </a:spcAft>
              <a:buNone/>
              <a:defRPr sz="1500">
                <a:solidFill>
                  <a:schemeClr val="lt1"/>
                </a:solidFill>
              </a:defRPr>
            </a:lvl6pPr>
            <a:lvl7pPr lvl="6" rtl="0">
              <a:lnSpc>
                <a:spcPct val="174000"/>
              </a:lnSpc>
              <a:spcBef>
                <a:spcPts val="0"/>
              </a:spcBef>
              <a:spcAft>
                <a:spcPts val="0"/>
              </a:spcAft>
              <a:buNone/>
              <a:defRPr sz="1500">
                <a:solidFill>
                  <a:schemeClr val="lt1"/>
                </a:solidFill>
              </a:defRPr>
            </a:lvl7pPr>
            <a:lvl8pPr lvl="7" rtl="0">
              <a:lnSpc>
                <a:spcPct val="174000"/>
              </a:lnSpc>
              <a:spcBef>
                <a:spcPts val="0"/>
              </a:spcBef>
              <a:spcAft>
                <a:spcPts val="0"/>
              </a:spcAft>
              <a:buNone/>
              <a:defRPr sz="1500">
                <a:solidFill>
                  <a:schemeClr val="lt1"/>
                </a:solidFill>
              </a:defRPr>
            </a:lvl8pPr>
            <a:lvl9pPr lvl="8" rtl="0">
              <a:lnSpc>
                <a:spcPct val="174000"/>
              </a:lnSpc>
              <a:spcBef>
                <a:spcPts val="0"/>
              </a:spcBef>
              <a:spcAft>
                <a:spcPts val="0"/>
              </a:spcAft>
              <a:buNone/>
              <a:defRPr sz="1500">
                <a:solidFill>
                  <a:schemeClr val="lt1"/>
                </a:solidFill>
              </a:defRPr>
            </a:lvl9pPr>
          </a:lstStyle>
          <a:p/>
        </p:txBody>
      </p:sp>
      <p:pic>
        <p:nvPicPr>
          <p:cNvPr id="2342" name="Google Shape;2342;p191"/>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2343" name="Google Shape;2343;p19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2344" name="Shape 2344"/>
        <p:cNvGrpSpPr/>
        <p:nvPr/>
      </p:nvGrpSpPr>
      <p:grpSpPr>
        <a:xfrm>
          <a:off x="0" y="0"/>
          <a:ext cx="0" cy="0"/>
          <a:chOff x="0" y="0"/>
          <a:chExt cx="0" cy="0"/>
        </a:xfrm>
      </p:grpSpPr>
      <p:sp>
        <p:nvSpPr>
          <p:cNvPr id="2345" name="Google Shape;2345;p192"/>
          <p:cNvSpPr txBox="1"/>
          <p:nvPr>
            <p:ph type="title"/>
          </p:nvPr>
        </p:nvSpPr>
        <p:spPr>
          <a:xfrm>
            <a:off x="447775" y="1084561"/>
            <a:ext cx="68253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2346" name="Google Shape;2346;p192"/>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cxnSp>
        <p:nvCxnSpPr>
          <p:cNvPr id="2347" name="Google Shape;2347;p19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348" name="Google Shape;2348;p19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9pPr>
          </a:lstStyle>
          <a:p/>
        </p:txBody>
      </p:sp>
      <p:sp>
        <p:nvSpPr>
          <p:cNvPr id="2349" name="Google Shape;2349;p192"/>
          <p:cNvSpPr txBox="1"/>
          <p:nvPr>
            <p:ph idx="2" type="subTitle"/>
          </p:nvPr>
        </p:nvSpPr>
        <p:spPr>
          <a:xfrm>
            <a:off x="9251450" y="1743719"/>
            <a:ext cx="2124300" cy="33093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500">
                <a:solidFill>
                  <a:srgbClr val="EBEBEB"/>
                </a:solidFill>
              </a:defRPr>
            </a:lvl1pPr>
            <a:lvl2pPr lvl="1" rtl="0">
              <a:lnSpc>
                <a:spcPct val="174000"/>
              </a:lnSpc>
              <a:spcBef>
                <a:spcPts val="0"/>
              </a:spcBef>
              <a:spcAft>
                <a:spcPts val="0"/>
              </a:spcAft>
              <a:buNone/>
              <a:defRPr sz="1500">
                <a:solidFill>
                  <a:srgbClr val="EBEBEB"/>
                </a:solidFill>
              </a:defRPr>
            </a:lvl2pPr>
            <a:lvl3pPr lvl="2" rtl="0">
              <a:lnSpc>
                <a:spcPct val="174000"/>
              </a:lnSpc>
              <a:spcBef>
                <a:spcPts val="0"/>
              </a:spcBef>
              <a:spcAft>
                <a:spcPts val="0"/>
              </a:spcAft>
              <a:buNone/>
              <a:defRPr sz="1500">
                <a:solidFill>
                  <a:srgbClr val="EBEBEB"/>
                </a:solidFill>
              </a:defRPr>
            </a:lvl3pPr>
            <a:lvl4pPr lvl="3" rtl="0">
              <a:lnSpc>
                <a:spcPct val="174000"/>
              </a:lnSpc>
              <a:spcBef>
                <a:spcPts val="0"/>
              </a:spcBef>
              <a:spcAft>
                <a:spcPts val="0"/>
              </a:spcAft>
              <a:buNone/>
              <a:defRPr sz="1500">
                <a:solidFill>
                  <a:srgbClr val="EBEBEB"/>
                </a:solidFill>
              </a:defRPr>
            </a:lvl4pPr>
            <a:lvl5pPr lvl="4" rtl="0">
              <a:lnSpc>
                <a:spcPct val="174000"/>
              </a:lnSpc>
              <a:spcBef>
                <a:spcPts val="0"/>
              </a:spcBef>
              <a:spcAft>
                <a:spcPts val="0"/>
              </a:spcAft>
              <a:buNone/>
              <a:defRPr sz="1500">
                <a:solidFill>
                  <a:srgbClr val="EBEBEB"/>
                </a:solidFill>
              </a:defRPr>
            </a:lvl5pPr>
            <a:lvl6pPr lvl="5" rtl="0">
              <a:lnSpc>
                <a:spcPct val="174000"/>
              </a:lnSpc>
              <a:spcBef>
                <a:spcPts val="0"/>
              </a:spcBef>
              <a:spcAft>
                <a:spcPts val="0"/>
              </a:spcAft>
              <a:buNone/>
              <a:defRPr sz="1500">
                <a:solidFill>
                  <a:srgbClr val="EBEBEB"/>
                </a:solidFill>
              </a:defRPr>
            </a:lvl6pPr>
            <a:lvl7pPr lvl="6" rtl="0">
              <a:lnSpc>
                <a:spcPct val="174000"/>
              </a:lnSpc>
              <a:spcBef>
                <a:spcPts val="0"/>
              </a:spcBef>
              <a:spcAft>
                <a:spcPts val="0"/>
              </a:spcAft>
              <a:buNone/>
              <a:defRPr sz="1500">
                <a:solidFill>
                  <a:srgbClr val="EBEBEB"/>
                </a:solidFill>
              </a:defRPr>
            </a:lvl7pPr>
            <a:lvl8pPr lvl="7" rtl="0">
              <a:lnSpc>
                <a:spcPct val="174000"/>
              </a:lnSpc>
              <a:spcBef>
                <a:spcPts val="0"/>
              </a:spcBef>
              <a:spcAft>
                <a:spcPts val="0"/>
              </a:spcAft>
              <a:buNone/>
              <a:defRPr sz="1500">
                <a:solidFill>
                  <a:srgbClr val="EBEBEB"/>
                </a:solidFill>
              </a:defRPr>
            </a:lvl8pPr>
            <a:lvl9pPr lvl="8" rtl="0">
              <a:lnSpc>
                <a:spcPct val="174000"/>
              </a:lnSpc>
              <a:spcBef>
                <a:spcPts val="0"/>
              </a:spcBef>
              <a:spcAft>
                <a:spcPts val="0"/>
              </a:spcAft>
              <a:buNone/>
              <a:defRPr sz="1500">
                <a:solidFill>
                  <a:srgbClr val="EBEBEB"/>
                </a:solidFill>
              </a:defRPr>
            </a:lvl9pPr>
          </a:lstStyle>
          <a:p/>
        </p:txBody>
      </p:sp>
      <p:pic>
        <p:nvPicPr>
          <p:cNvPr id="2350" name="Google Shape;2350;p192"/>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2351" name="Google Shape;2351;p192"/>
          <p:cNvSpPr txBox="1"/>
          <p:nvPr>
            <p:ph idx="3" type="subTitle"/>
          </p:nvPr>
        </p:nvSpPr>
        <p:spPr>
          <a:xfrm>
            <a:off x="9251450" y="1743719"/>
            <a:ext cx="2124300" cy="33093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500">
                <a:solidFill>
                  <a:schemeClr val="dk1"/>
                </a:solidFill>
              </a:defRPr>
            </a:lvl1pPr>
            <a:lvl2pPr lvl="1" rtl="0">
              <a:lnSpc>
                <a:spcPct val="174000"/>
              </a:lnSpc>
              <a:spcBef>
                <a:spcPts val="0"/>
              </a:spcBef>
              <a:spcAft>
                <a:spcPts val="0"/>
              </a:spcAft>
              <a:buNone/>
              <a:defRPr sz="1500">
                <a:solidFill>
                  <a:schemeClr val="dk1"/>
                </a:solidFill>
              </a:defRPr>
            </a:lvl2pPr>
            <a:lvl3pPr lvl="2" rtl="0">
              <a:lnSpc>
                <a:spcPct val="174000"/>
              </a:lnSpc>
              <a:spcBef>
                <a:spcPts val="0"/>
              </a:spcBef>
              <a:spcAft>
                <a:spcPts val="0"/>
              </a:spcAft>
              <a:buNone/>
              <a:defRPr sz="1500">
                <a:solidFill>
                  <a:schemeClr val="dk1"/>
                </a:solidFill>
              </a:defRPr>
            </a:lvl3pPr>
            <a:lvl4pPr lvl="3" rtl="0">
              <a:lnSpc>
                <a:spcPct val="174000"/>
              </a:lnSpc>
              <a:spcBef>
                <a:spcPts val="0"/>
              </a:spcBef>
              <a:spcAft>
                <a:spcPts val="0"/>
              </a:spcAft>
              <a:buNone/>
              <a:defRPr sz="1500">
                <a:solidFill>
                  <a:schemeClr val="dk1"/>
                </a:solidFill>
              </a:defRPr>
            </a:lvl4pPr>
            <a:lvl5pPr lvl="4" rtl="0">
              <a:lnSpc>
                <a:spcPct val="174000"/>
              </a:lnSpc>
              <a:spcBef>
                <a:spcPts val="0"/>
              </a:spcBef>
              <a:spcAft>
                <a:spcPts val="0"/>
              </a:spcAft>
              <a:buNone/>
              <a:defRPr sz="1500">
                <a:solidFill>
                  <a:schemeClr val="dk1"/>
                </a:solidFill>
              </a:defRPr>
            </a:lvl5pPr>
            <a:lvl6pPr lvl="5" rtl="0">
              <a:lnSpc>
                <a:spcPct val="174000"/>
              </a:lnSpc>
              <a:spcBef>
                <a:spcPts val="0"/>
              </a:spcBef>
              <a:spcAft>
                <a:spcPts val="0"/>
              </a:spcAft>
              <a:buNone/>
              <a:defRPr sz="1500">
                <a:solidFill>
                  <a:schemeClr val="dk1"/>
                </a:solidFill>
              </a:defRPr>
            </a:lvl6pPr>
            <a:lvl7pPr lvl="6" rtl="0">
              <a:lnSpc>
                <a:spcPct val="174000"/>
              </a:lnSpc>
              <a:spcBef>
                <a:spcPts val="0"/>
              </a:spcBef>
              <a:spcAft>
                <a:spcPts val="0"/>
              </a:spcAft>
              <a:buNone/>
              <a:defRPr sz="1500">
                <a:solidFill>
                  <a:schemeClr val="dk1"/>
                </a:solidFill>
              </a:defRPr>
            </a:lvl7pPr>
            <a:lvl8pPr lvl="7" rtl="0">
              <a:lnSpc>
                <a:spcPct val="174000"/>
              </a:lnSpc>
              <a:spcBef>
                <a:spcPts val="0"/>
              </a:spcBef>
              <a:spcAft>
                <a:spcPts val="0"/>
              </a:spcAft>
              <a:buNone/>
              <a:defRPr sz="1500">
                <a:solidFill>
                  <a:schemeClr val="dk1"/>
                </a:solidFill>
              </a:defRPr>
            </a:lvl8pPr>
            <a:lvl9pPr lvl="8" rtl="0">
              <a:lnSpc>
                <a:spcPct val="174000"/>
              </a:lnSpc>
              <a:spcBef>
                <a:spcPts val="0"/>
              </a:spcBef>
              <a:spcAft>
                <a:spcPts val="0"/>
              </a:spcAft>
              <a:buNone/>
              <a:defRPr sz="1500">
                <a:solidFill>
                  <a:schemeClr val="dk1"/>
                </a:solidFill>
              </a:defRPr>
            </a:lvl9pPr>
          </a:lstStyle>
          <a:p/>
        </p:txBody>
      </p:sp>
      <p:sp>
        <p:nvSpPr>
          <p:cNvPr id="2352" name="Google Shape;2352;p19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2353" name="Shape 2353"/>
        <p:cNvGrpSpPr/>
        <p:nvPr/>
      </p:nvGrpSpPr>
      <p:grpSpPr>
        <a:xfrm>
          <a:off x="0" y="0"/>
          <a:ext cx="0" cy="0"/>
          <a:chOff x="0" y="0"/>
          <a:chExt cx="0" cy="0"/>
        </a:xfrm>
      </p:grpSpPr>
      <p:sp>
        <p:nvSpPr>
          <p:cNvPr id="2354" name="Google Shape;2354;p193"/>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500">
                <a:solidFill>
                  <a:schemeClr val="accent1"/>
                </a:solidFill>
              </a:defRPr>
            </a:lvl1pPr>
            <a:lvl2pPr lvl="1" rtl="0">
              <a:lnSpc>
                <a:spcPct val="100000"/>
              </a:lnSpc>
              <a:spcBef>
                <a:spcPts val="0"/>
              </a:spcBef>
              <a:spcAft>
                <a:spcPts val="0"/>
              </a:spcAft>
              <a:buNone/>
              <a:defRPr sz="5500">
                <a:solidFill>
                  <a:schemeClr val="accent1"/>
                </a:solidFill>
              </a:defRPr>
            </a:lvl2pPr>
            <a:lvl3pPr lvl="2" rtl="0">
              <a:lnSpc>
                <a:spcPct val="100000"/>
              </a:lnSpc>
              <a:spcBef>
                <a:spcPts val="0"/>
              </a:spcBef>
              <a:spcAft>
                <a:spcPts val="0"/>
              </a:spcAft>
              <a:buNone/>
              <a:defRPr sz="5500">
                <a:solidFill>
                  <a:schemeClr val="accent1"/>
                </a:solidFill>
              </a:defRPr>
            </a:lvl3pPr>
            <a:lvl4pPr lvl="3" rtl="0">
              <a:lnSpc>
                <a:spcPct val="100000"/>
              </a:lnSpc>
              <a:spcBef>
                <a:spcPts val="0"/>
              </a:spcBef>
              <a:spcAft>
                <a:spcPts val="0"/>
              </a:spcAft>
              <a:buNone/>
              <a:defRPr sz="5500">
                <a:solidFill>
                  <a:schemeClr val="accent1"/>
                </a:solidFill>
              </a:defRPr>
            </a:lvl4pPr>
            <a:lvl5pPr lvl="4" rtl="0">
              <a:lnSpc>
                <a:spcPct val="100000"/>
              </a:lnSpc>
              <a:spcBef>
                <a:spcPts val="0"/>
              </a:spcBef>
              <a:spcAft>
                <a:spcPts val="0"/>
              </a:spcAft>
              <a:buNone/>
              <a:defRPr sz="5500">
                <a:solidFill>
                  <a:schemeClr val="accent1"/>
                </a:solidFill>
              </a:defRPr>
            </a:lvl5pPr>
            <a:lvl6pPr lvl="5" rtl="0">
              <a:lnSpc>
                <a:spcPct val="100000"/>
              </a:lnSpc>
              <a:spcBef>
                <a:spcPts val="0"/>
              </a:spcBef>
              <a:spcAft>
                <a:spcPts val="0"/>
              </a:spcAft>
              <a:buNone/>
              <a:defRPr sz="5500">
                <a:solidFill>
                  <a:schemeClr val="accent1"/>
                </a:solidFill>
              </a:defRPr>
            </a:lvl6pPr>
            <a:lvl7pPr lvl="6" rtl="0">
              <a:lnSpc>
                <a:spcPct val="100000"/>
              </a:lnSpc>
              <a:spcBef>
                <a:spcPts val="0"/>
              </a:spcBef>
              <a:spcAft>
                <a:spcPts val="0"/>
              </a:spcAft>
              <a:buNone/>
              <a:defRPr sz="5500">
                <a:solidFill>
                  <a:schemeClr val="accent1"/>
                </a:solidFill>
              </a:defRPr>
            </a:lvl7pPr>
            <a:lvl8pPr lvl="7" rtl="0">
              <a:lnSpc>
                <a:spcPct val="100000"/>
              </a:lnSpc>
              <a:spcBef>
                <a:spcPts val="0"/>
              </a:spcBef>
              <a:spcAft>
                <a:spcPts val="0"/>
              </a:spcAft>
              <a:buNone/>
              <a:defRPr sz="5500">
                <a:solidFill>
                  <a:schemeClr val="accent1"/>
                </a:solidFill>
              </a:defRPr>
            </a:lvl8pPr>
            <a:lvl9pPr lvl="8" rtl="0">
              <a:lnSpc>
                <a:spcPct val="100000"/>
              </a:lnSpc>
              <a:spcBef>
                <a:spcPts val="0"/>
              </a:spcBef>
              <a:spcAft>
                <a:spcPts val="0"/>
              </a:spcAft>
              <a:buNone/>
              <a:defRPr sz="5500">
                <a:solidFill>
                  <a:schemeClr val="accent1"/>
                </a:solidFill>
              </a:defRPr>
            </a:lvl9pPr>
          </a:lstStyle>
          <a:p/>
        </p:txBody>
      </p:sp>
      <p:cxnSp>
        <p:nvCxnSpPr>
          <p:cNvPr id="2355" name="Google Shape;2355;p193"/>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356" name="Google Shape;2356;p193"/>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pic>
        <p:nvPicPr>
          <p:cNvPr id="2357" name="Google Shape;2357;p193"/>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2358" name="Google Shape;2358;p193"/>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2359" name="Google Shape;2359;p19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2360" name="Shape 2360"/>
        <p:cNvGrpSpPr/>
        <p:nvPr/>
      </p:nvGrpSpPr>
      <p:grpSpPr>
        <a:xfrm>
          <a:off x="0" y="0"/>
          <a:ext cx="0" cy="0"/>
          <a:chOff x="0" y="0"/>
          <a:chExt cx="0" cy="0"/>
        </a:xfrm>
      </p:grpSpPr>
      <p:sp>
        <p:nvSpPr>
          <p:cNvPr id="2361" name="Google Shape;2361;p194"/>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500">
                <a:solidFill>
                  <a:schemeClr val="lt1"/>
                </a:solidFill>
              </a:defRPr>
            </a:lvl1pPr>
            <a:lvl2pPr lvl="1" rtl="0">
              <a:lnSpc>
                <a:spcPct val="100000"/>
              </a:lnSpc>
              <a:spcBef>
                <a:spcPts val="0"/>
              </a:spcBef>
              <a:spcAft>
                <a:spcPts val="0"/>
              </a:spcAft>
              <a:buNone/>
              <a:defRPr sz="5500">
                <a:solidFill>
                  <a:schemeClr val="lt1"/>
                </a:solidFill>
              </a:defRPr>
            </a:lvl2pPr>
            <a:lvl3pPr lvl="2" rtl="0">
              <a:lnSpc>
                <a:spcPct val="100000"/>
              </a:lnSpc>
              <a:spcBef>
                <a:spcPts val="0"/>
              </a:spcBef>
              <a:spcAft>
                <a:spcPts val="0"/>
              </a:spcAft>
              <a:buNone/>
              <a:defRPr sz="5500">
                <a:solidFill>
                  <a:schemeClr val="lt1"/>
                </a:solidFill>
              </a:defRPr>
            </a:lvl3pPr>
            <a:lvl4pPr lvl="3" rtl="0">
              <a:lnSpc>
                <a:spcPct val="100000"/>
              </a:lnSpc>
              <a:spcBef>
                <a:spcPts val="0"/>
              </a:spcBef>
              <a:spcAft>
                <a:spcPts val="0"/>
              </a:spcAft>
              <a:buNone/>
              <a:defRPr sz="5500">
                <a:solidFill>
                  <a:schemeClr val="lt1"/>
                </a:solidFill>
              </a:defRPr>
            </a:lvl4pPr>
            <a:lvl5pPr lvl="4" rtl="0">
              <a:lnSpc>
                <a:spcPct val="100000"/>
              </a:lnSpc>
              <a:spcBef>
                <a:spcPts val="0"/>
              </a:spcBef>
              <a:spcAft>
                <a:spcPts val="0"/>
              </a:spcAft>
              <a:buNone/>
              <a:defRPr sz="5500">
                <a:solidFill>
                  <a:schemeClr val="lt1"/>
                </a:solidFill>
              </a:defRPr>
            </a:lvl5pPr>
            <a:lvl6pPr lvl="5" rtl="0">
              <a:lnSpc>
                <a:spcPct val="100000"/>
              </a:lnSpc>
              <a:spcBef>
                <a:spcPts val="0"/>
              </a:spcBef>
              <a:spcAft>
                <a:spcPts val="0"/>
              </a:spcAft>
              <a:buNone/>
              <a:defRPr sz="5500">
                <a:solidFill>
                  <a:schemeClr val="lt1"/>
                </a:solidFill>
              </a:defRPr>
            </a:lvl6pPr>
            <a:lvl7pPr lvl="6" rtl="0">
              <a:lnSpc>
                <a:spcPct val="100000"/>
              </a:lnSpc>
              <a:spcBef>
                <a:spcPts val="0"/>
              </a:spcBef>
              <a:spcAft>
                <a:spcPts val="0"/>
              </a:spcAft>
              <a:buNone/>
              <a:defRPr sz="5500">
                <a:solidFill>
                  <a:schemeClr val="lt1"/>
                </a:solidFill>
              </a:defRPr>
            </a:lvl7pPr>
            <a:lvl8pPr lvl="7" rtl="0">
              <a:lnSpc>
                <a:spcPct val="100000"/>
              </a:lnSpc>
              <a:spcBef>
                <a:spcPts val="0"/>
              </a:spcBef>
              <a:spcAft>
                <a:spcPts val="0"/>
              </a:spcAft>
              <a:buNone/>
              <a:defRPr sz="5500">
                <a:solidFill>
                  <a:schemeClr val="lt1"/>
                </a:solidFill>
              </a:defRPr>
            </a:lvl8pPr>
            <a:lvl9pPr lvl="8" rtl="0">
              <a:lnSpc>
                <a:spcPct val="100000"/>
              </a:lnSpc>
              <a:spcBef>
                <a:spcPts val="0"/>
              </a:spcBef>
              <a:spcAft>
                <a:spcPts val="0"/>
              </a:spcAft>
              <a:buNone/>
              <a:defRPr sz="5500">
                <a:solidFill>
                  <a:schemeClr val="lt1"/>
                </a:solidFill>
              </a:defRPr>
            </a:lvl9pPr>
          </a:lstStyle>
          <a:p/>
        </p:txBody>
      </p:sp>
      <p:cxnSp>
        <p:nvCxnSpPr>
          <p:cNvPr id="2362" name="Google Shape;2362;p194"/>
          <p:cNvCxnSpPr/>
          <p:nvPr/>
        </p:nvCxnSpPr>
        <p:spPr>
          <a:xfrm rot="10800000">
            <a:off x="447767" y="6401700"/>
            <a:ext cx="0" cy="456300"/>
          </a:xfrm>
          <a:prstGeom prst="straightConnector1">
            <a:avLst/>
          </a:prstGeom>
          <a:noFill/>
          <a:ln cap="flat" cmpd="sng" w="9525">
            <a:solidFill>
              <a:srgbClr val="800000"/>
            </a:solidFill>
            <a:prstDash val="solid"/>
            <a:round/>
            <a:headEnd len="med" w="med" type="none"/>
            <a:tailEnd len="med" w="med" type="none"/>
          </a:ln>
        </p:spPr>
      </p:cxnSp>
      <p:pic>
        <p:nvPicPr>
          <p:cNvPr id="2363" name="Google Shape;2363;p194"/>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2364" name="Google Shape;2364;p194"/>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2365" name="Google Shape;2365;p194"/>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2366" name="Google Shape;2366;p19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sp>
        <p:nvSpPr>
          <p:cNvPr id="2367" name="Google Shape;2367;p19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2368" name="Shape 2368"/>
        <p:cNvGrpSpPr/>
        <p:nvPr/>
      </p:nvGrpSpPr>
      <p:grpSpPr>
        <a:xfrm>
          <a:off x="0" y="0"/>
          <a:ext cx="0" cy="0"/>
          <a:chOff x="0" y="0"/>
          <a:chExt cx="0" cy="0"/>
        </a:xfrm>
      </p:grpSpPr>
      <p:sp>
        <p:nvSpPr>
          <p:cNvPr id="2369" name="Google Shape;2369;p195"/>
          <p:cNvSpPr txBox="1"/>
          <p:nvPr>
            <p:ph type="title"/>
          </p:nvPr>
        </p:nvSpPr>
        <p:spPr>
          <a:xfrm>
            <a:off x="5674100" y="1632950"/>
            <a:ext cx="5037300" cy="3882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500">
                <a:solidFill>
                  <a:schemeClr val="lt1"/>
                </a:solidFill>
              </a:defRPr>
            </a:lvl1pPr>
            <a:lvl2pPr lvl="1" rtl="0">
              <a:lnSpc>
                <a:spcPct val="100000"/>
              </a:lnSpc>
              <a:spcBef>
                <a:spcPts val="0"/>
              </a:spcBef>
              <a:spcAft>
                <a:spcPts val="0"/>
              </a:spcAft>
              <a:buNone/>
              <a:defRPr sz="5500">
                <a:solidFill>
                  <a:schemeClr val="lt1"/>
                </a:solidFill>
              </a:defRPr>
            </a:lvl2pPr>
            <a:lvl3pPr lvl="2" rtl="0">
              <a:lnSpc>
                <a:spcPct val="100000"/>
              </a:lnSpc>
              <a:spcBef>
                <a:spcPts val="0"/>
              </a:spcBef>
              <a:spcAft>
                <a:spcPts val="0"/>
              </a:spcAft>
              <a:buNone/>
              <a:defRPr sz="5500">
                <a:solidFill>
                  <a:schemeClr val="lt1"/>
                </a:solidFill>
              </a:defRPr>
            </a:lvl3pPr>
            <a:lvl4pPr lvl="3" rtl="0">
              <a:lnSpc>
                <a:spcPct val="100000"/>
              </a:lnSpc>
              <a:spcBef>
                <a:spcPts val="0"/>
              </a:spcBef>
              <a:spcAft>
                <a:spcPts val="0"/>
              </a:spcAft>
              <a:buNone/>
              <a:defRPr sz="5500">
                <a:solidFill>
                  <a:schemeClr val="lt1"/>
                </a:solidFill>
              </a:defRPr>
            </a:lvl4pPr>
            <a:lvl5pPr lvl="4" rtl="0">
              <a:lnSpc>
                <a:spcPct val="100000"/>
              </a:lnSpc>
              <a:spcBef>
                <a:spcPts val="0"/>
              </a:spcBef>
              <a:spcAft>
                <a:spcPts val="0"/>
              </a:spcAft>
              <a:buNone/>
              <a:defRPr sz="5500">
                <a:solidFill>
                  <a:schemeClr val="lt1"/>
                </a:solidFill>
              </a:defRPr>
            </a:lvl5pPr>
            <a:lvl6pPr lvl="5" rtl="0">
              <a:lnSpc>
                <a:spcPct val="100000"/>
              </a:lnSpc>
              <a:spcBef>
                <a:spcPts val="0"/>
              </a:spcBef>
              <a:spcAft>
                <a:spcPts val="0"/>
              </a:spcAft>
              <a:buNone/>
              <a:defRPr sz="5500">
                <a:solidFill>
                  <a:schemeClr val="lt1"/>
                </a:solidFill>
              </a:defRPr>
            </a:lvl6pPr>
            <a:lvl7pPr lvl="6" rtl="0">
              <a:lnSpc>
                <a:spcPct val="100000"/>
              </a:lnSpc>
              <a:spcBef>
                <a:spcPts val="0"/>
              </a:spcBef>
              <a:spcAft>
                <a:spcPts val="0"/>
              </a:spcAft>
              <a:buNone/>
              <a:defRPr sz="5500">
                <a:solidFill>
                  <a:schemeClr val="lt1"/>
                </a:solidFill>
              </a:defRPr>
            </a:lvl7pPr>
            <a:lvl8pPr lvl="7" rtl="0">
              <a:lnSpc>
                <a:spcPct val="100000"/>
              </a:lnSpc>
              <a:spcBef>
                <a:spcPts val="0"/>
              </a:spcBef>
              <a:spcAft>
                <a:spcPts val="0"/>
              </a:spcAft>
              <a:buNone/>
              <a:defRPr sz="5500">
                <a:solidFill>
                  <a:schemeClr val="lt1"/>
                </a:solidFill>
              </a:defRPr>
            </a:lvl8pPr>
            <a:lvl9pPr lvl="8" rtl="0">
              <a:lnSpc>
                <a:spcPct val="100000"/>
              </a:lnSpc>
              <a:spcBef>
                <a:spcPts val="0"/>
              </a:spcBef>
              <a:spcAft>
                <a:spcPts val="0"/>
              </a:spcAft>
              <a:buNone/>
              <a:defRPr sz="5500">
                <a:solidFill>
                  <a:schemeClr val="lt1"/>
                </a:solidFill>
              </a:defRPr>
            </a:lvl9pPr>
          </a:lstStyle>
          <a:p/>
        </p:txBody>
      </p:sp>
      <p:cxnSp>
        <p:nvCxnSpPr>
          <p:cNvPr id="2370" name="Google Shape;2370;p195"/>
          <p:cNvCxnSpPr/>
          <p:nvPr/>
        </p:nvCxnSpPr>
        <p:spPr>
          <a:xfrm rot="10800000">
            <a:off x="447767" y="6401700"/>
            <a:ext cx="0" cy="456300"/>
          </a:xfrm>
          <a:prstGeom prst="straightConnector1">
            <a:avLst/>
          </a:prstGeom>
          <a:noFill/>
          <a:ln cap="flat" cmpd="sng" w="9525">
            <a:solidFill>
              <a:schemeClr val="lt1"/>
            </a:solidFill>
            <a:prstDash val="solid"/>
            <a:round/>
            <a:headEnd len="med" w="med" type="none"/>
            <a:tailEnd len="med" w="med" type="none"/>
          </a:ln>
        </p:spPr>
      </p:cxnSp>
      <p:sp>
        <p:nvSpPr>
          <p:cNvPr id="2371" name="Google Shape;2371;p195"/>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pic>
        <p:nvPicPr>
          <p:cNvPr id="2372" name="Google Shape;2372;p195"/>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2373" name="Google Shape;2373;p19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2374" name="Shape 2374"/>
        <p:cNvGrpSpPr/>
        <p:nvPr/>
      </p:nvGrpSpPr>
      <p:grpSpPr>
        <a:xfrm>
          <a:off x="0" y="0"/>
          <a:ext cx="0" cy="0"/>
          <a:chOff x="0" y="0"/>
          <a:chExt cx="0" cy="0"/>
        </a:xfrm>
      </p:grpSpPr>
      <p:sp>
        <p:nvSpPr>
          <p:cNvPr id="2375" name="Google Shape;2375;p19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376" name="Google Shape;2376;p19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377" name="Google Shape;2377;p19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78" name="Google Shape;2378;p196"/>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379" name="Google Shape;2379;p19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80" name="Google Shape;2380;p19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381" name="Google Shape;2381;p19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382" name="Google Shape;2382;p196"/>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2383" name="Shape 2383"/>
        <p:cNvGrpSpPr/>
        <p:nvPr/>
      </p:nvGrpSpPr>
      <p:grpSpPr>
        <a:xfrm>
          <a:off x="0" y="0"/>
          <a:ext cx="0" cy="0"/>
          <a:chOff x="0" y="0"/>
          <a:chExt cx="0" cy="0"/>
        </a:xfrm>
      </p:grpSpPr>
      <p:sp>
        <p:nvSpPr>
          <p:cNvPr id="2384" name="Google Shape;2384;p1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385" name="Google Shape;2385;p19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386" name="Google Shape;2386;p19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387" name="Google Shape;2387;p197"/>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388" name="Google Shape;2388;p19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389" name="Google Shape;2389;p19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390" name="Google Shape;2390;p19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391" name="Google Shape;2391;p197"/>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392" name="Google Shape;2392;p197"/>
          <p:cNvSpPr/>
          <p:nvPr/>
        </p:nvSpPr>
        <p:spPr>
          <a:xfrm>
            <a:off x="3901500" y="2473638"/>
            <a:ext cx="43893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97"/>
          <p:cNvSpPr/>
          <p:nvPr/>
        </p:nvSpPr>
        <p:spPr>
          <a:xfrm>
            <a:off x="7803000" y="2473650"/>
            <a:ext cx="43893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394" name="Google Shape;2394;p197"/>
          <p:cNvSpPr/>
          <p:nvPr/>
        </p:nvSpPr>
        <p:spPr>
          <a:xfrm>
            <a:off x="0" y="2473650"/>
            <a:ext cx="43893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395" name="Google Shape;2395;p197"/>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97"/>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97"/>
          <p:cNvSpPr txBox="1"/>
          <p:nvPr>
            <p:ph idx="4" type="subTitle"/>
          </p:nvPr>
        </p:nvSpPr>
        <p:spPr>
          <a:xfrm>
            <a:off x="3901500" y="2473650"/>
            <a:ext cx="43893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
        <p:nvSpPr>
          <p:cNvPr id="2398" name="Google Shape;2398;p197"/>
          <p:cNvSpPr txBox="1"/>
          <p:nvPr>
            <p:ph idx="5" type="subTitle"/>
          </p:nvPr>
        </p:nvSpPr>
        <p:spPr>
          <a:xfrm>
            <a:off x="0" y="2473650"/>
            <a:ext cx="43893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
        <p:nvSpPr>
          <p:cNvPr id="2399" name="Google Shape;2399;p197"/>
          <p:cNvSpPr txBox="1"/>
          <p:nvPr>
            <p:ph idx="6" type="subTitle"/>
          </p:nvPr>
        </p:nvSpPr>
        <p:spPr>
          <a:xfrm>
            <a:off x="7803000" y="2473650"/>
            <a:ext cx="43893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2400" name="Shape 2400"/>
        <p:cNvGrpSpPr/>
        <p:nvPr/>
      </p:nvGrpSpPr>
      <p:grpSpPr>
        <a:xfrm>
          <a:off x="0" y="0"/>
          <a:ext cx="0" cy="0"/>
          <a:chOff x="0" y="0"/>
          <a:chExt cx="0" cy="0"/>
        </a:xfrm>
      </p:grpSpPr>
      <p:sp>
        <p:nvSpPr>
          <p:cNvPr id="2401" name="Google Shape;2401;p19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402" name="Google Shape;2402;p19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403" name="Google Shape;2403;p19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04" name="Google Shape;2404;p198"/>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05" name="Google Shape;2405;p19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06" name="Google Shape;2406;p19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07" name="Google Shape;2407;p19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408" name="Google Shape;2408;p198"/>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09" name="Google Shape;2409;p198"/>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198"/>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198"/>
          <p:cNvSpPr/>
          <p:nvPr/>
        </p:nvSpPr>
        <p:spPr>
          <a:xfrm>
            <a:off x="5863800" y="2473650"/>
            <a:ext cx="63285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412" name="Google Shape;2412;p198"/>
          <p:cNvSpPr/>
          <p:nvPr/>
        </p:nvSpPr>
        <p:spPr>
          <a:xfrm>
            <a:off x="0" y="2473650"/>
            <a:ext cx="63285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413" name="Google Shape;2413;p198"/>
          <p:cNvSpPr txBox="1"/>
          <p:nvPr>
            <p:ph idx="4" type="subTitle"/>
          </p:nvPr>
        </p:nvSpPr>
        <p:spPr>
          <a:xfrm>
            <a:off x="0" y="2473650"/>
            <a:ext cx="63285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
        <p:nvSpPr>
          <p:cNvPr id="2414" name="Google Shape;2414;p198"/>
          <p:cNvSpPr txBox="1"/>
          <p:nvPr>
            <p:ph idx="5" type="subTitle"/>
          </p:nvPr>
        </p:nvSpPr>
        <p:spPr>
          <a:xfrm>
            <a:off x="5863800" y="2473650"/>
            <a:ext cx="6328500" cy="2702400"/>
          </a:xfrm>
          <a:prstGeom prst="rect">
            <a:avLst/>
          </a:prstGeom>
        </p:spPr>
        <p:txBody>
          <a:bodyPr anchorCtr="0" anchor="ctr" bIns="0" lIns="1188700"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2415" name="Shape 2415"/>
        <p:cNvGrpSpPr/>
        <p:nvPr/>
      </p:nvGrpSpPr>
      <p:grpSpPr>
        <a:xfrm>
          <a:off x="0" y="0"/>
          <a:ext cx="0" cy="0"/>
          <a:chOff x="0" y="0"/>
          <a:chExt cx="0" cy="0"/>
        </a:xfrm>
      </p:grpSpPr>
      <p:sp>
        <p:nvSpPr>
          <p:cNvPr id="2416" name="Google Shape;2416;p19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417" name="Google Shape;2417;p199"/>
          <p:cNvSpPr txBox="1"/>
          <p:nvPr>
            <p:ph type="title"/>
          </p:nvPr>
        </p:nvSpPr>
        <p:spPr>
          <a:xfrm>
            <a:off x="884963"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418" name="Google Shape;2418;p19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19" name="Google Shape;2419;p199"/>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20" name="Google Shape;2420;p19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21" name="Google Shape;2421;p19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22" name="Google Shape;2422;p199"/>
          <p:cNvSpPr txBox="1"/>
          <p:nvPr>
            <p:ph idx="2" type="subTitle"/>
          </p:nvPr>
        </p:nvSpPr>
        <p:spPr>
          <a:xfrm>
            <a:off x="885038"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423" name="Google Shape;2423;p199"/>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2424" name="Google Shape;2424;p199"/>
          <p:cNvPicPr preferRelativeResize="0"/>
          <p:nvPr/>
        </p:nvPicPr>
        <p:blipFill rotWithShape="1">
          <a:blip r:embed="rId3">
            <a:alphaModFix/>
          </a:blip>
          <a:srcRect b="0" l="0" r="0" t="0"/>
          <a:stretch/>
        </p:blipFill>
        <p:spPr>
          <a:xfrm>
            <a:off x="1420039" y="2175762"/>
            <a:ext cx="9351922" cy="3488587"/>
          </a:xfrm>
          <a:prstGeom prst="rect">
            <a:avLst/>
          </a:prstGeom>
          <a:noFill/>
          <a:ln>
            <a:noFill/>
          </a:ln>
        </p:spPr>
      </p:pic>
      <p:sp>
        <p:nvSpPr>
          <p:cNvPr id="2425" name="Google Shape;2425;p199"/>
          <p:cNvSpPr txBox="1"/>
          <p:nvPr>
            <p:ph idx="4" type="subTitle"/>
          </p:nvPr>
        </p:nvSpPr>
        <p:spPr>
          <a:xfrm>
            <a:off x="1977450" y="2894055"/>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900"/>
            </a:lvl1pPr>
            <a:lvl2pPr lvl="1" rtl="0" algn="ctr">
              <a:lnSpc>
                <a:spcPct val="100000"/>
              </a:lnSpc>
              <a:spcBef>
                <a:spcPts val="0"/>
              </a:spcBef>
              <a:spcAft>
                <a:spcPts val="0"/>
              </a:spcAft>
              <a:buNone/>
              <a:defRPr sz="1900"/>
            </a:lvl2pPr>
            <a:lvl3pPr lvl="2" rtl="0" algn="ctr">
              <a:lnSpc>
                <a:spcPct val="100000"/>
              </a:lnSpc>
              <a:spcBef>
                <a:spcPts val="0"/>
              </a:spcBef>
              <a:spcAft>
                <a:spcPts val="0"/>
              </a:spcAft>
              <a:buNone/>
              <a:defRPr sz="1900"/>
            </a:lvl3pPr>
            <a:lvl4pPr lvl="3" rtl="0" algn="ctr">
              <a:lnSpc>
                <a:spcPct val="100000"/>
              </a:lnSpc>
              <a:spcBef>
                <a:spcPts val="0"/>
              </a:spcBef>
              <a:spcAft>
                <a:spcPts val="0"/>
              </a:spcAft>
              <a:buNone/>
              <a:defRPr sz="1900"/>
            </a:lvl4pPr>
            <a:lvl5pPr lvl="4" rtl="0" algn="ctr">
              <a:lnSpc>
                <a:spcPct val="100000"/>
              </a:lnSpc>
              <a:spcBef>
                <a:spcPts val="0"/>
              </a:spcBef>
              <a:spcAft>
                <a:spcPts val="0"/>
              </a:spcAft>
              <a:buNone/>
              <a:defRPr sz="1900"/>
            </a:lvl5pPr>
            <a:lvl6pPr lvl="5" rtl="0" algn="ctr">
              <a:lnSpc>
                <a:spcPct val="100000"/>
              </a:lnSpc>
              <a:spcBef>
                <a:spcPts val="0"/>
              </a:spcBef>
              <a:spcAft>
                <a:spcPts val="0"/>
              </a:spcAft>
              <a:buNone/>
              <a:defRPr sz="1900"/>
            </a:lvl6pPr>
            <a:lvl7pPr lvl="6" rtl="0" algn="ctr">
              <a:lnSpc>
                <a:spcPct val="100000"/>
              </a:lnSpc>
              <a:spcBef>
                <a:spcPts val="0"/>
              </a:spcBef>
              <a:spcAft>
                <a:spcPts val="0"/>
              </a:spcAft>
              <a:buNone/>
              <a:defRPr sz="1900"/>
            </a:lvl7pPr>
            <a:lvl8pPr lvl="7" rtl="0" algn="ctr">
              <a:lnSpc>
                <a:spcPct val="100000"/>
              </a:lnSpc>
              <a:spcBef>
                <a:spcPts val="0"/>
              </a:spcBef>
              <a:spcAft>
                <a:spcPts val="0"/>
              </a:spcAft>
              <a:buNone/>
              <a:defRPr sz="1900"/>
            </a:lvl8pPr>
            <a:lvl9pPr lvl="8" rtl="0" algn="ctr">
              <a:lnSpc>
                <a:spcPct val="100000"/>
              </a:lnSpc>
              <a:spcBef>
                <a:spcPts val="0"/>
              </a:spcBef>
              <a:spcAft>
                <a:spcPts val="0"/>
              </a:spcAft>
              <a:buNone/>
              <a:defRPr sz="1900"/>
            </a:lvl9pPr>
          </a:lstStyle>
          <a:p/>
        </p:txBody>
      </p:sp>
      <p:sp>
        <p:nvSpPr>
          <p:cNvPr id="2426" name="Google Shape;2426;p199"/>
          <p:cNvSpPr txBox="1"/>
          <p:nvPr>
            <p:ph idx="5" type="subTitle"/>
          </p:nvPr>
        </p:nvSpPr>
        <p:spPr>
          <a:xfrm>
            <a:off x="492420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900"/>
            </a:lvl1pPr>
            <a:lvl2pPr lvl="1" rtl="0" algn="ctr">
              <a:lnSpc>
                <a:spcPct val="100000"/>
              </a:lnSpc>
              <a:spcBef>
                <a:spcPts val="0"/>
              </a:spcBef>
              <a:spcAft>
                <a:spcPts val="0"/>
              </a:spcAft>
              <a:buNone/>
              <a:defRPr sz="1900"/>
            </a:lvl2pPr>
            <a:lvl3pPr lvl="2" rtl="0" algn="ctr">
              <a:lnSpc>
                <a:spcPct val="100000"/>
              </a:lnSpc>
              <a:spcBef>
                <a:spcPts val="0"/>
              </a:spcBef>
              <a:spcAft>
                <a:spcPts val="0"/>
              </a:spcAft>
              <a:buNone/>
              <a:defRPr sz="1900"/>
            </a:lvl3pPr>
            <a:lvl4pPr lvl="3" rtl="0" algn="ctr">
              <a:lnSpc>
                <a:spcPct val="100000"/>
              </a:lnSpc>
              <a:spcBef>
                <a:spcPts val="0"/>
              </a:spcBef>
              <a:spcAft>
                <a:spcPts val="0"/>
              </a:spcAft>
              <a:buNone/>
              <a:defRPr sz="1900"/>
            </a:lvl4pPr>
            <a:lvl5pPr lvl="4" rtl="0" algn="ctr">
              <a:lnSpc>
                <a:spcPct val="100000"/>
              </a:lnSpc>
              <a:spcBef>
                <a:spcPts val="0"/>
              </a:spcBef>
              <a:spcAft>
                <a:spcPts val="0"/>
              </a:spcAft>
              <a:buNone/>
              <a:defRPr sz="1900"/>
            </a:lvl5pPr>
            <a:lvl6pPr lvl="5" rtl="0" algn="ctr">
              <a:lnSpc>
                <a:spcPct val="100000"/>
              </a:lnSpc>
              <a:spcBef>
                <a:spcPts val="0"/>
              </a:spcBef>
              <a:spcAft>
                <a:spcPts val="0"/>
              </a:spcAft>
              <a:buNone/>
              <a:defRPr sz="1900"/>
            </a:lvl6pPr>
            <a:lvl7pPr lvl="6" rtl="0" algn="ctr">
              <a:lnSpc>
                <a:spcPct val="100000"/>
              </a:lnSpc>
              <a:spcBef>
                <a:spcPts val="0"/>
              </a:spcBef>
              <a:spcAft>
                <a:spcPts val="0"/>
              </a:spcAft>
              <a:buNone/>
              <a:defRPr sz="1900"/>
            </a:lvl7pPr>
            <a:lvl8pPr lvl="7" rtl="0" algn="ctr">
              <a:lnSpc>
                <a:spcPct val="100000"/>
              </a:lnSpc>
              <a:spcBef>
                <a:spcPts val="0"/>
              </a:spcBef>
              <a:spcAft>
                <a:spcPts val="0"/>
              </a:spcAft>
              <a:buNone/>
              <a:defRPr sz="1900"/>
            </a:lvl8pPr>
            <a:lvl9pPr lvl="8" rtl="0" algn="ctr">
              <a:lnSpc>
                <a:spcPct val="100000"/>
              </a:lnSpc>
              <a:spcBef>
                <a:spcPts val="0"/>
              </a:spcBef>
              <a:spcAft>
                <a:spcPts val="0"/>
              </a:spcAft>
              <a:buNone/>
              <a:defRPr sz="1900"/>
            </a:lvl9pPr>
          </a:lstStyle>
          <a:p/>
        </p:txBody>
      </p:sp>
      <p:sp>
        <p:nvSpPr>
          <p:cNvPr id="2427" name="Google Shape;2427;p199"/>
          <p:cNvSpPr txBox="1"/>
          <p:nvPr>
            <p:ph idx="6" type="subTitle"/>
          </p:nvPr>
        </p:nvSpPr>
        <p:spPr>
          <a:xfrm>
            <a:off x="787095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900"/>
            </a:lvl1pPr>
            <a:lvl2pPr lvl="1" rtl="0" algn="ctr">
              <a:lnSpc>
                <a:spcPct val="100000"/>
              </a:lnSpc>
              <a:spcBef>
                <a:spcPts val="0"/>
              </a:spcBef>
              <a:spcAft>
                <a:spcPts val="0"/>
              </a:spcAft>
              <a:buNone/>
              <a:defRPr sz="1900"/>
            </a:lvl2pPr>
            <a:lvl3pPr lvl="2" rtl="0" algn="ctr">
              <a:lnSpc>
                <a:spcPct val="100000"/>
              </a:lnSpc>
              <a:spcBef>
                <a:spcPts val="0"/>
              </a:spcBef>
              <a:spcAft>
                <a:spcPts val="0"/>
              </a:spcAft>
              <a:buNone/>
              <a:defRPr sz="1900"/>
            </a:lvl3pPr>
            <a:lvl4pPr lvl="3" rtl="0" algn="ctr">
              <a:lnSpc>
                <a:spcPct val="100000"/>
              </a:lnSpc>
              <a:spcBef>
                <a:spcPts val="0"/>
              </a:spcBef>
              <a:spcAft>
                <a:spcPts val="0"/>
              </a:spcAft>
              <a:buNone/>
              <a:defRPr sz="1900"/>
            </a:lvl4pPr>
            <a:lvl5pPr lvl="4" rtl="0" algn="ctr">
              <a:lnSpc>
                <a:spcPct val="100000"/>
              </a:lnSpc>
              <a:spcBef>
                <a:spcPts val="0"/>
              </a:spcBef>
              <a:spcAft>
                <a:spcPts val="0"/>
              </a:spcAft>
              <a:buNone/>
              <a:defRPr sz="1900"/>
            </a:lvl5pPr>
            <a:lvl6pPr lvl="5" rtl="0" algn="ctr">
              <a:lnSpc>
                <a:spcPct val="100000"/>
              </a:lnSpc>
              <a:spcBef>
                <a:spcPts val="0"/>
              </a:spcBef>
              <a:spcAft>
                <a:spcPts val="0"/>
              </a:spcAft>
              <a:buNone/>
              <a:defRPr sz="1900"/>
            </a:lvl6pPr>
            <a:lvl7pPr lvl="6" rtl="0" algn="ctr">
              <a:lnSpc>
                <a:spcPct val="100000"/>
              </a:lnSpc>
              <a:spcBef>
                <a:spcPts val="0"/>
              </a:spcBef>
              <a:spcAft>
                <a:spcPts val="0"/>
              </a:spcAft>
              <a:buNone/>
              <a:defRPr sz="1900"/>
            </a:lvl7pPr>
            <a:lvl8pPr lvl="7" rtl="0" algn="ctr">
              <a:lnSpc>
                <a:spcPct val="100000"/>
              </a:lnSpc>
              <a:spcBef>
                <a:spcPts val="0"/>
              </a:spcBef>
              <a:spcAft>
                <a:spcPts val="0"/>
              </a:spcAft>
              <a:buNone/>
              <a:defRPr sz="1900"/>
            </a:lvl8pPr>
            <a:lvl9pPr lvl="8" rtl="0" algn="ctr">
              <a:lnSpc>
                <a:spcPct val="100000"/>
              </a:lnSpc>
              <a:spcBef>
                <a:spcPts val="0"/>
              </a:spcBef>
              <a:spcAft>
                <a:spcPts val="0"/>
              </a:spcAft>
              <a:buNone/>
              <a:defRPr sz="1900"/>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2428" name="Shape 2428"/>
        <p:cNvGrpSpPr/>
        <p:nvPr/>
      </p:nvGrpSpPr>
      <p:grpSpPr>
        <a:xfrm>
          <a:off x="0" y="0"/>
          <a:ext cx="0" cy="0"/>
          <a:chOff x="0" y="0"/>
          <a:chExt cx="0" cy="0"/>
        </a:xfrm>
      </p:grpSpPr>
      <p:sp>
        <p:nvSpPr>
          <p:cNvPr id="2429" name="Google Shape;2429;p20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cxnSp>
        <p:nvCxnSpPr>
          <p:cNvPr id="2430" name="Google Shape;2430;p20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31" name="Google Shape;2431;p200"/>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32" name="Google Shape;2432;p20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33" name="Google Shape;2433;p20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34" name="Google Shape;2434;p200"/>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2435" name="Shape 2435"/>
        <p:cNvGrpSpPr/>
        <p:nvPr/>
      </p:nvGrpSpPr>
      <p:grpSpPr>
        <a:xfrm>
          <a:off x="0" y="0"/>
          <a:ext cx="0" cy="0"/>
          <a:chOff x="0" y="0"/>
          <a:chExt cx="0" cy="0"/>
        </a:xfrm>
      </p:grpSpPr>
      <p:sp>
        <p:nvSpPr>
          <p:cNvPr id="2436" name="Google Shape;2436;p20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437" name="Google Shape;2437;p20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438" name="Google Shape;2438;p20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39" name="Google Shape;2439;p201"/>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40" name="Google Shape;2440;p20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41" name="Google Shape;2441;p20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42" name="Google Shape;2442;p20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443" name="Google Shape;2443;p201"/>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44" name="Google Shape;2444;p201"/>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23850" lvl="0" marL="457200" rtl="0">
              <a:lnSpc>
                <a:spcPct val="140000"/>
              </a:lnSpc>
              <a:spcBef>
                <a:spcPts val="1100"/>
              </a:spcBef>
              <a:spcAft>
                <a:spcPts val="0"/>
              </a:spcAft>
              <a:buSzPts val="1500"/>
              <a:buChar char="▸"/>
              <a:defRPr sz="1500"/>
            </a:lvl1pPr>
            <a:lvl2pPr indent="-304800" lvl="1" marL="914400" rtl="0">
              <a:lnSpc>
                <a:spcPct val="140000"/>
              </a:lnSpc>
              <a:spcBef>
                <a:spcPts val="1100"/>
              </a:spcBef>
              <a:spcAft>
                <a:spcPts val="0"/>
              </a:spcAft>
              <a:buSzPts val="1200"/>
              <a:buChar char="･"/>
              <a:defRPr sz="1200"/>
            </a:lvl2pPr>
            <a:lvl3pPr indent="-304800" lvl="2" marL="1371600" rtl="0">
              <a:lnSpc>
                <a:spcPct val="140000"/>
              </a:lnSpc>
              <a:spcBef>
                <a:spcPts val="1100"/>
              </a:spcBef>
              <a:spcAft>
                <a:spcPts val="0"/>
              </a:spcAft>
              <a:buSzPts val="1200"/>
              <a:buChar char="･"/>
              <a:defRPr sz="1200"/>
            </a:lvl3pPr>
            <a:lvl4pPr indent="-304800" lvl="3" marL="1828800" rtl="0">
              <a:lnSpc>
                <a:spcPct val="140000"/>
              </a:lnSpc>
              <a:spcBef>
                <a:spcPts val="1100"/>
              </a:spcBef>
              <a:spcAft>
                <a:spcPts val="0"/>
              </a:spcAft>
              <a:buSzPts val="1200"/>
              <a:buChar char="･"/>
              <a:defRPr sz="1200"/>
            </a:lvl4pPr>
            <a:lvl5pPr indent="-304800" lvl="4" marL="2286000" rtl="0">
              <a:lnSpc>
                <a:spcPct val="140000"/>
              </a:lnSpc>
              <a:spcBef>
                <a:spcPts val="1100"/>
              </a:spcBef>
              <a:spcAft>
                <a:spcPts val="0"/>
              </a:spcAft>
              <a:buSzPts val="1200"/>
              <a:buChar char="･"/>
              <a:defRPr sz="1200"/>
            </a:lvl5pPr>
            <a:lvl6pPr indent="-304800" lvl="5" marL="2743200" rtl="0">
              <a:lnSpc>
                <a:spcPct val="140000"/>
              </a:lnSpc>
              <a:spcBef>
                <a:spcPts val="1100"/>
              </a:spcBef>
              <a:spcAft>
                <a:spcPts val="0"/>
              </a:spcAft>
              <a:buSzPts val="1200"/>
              <a:buChar char="･"/>
              <a:defRPr sz="1200"/>
            </a:lvl6pPr>
            <a:lvl7pPr indent="-304800" lvl="6" marL="3200400" rtl="0">
              <a:lnSpc>
                <a:spcPct val="140000"/>
              </a:lnSpc>
              <a:spcBef>
                <a:spcPts val="1100"/>
              </a:spcBef>
              <a:spcAft>
                <a:spcPts val="0"/>
              </a:spcAft>
              <a:buSzPts val="1200"/>
              <a:buChar char="･"/>
              <a:defRPr sz="1200"/>
            </a:lvl7pPr>
            <a:lvl8pPr indent="-304800" lvl="7" marL="3657600" rtl="0">
              <a:lnSpc>
                <a:spcPct val="140000"/>
              </a:lnSpc>
              <a:spcBef>
                <a:spcPts val="1100"/>
              </a:spcBef>
              <a:spcAft>
                <a:spcPts val="0"/>
              </a:spcAft>
              <a:buSzPts val="1200"/>
              <a:buChar char="･"/>
              <a:defRPr sz="1200"/>
            </a:lvl8pPr>
            <a:lvl9pPr indent="-304800" lvl="8" marL="4114800" rtl="0">
              <a:lnSpc>
                <a:spcPct val="140000"/>
              </a:lnSpc>
              <a:spcBef>
                <a:spcPts val="1100"/>
              </a:spcBef>
              <a:spcAft>
                <a:spcPts val="1100"/>
              </a:spcAft>
              <a:buSzPts val="1200"/>
              <a:buChar char="･"/>
              <a:defRPr sz="1200"/>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2445" name="Shape 2445"/>
        <p:cNvGrpSpPr/>
        <p:nvPr/>
      </p:nvGrpSpPr>
      <p:grpSpPr>
        <a:xfrm>
          <a:off x="0" y="0"/>
          <a:ext cx="0" cy="0"/>
          <a:chOff x="0" y="0"/>
          <a:chExt cx="0" cy="0"/>
        </a:xfrm>
      </p:grpSpPr>
      <p:sp>
        <p:nvSpPr>
          <p:cNvPr id="2446" name="Google Shape;2446;p20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447" name="Google Shape;2447;p20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448" name="Google Shape;2448;p20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49" name="Google Shape;2449;p202"/>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50" name="Google Shape;2450;p20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51" name="Google Shape;2451;p20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52" name="Google Shape;2452;p202"/>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53" name="Google Shape;2453;p202"/>
          <p:cNvSpPr txBox="1"/>
          <p:nvPr>
            <p:ph idx="3" type="body"/>
          </p:nvPr>
        </p:nvSpPr>
        <p:spPr>
          <a:xfrm>
            <a:off x="2438400" y="1828800"/>
            <a:ext cx="7315200" cy="4114800"/>
          </a:xfrm>
          <a:prstGeom prst="rect">
            <a:avLst/>
          </a:prstGeom>
        </p:spPr>
        <p:txBody>
          <a:bodyPr anchorCtr="0" anchor="t" bIns="0" lIns="0" spcFirstLastPara="1" rIns="0" wrap="square" tIns="0">
            <a:noAutofit/>
          </a:bodyPr>
          <a:lstStyle>
            <a:lvl1pPr indent="-323850" lvl="0" marL="457200" rtl="0">
              <a:lnSpc>
                <a:spcPct val="140000"/>
              </a:lnSpc>
              <a:spcBef>
                <a:spcPts val="1100"/>
              </a:spcBef>
              <a:spcAft>
                <a:spcPts val="0"/>
              </a:spcAft>
              <a:buSzPts val="1500"/>
              <a:buChar char="▸"/>
              <a:defRPr sz="1500"/>
            </a:lvl1pPr>
            <a:lvl2pPr indent="-304800" lvl="1" marL="914400" rtl="0">
              <a:lnSpc>
                <a:spcPct val="140000"/>
              </a:lnSpc>
              <a:spcBef>
                <a:spcPts val="1100"/>
              </a:spcBef>
              <a:spcAft>
                <a:spcPts val="0"/>
              </a:spcAft>
              <a:buSzPts val="1200"/>
              <a:buChar char="･"/>
              <a:defRPr sz="1200"/>
            </a:lvl2pPr>
            <a:lvl3pPr indent="-304800" lvl="2" marL="1371600" rtl="0">
              <a:lnSpc>
                <a:spcPct val="140000"/>
              </a:lnSpc>
              <a:spcBef>
                <a:spcPts val="1100"/>
              </a:spcBef>
              <a:spcAft>
                <a:spcPts val="0"/>
              </a:spcAft>
              <a:buSzPts val="1200"/>
              <a:buChar char="･"/>
              <a:defRPr sz="1200"/>
            </a:lvl3pPr>
            <a:lvl4pPr indent="-304800" lvl="3" marL="1828800" rtl="0">
              <a:lnSpc>
                <a:spcPct val="140000"/>
              </a:lnSpc>
              <a:spcBef>
                <a:spcPts val="1100"/>
              </a:spcBef>
              <a:spcAft>
                <a:spcPts val="0"/>
              </a:spcAft>
              <a:buSzPts val="1200"/>
              <a:buChar char="･"/>
              <a:defRPr sz="1200"/>
            </a:lvl4pPr>
            <a:lvl5pPr indent="-304800" lvl="4" marL="2286000" rtl="0">
              <a:lnSpc>
                <a:spcPct val="140000"/>
              </a:lnSpc>
              <a:spcBef>
                <a:spcPts val="1100"/>
              </a:spcBef>
              <a:spcAft>
                <a:spcPts val="0"/>
              </a:spcAft>
              <a:buSzPts val="1200"/>
              <a:buChar char="･"/>
              <a:defRPr sz="1200"/>
            </a:lvl5pPr>
            <a:lvl6pPr indent="-304800" lvl="5" marL="2743200" rtl="0">
              <a:lnSpc>
                <a:spcPct val="140000"/>
              </a:lnSpc>
              <a:spcBef>
                <a:spcPts val="1100"/>
              </a:spcBef>
              <a:spcAft>
                <a:spcPts val="0"/>
              </a:spcAft>
              <a:buSzPts val="1200"/>
              <a:buChar char="･"/>
              <a:defRPr sz="1200"/>
            </a:lvl6pPr>
            <a:lvl7pPr indent="-304800" lvl="6" marL="3200400" rtl="0">
              <a:lnSpc>
                <a:spcPct val="140000"/>
              </a:lnSpc>
              <a:spcBef>
                <a:spcPts val="1100"/>
              </a:spcBef>
              <a:spcAft>
                <a:spcPts val="0"/>
              </a:spcAft>
              <a:buSzPts val="1200"/>
              <a:buChar char="･"/>
              <a:defRPr sz="1200"/>
            </a:lvl7pPr>
            <a:lvl8pPr indent="-304800" lvl="7" marL="3657600" rtl="0">
              <a:lnSpc>
                <a:spcPct val="140000"/>
              </a:lnSpc>
              <a:spcBef>
                <a:spcPts val="1100"/>
              </a:spcBef>
              <a:spcAft>
                <a:spcPts val="0"/>
              </a:spcAft>
              <a:buSzPts val="1200"/>
              <a:buChar char="･"/>
              <a:defRPr sz="1200"/>
            </a:lvl8pPr>
            <a:lvl9pPr indent="-304800" lvl="8" marL="4114800" rtl="0">
              <a:lnSpc>
                <a:spcPct val="140000"/>
              </a:lnSpc>
              <a:spcBef>
                <a:spcPts val="1100"/>
              </a:spcBef>
              <a:spcAft>
                <a:spcPts val="1100"/>
              </a:spcAft>
              <a:buSzPts val="1200"/>
              <a:buChar char="･"/>
              <a:defRPr sz="1200"/>
            </a:lvl9pPr>
          </a:lstStyle>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2454" name="Shape 2454"/>
        <p:cNvGrpSpPr/>
        <p:nvPr/>
      </p:nvGrpSpPr>
      <p:grpSpPr>
        <a:xfrm>
          <a:off x="0" y="0"/>
          <a:ext cx="0" cy="0"/>
          <a:chOff x="0" y="0"/>
          <a:chExt cx="0" cy="0"/>
        </a:xfrm>
      </p:grpSpPr>
      <p:sp>
        <p:nvSpPr>
          <p:cNvPr id="2455" name="Google Shape;2455;p20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cxnSp>
        <p:nvCxnSpPr>
          <p:cNvPr id="2456" name="Google Shape;2456;p20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57" name="Google Shape;2457;p203"/>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58" name="Google Shape;2458;p20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59" name="Google Shape;2459;p20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60" name="Google Shape;2460;p203"/>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61" name="Google Shape;2461;p203"/>
          <p:cNvSpPr txBox="1"/>
          <p:nvPr>
            <p:ph idx="3" type="body"/>
          </p:nvPr>
        </p:nvSpPr>
        <p:spPr>
          <a:xfrm>
            <a:off x="2438400" y="886600"/>
            <a:ext cx="7315200" cy="4800900"/>
          </a:xfrm>
          <a:prstGeom prst="rect">
            <a:avLst/>
          </a:prstGeom>
        </p:spPr>
        <p:txBody>
          <a:bodyPr anchorCtr="0" anchor="ctr" bIns="0" lIns="0" spcFirstLastPara="1" rIns="0" wrap="square" tIns="0">
            <a:noAutofit/>
          </a:bodyPr>
          <a:lstStyle>
            <a:lvl1pPr indent="-323850" lvl="0" marL="457200" rtl="0">
              <a:lnSpc>
                <a:spcPct val="140000"/>
              </a:lnSpc>
              <a:spcBef>
                <a:spcPts val="1100"/>
              </a:spcBef>
              <a:spcAft>
                <a:spcPts val="0"/>
              </a:spcAft>
              <a:buSzPts val="1500"/>
              <a:buChar char="▸"/>
              <a:defRPr sz="1500"/>
            </a:lvl1pPr>
            <a:lvl2pPr indent="-304800" lvl="1" marL="914400" rtl="0">
              <a:lnSpc>
                <a:spcPct val="140000"/>
              </a:lnSpc>
              <a:spcBef>
                <a:spcPts val="1100"/>
              </a:spcBef>
              <a:spcAft>
                <a:spcPts val="0"/>
              </a:spcAft>
              <a:buSzPts val="1200"/>
              <a:buChar char="･"/>
              <a:defRPr sz="1200"/>
            </a:lvl2pPr>
            <a:lvl3pPr indent="-304800" lvl="2" marL="1371600" rtl="0">
              <a:lnSpc>
                <a:spcPct val="140000"/>
              </a:lnSpc>
              <a:spcBef>
                <a:spcPts val="1100"/>
              </a:spcBef>
              <a:spcAft>
                <a:spcPts val="0"/>
              </a:spcAft>
              <a:buSzPts val="1200"/>
              <a:buChar char="･"/>
              <a:defRPr sz="1200"/>
            </a:lvl3pPr>
            <a:lvl4pPr indent="-304800" lvl="3" marL="1828800" rtl="0">
              <a:lnSpc>
                <a:spcPct val="140000"/>
              </a:lnSpc>
              <a:spcBef>
                <a:spcPts val="1100"/>
              </a:spcBef>
              <a:spcAft>
                <a:spcPts val="0"/>
              </a:spcAft>
              <a:buSzPts val="1200"/>
              <a:buChar char="･"/>
              <a:defRPr sz="1200"/>
            </a:lvl4pPr>
            <a:lvl5pPr indent="-304800" lvl="4" marL="2286000" rtl="0">
              <a:lnSpc>
                <a:spcPct val="140000"/>
              </a:lnSpc>
              <a:spcBef>
                <a:spcPts val="1100"/>
              </a:spcBef>
              <a:spcAft>
                <a:spcPts val="0"/>
              </a:spcAft>
              <a:buSzPts val="1200"/>
              <a:buChar char="･"/>
              <a:defRPr sz="1200"/>
            </a:lvl5pPr>
            <a:lvl6pPr indent="-304800" lvl="5" marL="2743200" rtl="0">
              <a:lnSpc>
                <a:spcPct val="140000"/>
              </a:lnSpc>
              <a:spcBef>
                <a:spcPts val="1100"/>
              </a:spcBef>
              <a:spcAft>
                <a:spcPts val="0"/>
              </a:spcAft>
              <a:buSzPts val="1200"/>
              <a:buChar char="･"/>
              <a:defRPr sz="1200"/>
            </a:lvl6pPr>
            <a:lvl7pPr indent="-304800" lvl="6" marL="3200400" rtl="0">
              <a:lnSpc>
                <a:spcPct val="140000"/>
              </a:lnSpc>
              <a:spcBef>
                <a:spcPts val="1100"/>
              </a:spcBef>
              <a:spcAft>
                <a:spcPts val="0"/>
              </a:spcAft>
              <a:buSzPts val="1200"/>
              <a:buChar char="･"/>
              <a:defRPr sz="1200"/>
            </a:lvl7pPr>
            <a:lvl8pPr indent="-304800" lvl="7" marL="3657600" rtl="0">
              <a:lnSpc>
                <a:spcPct val="140000"/>
              </a:lnSpc>
              <a:spcBef>
                <a:spcPts val="1100"/>
              </a:spcBef>
              <a:spcAft>
                <a:spcPts val="0"/>
              </a:spcAft>
              <a:buSzPts val="1200"/>
              <a:buChar char="･"/>
              <a:defRPr sz="1200"/>
            </a:lvl8pPr>
            <a:lvl9pPr indent="-304800" lvl="8" marL="4114800" rtl="0">
              <a:lnSpc>
                <a:spcPct val="140000"/>
              </a:lnSpc>
              <a:spcBef>
                <a:spcPts val="1100"/>
              </a:spcBef>
              <a:spcAft>
                <a:spcPts val="1100"/>
              </a:spcAft>
              <a:buSzPts val="1200"/>
              <a:buChar char="･"/>
              <a:defRPr sz="1200"/>
            </a:lvl9pPr>
          </a:lstStyle>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2462" name="Shape 2462"/>
        <p:cNvGrpSpPr/>
        <p:nvPr/>
      </p:nvGrpSpPr>
      <p:grpSpPr>
        <a:xfrm>
          <a:off x="0" y="0"/>
          <a:ext cx="0" cy="0"/>
          <a:chOff x="0" y="0"/>
          <a:chExt cx="0" cy="0"/>
        </a:xfrm>
      </p:grpSpPr>
      <p:sp>
        <p:nvSpPr>
          <p:cNvPr id="2463" name="Google Shape;2463;p20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464" name="Google Shape;2464;p20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465" name="Google Shape;2465;p20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66" name="Google Shape;2466;p204"/>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67" name="Google Shape;2467;p20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68" name="Google Shape;2468;p20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69" name="Google Shape;2469;p20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470" name="Google Shape;2470;p204"/>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71" name="Google Shape;2471;p204"/>
          <p:cNvSpPr txBox="1"/>
          <p:nvPr>
            <p:ph idx="4" type="body"/>
          </p:nvPr>
        </p:nvSpPr>
        <p:spPr>
          <a:xfrm>
            <a:off x="885125" y="2291177"/>
            <a:ext cx="4937700" cy="3727200"/>
          </a:xfrm>
          <a:prstGeom prst="rect">
            <a:avLst/>
          </a:prstGeom>
        </p:spPr>
        <p:txBody>
          <a:bodyPr anchorCtr="0" anchor="t" bIns="0" lIns="0" spcFirstLastPara="1" rIns="0" wrap="square" tIns="0">
            <a:noAutofit/>
          </a:bodyPr>
          <a:lstStyle>
            <a:lvl1pPr indent="-323850" lvl="0" marL="457200" rtl="0">
              <a:lnSpc>
                <a:spcPct val="140000"/>
              </a:lnSpc>
              <a:spcBef>
                <a:spcPts val="1100"/>
              </a:spcBef>
              <a:spcAft>
                <a:spcPts val="0"/>
              </a:spcAft>
              <a:buSzPts val="1500"/>
              <a:buChar char="▸"/>
              <a:defRPr sz="1500"/>
            </a:lvl1pPr>
            <a:lvl2pPr indent="-304800" lvl="1" marL="914400" rtl="0">
              <a:lnSpc>
                <a:spcPct val="140000"/>
              </a:lnSpc>
              <a:spcBef>
                <a:spcPts val="1100"/>
              </a:spcBef>
              <a:spcAft>
                <a:spcPts val="0"/>
              </a:spcAft>
              <a:buSzPts val="1200"/>
              <a:buChar char="･"/>
              <a:defRPr sz="1200"/>
            </a:lvl2pPr>
            <a:lvl3pPr indent="-304800" lvl="2" marL="1371600" rtl="0">
              <a:lnSpc>
                <a:spcPct val="140000"/>
              </a:lnSpc>
              <a:spcBef>
                <a:spcPts val="1100"/>
              </a:spcBef>
              <a:spcAft>
                <a:spcPts val="0"/>
              </a:spcAft>
              <a:buSzPts val="1200"/>
              <a:buChar char="･"/>
              <a:defRPr sz="1200"/>
            </a:lvl3pPr>
            <a:lvl4pPr indent="-304800" lvl="3" marL="1828800" rtl="0">
              <a:lnSpc>
                <a:spcPct val="140000"/>
              </a:lnSpc>
              <a:spcBef>
                <a:spcPts val="1100"/>
              </a:spcBef>
              <a:spcAft>
                <a:spcPts val="0"/>
              </a:spcAft>
              <a:buSzPts val="1200"/>
              <a:buChar char="･"/>
              <a:defRPr sz="1200"/>
            </a:lvl4pPr>
            <a:lvl5pPr indent="-304800" lvl="4" marL="2286000" rtl="0">
              <a:lnSpc>
                <a:spcPct val="140000"/>
              </a:lnSpc>
              <a:spcBef>
                <a:spcPts val="1100"/>
              </a:spcBef>
              <a:spcAft>
                <a:spcPts val="0"/>
              </a:spcAft>
              <a:buSzPts val="1200"/>
              <a:buChar char="･"/>
              <a:defRPr sz="1200"/>
            </a:lvl5pPr>
            <a:lvl6pPr indent="-304800" lvl="5" marL="2743200" rtl="0">
              <a:lnSpc>
                <a:spcPct val="140000"/>
              </a:lnSpc>
              <a:spcBef>
                <a:spcPts val="1100"/>
              </a:spcBef>
              <a:spcAft>
                <a:spcPts val="0"/>
              </a:spcAft>
              <a:buSzPts val="1200"/>
              <a:buChar char="･"/>
              <a:defRPr sz="1200"/>
            </a:lvl6pPr>
            <a:lvl7pPr indent="-304800" lvl="6" marL="3200400" rtl="0">
              <a:lnSpc>
                <a:spcPct val="140000"/>
              </a:lnSpc>
              <a:spcBef>
                <a:spcPts val="1100"/>
              </a:spcBef>
              <a:spcAft>
                <a:spcPts val="0"/>
              </a:spcAft>
              <a:buSzPts val="1200"/>
              <a:buChar char="･"/>
              <a:defRPr sz="1200"/>
            </a:lvl7pPr>
            <a:lvl8pPr indent="-304800" lvl="7" marL="3657600" rtl="0">
              <a:lnSpc>
                <a:spcPct val="140000"/>
              </a:lnSpc>
              <a:spcBef>
                <a:spcPts val="1100"/>
              </a:spcBef>
              <a:spcAft>
                <a:spcPts val="0"/>
              </a:spcAft>
              <a:buSzPts val="1200"/>
              <a:buChar char="･"/>
              <a:defRPr sz="1200"/>
            </a:lvl8pPr>
            <a:lvl9pPr indent="-304800" lvl="8" marL="4114800" rtl="0">
              <a:lnSpc>
                <a:spcPct val="140000"/>
              </a:lnSpc>
              <a:spcBef>
                <a:spcPts val="1100"/>
              </a:spcBef>
              <a:spcAft>
                <a:spcPts val="1100"/>
              </a:spcAft>
              <a:buSzPts val="1200"/>
              <a:buChar char="･"/>
              <a:defRPr sz="1200"/>
            </a:lvl9pPr>
          </a:lstStyle>
          <a:p/>
        </p:txBody>
      </p:sp>
      <p:sp>
        <p:nvSpPr>
          <p:cNvPr id="2472" name="Google Shape;2472;p204"/>
          <p:cNvSpPr txBox="1"/>
          <p:nvPr>
            <p:ph idx="5" type="body"/>
          </p:nvPr>
        </p:nvSpPr>
        <p:spPr>
          <a:xfrm>
            <a:off x="6369425" y="2291175"/>
            <a:ext cx="4937700" cy="3727200"/>
          </a:xfrm>
          <a:prstGeom prst="rect">
            <a:avLst/>
          </a:prstGeom>
        </p:spPr>
        <p:txBody>
          <a:bodyPr anchorCtr="0" anchor="t" bIns="0" lIns="0" spcFirstLastPara="1" rIns="0" wrap="square" tIns="0">
            <a:noAutofit/>
          </a:bodyPr>
          <a:lstStyle>
            <a:lvl1pPr indent="-323850" lvl="0" marL="457200" rtl="0">
              <a:lnSpc>
                <a:spcPct val="140000"/>
              </a:lnSpc>
              <a:spcBef>
                <a:spcPts val="1100"/>
              </a:spcBef>
              <a:spcAft>
                <a:spcPts val="0"/>
              </a:spcAft>
              <a:buSzPts val="1500"/>
              <a:buChar char="▸"/>
              <a:defRPr sz="1500"/>
            </a:lvl1pPr>
            <a:lvl2pPr indent="-304800" lvl="1" marL="914400" rtl="0">
              <a:lnSpc>
                <a:spcPct val="140000"/>
              </a:lnSpc>
              <a:spcBef>
                <a:spcPts val="1100"/>
              </a:spcBef>
              <a:spcAft>
                <a:spcPts val="0"/>
              </a:spcAft>
              <a:buSzPts val="1200"/>
              <a:buChar char="･"/>
              <a:defRPr sz="1200"/>
            </a:lvl2pPr>
            <a:lvl3pPr indent="-304800" lvl="2" marL="1371600" rtl="0">
              <a:lnSpc>
                <a:spcPct val="140000"/>
              </a:lnSpc>
              <a:spcBef>
                <a:spcPts val="1100"/>
              </a:spcBef>
              <a:spcAft>
                <a:spcPts val="0"/>
              </a:spcAft>
              <a:buSzPts val="1200"/>
              <a:buChar char="･"/>
              <a:defRPr sz="1200"/>
            </a:lvl3pPr>
            <a:lvl4pPr indent="-304800" lvl="3" marL="1828800" rtl="0">
              <a:lnSpc>
                <a:spcPct val="140000"/>
              </a:lnSpc>
              <a:spcBef>
                <a:spcPts val="1100"/>
              </a:spcBef>
              <a:spcAft>
                <a:spcPts val="0"/>
              </a:spcAft>
              <a:buSzPts val="1200"/>
              <a:buChar char="･"/>
              <a:defRPr sz="1200"/>
            </a:lvl4pPr>
            <a:lvl5pPr indent="-304800" lvl="4" marL="2286000" rtl="0">
              <a:lnSpc>
                <a:spcPct val="140000"/>
              </a:lnSpc>
              <a:spcBef>
                <a:spcPts val="1100"/>
              </a:spcBef>
              <a:spcAft>
                <a:spcPts val="0"/>
              </a:spcAft>
              <a:buSzPts val="1200"/>
              <a:buChar char="･"/>
              <a:defRPr sz="1200"/>
            </a:lvl5pPr>
            <a:lvl6pPr indent="-304800" lvl="5" marL="2743200" rtl="0">
              <a:lnSpc>
                <a:spcPct val="140000"/>
              </a:lnSpc>
              <a:spcBef>
                <a:spcPts val="1100"/>
              </a:spcBef>
              <a:spcAft>
                <a:spcPts val="0"/>
              </a:spcAft>
              <a:buSzPts val="1200"/>
              <a:buChar char="･"/>
              <a:defRPr sz="1200"/>
            </a:lvl6pPr>
            <a:lvl7pPr indent="-304800" lvl="6" marL="3200400" rtl="0">
              <a:lnSpc>
                <a:spcPct val="140000"/>
              </a:lnSpc>
              <a:spcBef>
                <a:spcPts val="1100"/>
              </a:spcBef>
              <a:spcAft>
                <a:spcPts val="0"/>
              </a:spcAft>
              <a:buSzPts val="1200"/>
              <a:buChar char="･"/>
              <a:defRPr sz="1200"/>
            </a:lvl7pPr>
            <a:lvl8pPr indent="-304800" lvl="7" marL="3657600" rtl="0">
              <a:lnSpc>
                <a:spcPct val="140000"/>
              </a:lnSpc>
              <a:spcBef>
                <a:spcPts val="1100"/>
              </a:spcBef>
              <a:spcAft>
                <a:spcPts val="0"/>
              </a:spcAft>
              <a:buSzPts val="1200"/>
              <a:buChar char="･"/>
              <a:defRPr sz="1200"/>
            </a:lvl8pPr>
            <a:lvl9pPr indent="-304800" lvl="8" marL="4114800" rtl="0">
              <a:lnSpc>
                <a:spcPct val="140000"/>
              </a:lnSpc>
              <a:spcBef>
                <a:spcPts val="1100"/>
              </a:spcBef>
              <a:spcAft>
                <a:spcPts val="1100"/>
              </a:spcAft>
              <a:buSzPts val="1200"/>
              <a:buChar char="･"/>
              <a:defRPr sz="1200"/>
            </a:lvl9pPr>
          </a:lstStyle>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2473" name="Shape 2473"/>
        <p:cNvGrpSpPr/>
        <p:nvPr/>
      </p:nvGrpSpPr>
      <p:grpSpPr>
        <a:xfrm>
          <a:off x="0" y="0"/>
          <a:ext cx="0" cy="0"/>
          <a:chOff x="0" y="0"/>
          <a:chExt cx="0" cy="0"/>
        </a:xfrm>
      </p:grpSpPr>
      <p:sp>
        <p:nvSpPr>
          <p:cNvPr id="2474" name="Google Shape;2474;p20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cxnSp>
        <p:nvCxnSpPr>
          <p:cNvPr id="2475" name="Google Shape;2475;p20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76" name="Google Shape;2476;p205"/>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77" name="Google Shape;2477;p20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78" name="Google Shape;2478;p20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79" name="Google Shape;2479;p205"/>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480" name="Google Shape;2480;p205"/>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2481" name="Google Shape;2481;p205"/>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0"/>
              </a:spcBef>
              <a:spcAft>
                <a:spcPts val="0"/>
              </a:spcAft>
              <a:buNone/>
              <a:defRPr sz="1500"/>
            </a:lvl2pPr>
            <a:lvl3pPr lvl="2" rtl="0">
              <a:spcBef>
                <a:spcPts val="0"/>
              </a:spcBef>
              <a:spcAft>
                <a:spcPts val="0"/>
              </a:spcAft>
              <a:buNone/>
              <a:defRPr sz="1500"/>
            </a:lvl3pPr>
            <a:lvl4pPr lvl="3" rtl="0">
              <a:spcBef>
                <a:spcPts val="0"/>
              </a:spcBef>
              <a:spcAft>
                <a:spcPts val="0"/>
              </a:spcAft>
              <a:buNone/>
              <a:defRPr sz="1500"/>
            </a:lvl4pPr>
            <a:lvl5pPr lvl="4" rtl="0">
              <a:spcBef>
                <a:spcPts val="0"/>
              </a:spcBef>
              <a:spcAft>
                <a:spcPts val="0"/>
              </a:spcAft>
              <a:buNone/>
              <a:defRPr sz="1500"/>
            </a:lvl5pPr>
            <a:lvl6pPr lvl="5" rtl="0">
              <a:spcBef>
                <a:spcPts val="0"/>
              </a:spcBef>
              <a:spcAft>
                <a:spcPts val="0"/>
              </a:spcAft>
              <a:buNone/>
              <a:defRPr sz="1500"/>
            </a:lvl6pPr>
            <a:lvl7pPr lvl="6" rtl="0">
              <a:spcBef>
                <a:spcPts val="0"/>
              </a:spcBef>
              <a:spcAft>
                <a:spcPts val="0"/>
              </a:spcAft>
              <a:buNone/>
              <a:defRPr sz="1500"/>
            </a:lvl7pPr>
            <a:lvl8pPr lvl="7" rtl="0">
              <a:spcBef>
                <a:spcPts val="0"/>
              </a:spcBef>
              <a:spcAft>
                <a:spcPts val="0"/>
              </a:spcAft>
              <a:buNone/>
              <a:defRPr sz="1500"/>
            </a:lvl8pPr>
            <a:lvl9pPr lvl="8" rtl="0">
              <a:spcBef>
                <a:spcPts val="0"/>
              </a:spcBef>
              <a:spcAft>
                <a:spcPts val="0"/>
              </a:spcAft>
              <a:buNone/>
              <a:defRPr sz="1500"/>
            </a:lvl9pPr>
          </a:lstStyle>
          <a:p/>
        </p:txBody>
      </p:sp>
      <p:sp>
        <p:nvSpPr>
          <p:cNvPr id="2482" name="Google Shape;2482;p205"/>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a:latin typeface="Red Hat Text Medium"/>
                <a:ea typeface="Red Hat Text Medium"/>
                <a:cs typeface="Red Hat Text Medium"/>
                <a:sym typeface="Red Hat Text Medium"/>
              </a:defRPr>
            </a:lvl1pPr>
            <a:lvl2pPr lvl="1" rtl="0">
              <a:lnSpc>
                <a:spcPct val="100000"/>
              </a:lnSpc>
              <a:spcBef>
                <a:spcPts val="0"/>
              </a:spcBef>
              <a:spcAft>
                <a:spcPts val="0"/>
              </a:spcAft>
              <a:buNone/>
              <a:defRPr>
                <a:latin typeface="Red Hat Text Medium"/>
                <a:ea typeface="Red Hat Text Medium"/>
                <a:cs typeface="Red Hat Text Medium"/>
                <a:sym typeface="Red Hat Text Medium"/>
              </a:defRPr>
            </a:lvl2pPr>
            <a:lvl3pPr lvl="2" rtl="0">
              <a:lnSpc>
                <a:spcPct val="100000"/>
              </a:lnSpc>
              <a:spcBef>
                <a:spcPts val="0"/>
              </a:spcBef>
              <a:spcAft>
                <a:spcPts val="0"/>
              </a:spcAft>
              <a:buNone/>
              <a:defRPr>
                <a:latin typeface="Red Hat Text Medium"/>
                <a:ea typeface="Red Hat Text Medium"/>
                <a:cs typeface="Red Hat Text Medium"/>
                <a:sym typeface="Red Hat Text Medium"/>
              </a:defRPr>
            </a:lvl3pPr>
            <a:lvl4pPr lvl="3" rtl="0">
              <a:lnSpc>
                <a:spcPct val="100000"/>
              </a:lnSpc>
              <a:spcBef>
                <a:spcPts val="0"/>
              </a:spcBef>
              <a:spcAft>
                <a:spcPts val="0"/>
              </a:spcAft>
              <a:buNone/>
              <a:defRPr>
                <a:latin typeface="Red Hat Text Medium"/>
                <a:ea typeface="Red Hat Text Medium"/>
                <a:cs typeface="Red Hat Text Medium"/>
                <a:sym typeface="Red Hat Text Medium"/>
              </a:defRPr>
            </a:lvl4pPr>
            <a:lvl5pPr lvl="4" rtl="0">
              <a:lnSpc>
                <a:spcPct val="100000"/>
              </a:lnSpc>
              <a:spcBef>
                <a:spcPts val="0"/>
              </a:spcBef>
              <a:spcAft>
                <a:spcPts val="0"/>
              </a:spcAft>
              <a:buNone/>
              <a:defRPr>
                <a:latin typeface="Red Hat Text Medium"/>
                <a:ea typeface="Red Hat Text Medium"/>
                <a:cs typeface="Red Hat Text Medium"/>
                <a:sym typeface="Red Hat Text Medium"/>
              </a:defRPr>
            </a:lvl5pPr>
            <a:lvl6pPr lvl="5" rtl="0">
              <a:lnSpc>
                <a:spcPct val="100000"/>
              </a:lnSpc>
              <a:spcBef>
                <a:spcPts val="0"/>
              </a:spcBef>
              <a:spcAft>
                <a:spcPts val="0"/>
              </a:spcAft>
              <a:buNone/>
              <a:defRPr>
                <a:latin typeface="Red Hat Text Medium"/>
                <a:ea typeface="Red Hat Text Medium"/>
                <a:cs typeface="Red Hat Text Medium"/>
                <a:sym typeface="Red Hat Text Medium"/>
              </a:defRPr>
            </a:lvl6pPr>
            <a:lvl7pPr lvl="6" rtl="0">
              <a:lnSpc>
                <a:spcPct val="100000"/>
              </a:lnSpc>
              <a:spcBef>
                <a:spcPts val="0"/>
              </a:spcBef>
              <a:spcAft>
                <a:spcPts val="0"/>
              </a:spcAft>
              <a:buNone/>
              <a:defRPr>
                <a:latin typeface="Red Hat Text Medium"/>
                <a:ea typeface="Red Hat Text Medium"/>
                <a:cs typeface="Red Hat Text Medium"/>
                <a:sym typeface="Red Hat Text Medium"/>
              </a:defRPr>
            </a:lvl7pPr>
            <a:lvl8pPr lvl="7" rtl="0">
              <a:lnSpc>
                <a:spcPct val="100000"/>
              </a:lnSpc>
              <a:spcBef>
                <a:spcPts val="0"/>
              </a:spcBef>
              <a:spcAft>
                <a:spcPts val="0"/>
              </a:spcAft>
              <a:buNone/>
              <a:defRPr>
                <a:latin typeface="Red Hat Text Medium"/>
                <a:ea typeface="Red Hat Text Medium"/>
                <a:cs typeface="Red Hat Text Medium"/>
                <a:sym typeface="Red Hat Text Medium"/>
              </a:defRPr>
            </a:lvl8pPr>
            <a:lvl9pPr lvl="8" rtl="0">
              <a:lnSpc>
                <a:spcPct val="100000"/>
              </a:lnSpc>
              <a:spcBef>
                <a:spcPts val="0"/>
              </a:spcBef>
              <a:spcAft>
                <a:spcPts val="0"/>
              </a:spcAft>
              <a:buNone/>
              <a:defRPr>
                <a:latin typeface="Red Hat Text Medium"/>
                <a:ea typeface="Red Hat Text Medium"/>
                <a:cs typeface="Red Hat Text Medium"/>
                <a:sym typeface="Red Hat Text Medium"/>
              </a:defRPr>
            </a:lvl9pPr>
          </a:lstStyle>
          <a:p/>
        </p:txBody>
      </p:sp>
      <p:sp>
        <p:nvSpPr>
          <p:cNvPr id="2483" name="Google Shape;2483;p205"/>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0"/>
              </a:spcBef>
              <a:spcAft>
                <a:spcPts val="0"/>
              </a:spcAft>
              <a:buNone/>
              <a:defRPr sz="1500"/>
            </a:lvl2pPr>
            <a:lvl3pPr lvl="2" rtl="0" algn="ctr">
              <a:spcBef>
                <a:spcPts val="0"/>
              </a:spcBef>
              <a:spcAft>
                <a:spcPts val="0"/>
              </a:spcAft>
              <a:buNone/>
              <a:defRPr sz="1500"/>
            </a:lvl3pPr>
            <a:lvl4pPr lvl="3" rtl="0" algn="ctr">
              <a:spcBef>
                <a:spcPts val="0"/>
              </a:spcBef>
              <a:spcAft>
                <a:spcPts val="0"/>
              </a:spcAft>
              <a:buNone/>
              <a:defRPr sz="1500"/>
            </a:lvl4pPr>
            <a:lvl5pPr lvl="4" rtl="0" algn="ctr">
              <a:spcBef>
                <a:spcPts val="0"/>
              </a:spcBef>
              <a:spcAft>
                <a:spcPts val="0"/>
              </a:spcAft>
              <a:buNone/>
              <a:defRPr sz="1500"/>
            </a:lvl5pPr>
            <a:lvl6pPr lvl="5" rtl="0" algn="ctr">
              <a:spcBef>
                <a:spcPts val="0"/>
              </a:spcBef>
              <a:spcAft>
                <a:spcPts val="0"/>
              </a:spcAft>
              <a:buNone/>
              <a:defRPr sz="1500"/>
            </a:lvl6pPr>
            <a:lvl7pPr lvl="6" rtl="0" algn="ctr">
              <a:spcBef>
                <a:spcPts val="0"/>
              </a:spcBef>
              <a:spcAft>
                <a:spcPts val="0"/>
              </a:spcAft>
              <a:buNone/>
              <a:defRPr sz="1500"/>
            </a:lvl7pPr>
            <a:lvl8pPr lvl="7" rtl="0" algn="ctr">
              <a:spcBef>
                <a:spcPts val="0"/>
              </a:spcBef>
              <a:spcAft>
                <a:spcPts val="0"/>
              </a:spcAft>
              <a:buNone/>
              <a:defRPr sz="1500"/>
            </a:lvl8pPr>
            <a:lvl9pPr lvl="8" rtl="0" algn="ctr">
              <a:spcBef>
                <a:spcPts val="0"/>
              </a:spcBef>
              <a:spcAft>
                <a:spcPts val="0"/>
              </a:spcAft>
              <a:buNone/>
              <a:defRPr sz="1500"/>
            </a:lvl9pPr>
          </a:lstStyle>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2484" name="Shape 2484"/>
        <p:cNvGrpSpPr/>
        <p:nvPr/>
      </p:nvGrpSpPr>
      <p:grpSpPr>
        <a:xfrm>
          <a:off x="0" y="0"/>
          <a:ext cx="0" cy="0"/>
          <a:chOff x="0" y="0"/>
          <a:chExt cx="0" cy="0"/>
        </a:xfrm>
      </p:grpSpPr>
      <p:sp>
        <p:nvSpPr>
          <p:cNvPr id="2485" name="Google Shape;2485;p20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486" name="Google Shape;2486;p20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487" name="Google Shape;2487;p20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488" name="Google Shape;2488;p206"/>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489" name="Google Shape;2489;p20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490" name="Google Shape;2490;p20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491" name="Google Shape;2491;p20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492" name="Google Shape;2492;p206"/>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493" name="Google Shape;2493;p206"/>
          <p:cNvSpPr txBox="1"/>
          <p:nvPr>
            <p:ph idx="4"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2494" name="Google Shape;2494;p206"/>
          <p:cNvSpPr txBox="1"/>
          <p:nvPr>
            <p:ph idx="5"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495" name="Google Shape;2495;p206"/>
          <p:cNvSpPr txBox="1"/>
          <p:nvPr>
            <p:ph idx="6"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500">
                <a:solidFill>
                  <a:schemeClr val="accent1"/>
                </a:solidFill>
              </a:defRPr>
            </a:lvl1pPr>
            <a:lvl2pPr lvl="1" rtl="0" algn="ctr">
              <a:lnSpc>
                <a:spcPct val="115000"/>
              </a:lnSpc>
              <a:spcBef>
                <a:spcPts val="0"/>
              </a:spcBef>
              <a:spcAft>
                <a:spcPts val="0"/>
              </a:spcAft>
              <a:buNone/>
              <a:defRPr sz="1500">
                <a:solidFill>
                  <a:schemeClr val="accent1"/>
                </a:solidFill>
              </a:defRPr>
            </a:lvl2pPr>
            <a:lvl3pPr lvl="2" rtl="0" algn="ctr">
              <a:lnSpc>
                <a:spcPct val="115000"/>
              </a:lnSpc>
              <a:spcBef>
                <a:spcPts val="0"/>
              </a:spcBef>
              <a:spcAft>
                <a:spcPts val="0"/>
              </a:spcAft>
              <a:buNone/>
              <a:defRPr sz="1500">
                <a:solidFill>
                  <a:schemeClr val="accent1"/>
                </a:solidFill>
              </a:defRPr>
            </a:lvl3pPr>
            <a:lvl4pPr lvl="3" rtl="0" algn="ctr">
              <a:lnSpc>
                <a:spcPct val="115000"/>
              </a:lnSpc>
              <a:spcBef>
                <a:spcPts val="0"/>
              </a:spcBef>
              <a:spcAft>
                <a:spcPts val="0"/>
              </a:spcAft>
              <a:buNone/>
              <a:defRPr sz="1500">
                <a:solidFill>
                  <a:schemeClr val="accent1"/>
                </a:solidFill>
              </a:defRPr>
            </a:lvl4pPr>
            <a:lvl5pPr lvl="4" rtl="0" algn="ctr">
              <a:lnSpc>
                <a:spcPct val="115000"/>
              </a:lnSpc>
              <a:spcBef>
                <a:spcPts val="0"/>
              </a:spcBef>
              <a:spcAft>
                <a:spcPts val="0"/>
              </a:spcAft>
              <a:buNone/>
              <a:defRPr sz="1500">
                <a:solidFill>
                  <a:schemeClr val="accent1"/>
                </a:solidFill>
              </a:defRPr>
            </a:lvl5pPr>
            <a:lvl6pPr lvl="5" rtl="0" algn="ctr">
              <a:lnSpc>
                <a:spcPct val="115000"/>
              </a:lnSpc>
              <a:spcBef>
                <a:spcPts val="0"/>
              </a:spcBef>
              <a:spcAft>
                <a:spcPts val="0"/>
              </a:spcAft>
              <a:buNone/>
              <a:defRPr sz="1500">
                <a:solidFill>
                  <a:schemeClr val="accent1"/>
                </a:solidFill>
              </a:defRPr>
            </a:lvl6pPr>
            <a:lvl7pPr lvl="6" rtl="0" algn="ctr">
              <a:lnSpc>
                <a:spcPct val="115000"/>
              </a:lnSpc>
              <a:spcBef>
                <a:spcPts val="0"/>
              </a:spcBef>
              <a:spcAft>
                <a:spcPts val="0"/>
              </a:spcAft>
              <a:buNone/>
              <a:defRPr sz="1500">
                <a:solidFill>
                  <a:schemeClr val="accent1"/>
                </a:solidFill>
              </a:defRPr>
            </a:lvl7pPr>
            <a:lvl8pPr lvl="7" rtl="0" algn="ctr">
              <a:lnSpc>
                <a:spcPct val="115000"/>
              </a:lnSpc>
              <a:spcBef>
                <a:spcPts val="0"/>
              </a:spcBef>
              <a:spcAft>
                <a:spcPts val="0"/>
              </a:spcAft>
              <a:buNone/>
              <a:defRPr sz="1500">
                <a:solidFill>
                  <a:schemeClr val="accent1"/>
                </a:solidFill>
              </a:defRPr>
            </a:lvl8pPr>
            <a:lvl9pPr lvl="8" rtl="0" algn="ctr">
              <a:lnSpc>
                <a:spcPct val="115000"/>
              </a:lnSpc>
              <a:spcBef>
                <a:spcPts val="0"/>
              </a:spcBef>
              <a:spcAft>
                <a:spcPts val="0"/>
              </a:spcAft>
              <a:buNone/>
              <a:defRPr sz="1500">
                <a:solidFill>
                  <a:schemeClr val="accent1"/>
                </a:solidFill>
              </a:defRPr>
            </a:lvl9pPr>
          </a:lstStyle>
          <a:p/>
        </p:txBody>
      </p:sp>
      <p:sp>
        <p:nvSpPr>
          <p:cNvPr id="2496" name="Google Shape;2496;p206"/>
          <p:cNvSpPr txBox="1"/>
          <p:nvPr>
            <p:ph idx="7"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500">
                <a:solidFill>
                  <a:schemeClr val="accent1"/>
                </a:solidFill>
              </a:defRPr>
            </a:lvl1pPr>
            <a:lvl2pPr lvl="1" rtl="0" algn="ctr">
              <a:lnSpc>
                <a:spcPct val="115000"/>
              </a:lnSpc>
              <a:spcBef>
                <a:spcPts val="0"/>
              </a:spcBef>
              <a:spcAft>
                <a:spcPts val="0"/>
              </a:spcAft>
              <a:buNone/>
              <a:defRPr sz="1500">
                <a:solidFill>
                  <a:schemeClr val="accent1"/>
                </a:solidFill>
              </a:defRPr>
            </a:lvl2pPr>
            <a:lvl3pPr lvl="2" rtl="0" algn="ctr">
              <a:lnSpc>
                <a:spcPct val="115000"/>
              </a:lnSpc>
              <a:spcBef>
                <a:spcPts val="0"/>
              </a:spcBef>
              <a:spcAft>
                <a:spcPts val="0"/>
              </a:spcAft>
              <a:buNone/>
              <a:defRPr sz="1500">
                <a:solidFill>
                  <a:schemeClr val="accent1"/>
                </a:solidFill>
              </a:defRPr>
            </a:lvl3pPr>
            <a:lvl4pPr lvl="3" rtl="0" algn="ctr">
              <a:lnSpc>
                <a:spcPct val="115000"/>
              </a:lnSpc>
              <a:spcBef>
                <a:spcPts val="0"/>
              </a:spcBef>
              <a:spcAft>
                <a:spcPts val="0"/>
              </a:spcAft>
              <a:buNone/>
              <a:defRPr sz="1500">
                <a:solidFill>
                  <a:schemeClr val="accent1"/>
                </a:solidFill>
              </a:defRPr>
            </a:lvl4pPr>
            <a:lvl5pPr lvl="4" rtl="0" algn="ctr">
              <a:lnSpc>
                <a:spcPct val="115000"/>
              </a:lnSpc>
              <a:spcBef>
                <a:spcPts val="0"/>
              </a:spcBef>
              <a:spcAft>
                <a:spcPts val="0"/>
              </a:spcAft>
              <a:buNone/>
              <a:defRPr sz="1500">
                <a:solidFill>
                  <a:schemeClr val="accent1"/>
                </a:solidFill>
              </a:defRPr>
            </a:lvl5pPr>
            <a:lvl6pPr lvl="5" rtl="0" algn="ctr">
              <a:lnSpc>
                <a:spcPct val="115000"/>
              </a:lnSpc>
              <a:spcBef>
                <a:spcPts val="0"/>
              </a:spcBef>
              <a:spcAft>
                <a:spcPts val="0"/>
              </a:spcAft>
              <a:buNone/>
              <a:defRPr sz="1500">
                <a:solidFill>
                  <a:schemeClr val="accent1"/>
                </a:solidFill>
              </a:defRPr>
            </a:lvl6pPr>
            <a:lvl7pPr lvl="6" rtl="0" algn="ctr">
              <a:lnSpc>
                <a:spcPct val="115000"/>
              </a:lnSpc>
              <a:spcBef>
                <a:spcPts val="0"/>
              </a:spcBef>
              <a:spcAft>
                <a:spcPts val="0"/>
              </a:spcAft>
              <a:buNone/>
              <a:defRPr sz="1500">
                <a:solidFill>
                  <a:schemeClr val="accent1"/>
                </a:solidFill>
              </a:defRPr>
            </a:lvl7pPr>
            <a:lvl8pPr lvl="7" rtl="0" algn="ctr">
              <a:lnSpc>
                <a:spcPct val="115000"/>
              </a:lnSpc>
              <a:spcBef>
                <a:spcPts val="0"/>
              </a:spcBef>
              <a:spcAft>
                <a:spcPts val="0"/>
              </a:spcAft>
              <a:buNone/>
              <a:defRPr sz="1500">
                <a:solidFill>
                  <a:schemeClr val="accent1"/>
                </a:solidFill>
              </a:defRPr>
            </a:lvl8pPr>
            <a:lvl9pPr lvl="8" rtl="0" algn="ctr">
              <a:lnSpc>
                <a:spcPct val="115000"/>
              </a:lnSpc>
              <a:spcBef>
                <a:spcPts val="0"/>
              </a:spcBef>
              <a:spcAft>
                <a:spcPts val="0"/>
              </a:spcAft>
              <a:buNone/>
              <a:defRPr sz="1500">
                <a:solidFill>
                  <a:schemeClr val="accent1"/>
                </a:solidFill>
              </a:defRPr>
            </a:lvl9pPr>
          </a:lstStyle>
          <a:p/>
        </p:txBody>
      </p:sp>
      <p:sp>
        <p:nvSpPr>
          <p:cNvPr id="2497" name="Google Shape;2497;p206"/>
          <p:cNvSpPr txBox="1"/>
          <p:nvPr>
            <p:ph idx="8"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gn="r">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gn="r">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gn="r">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gn="r">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gn="r">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gn="r">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gn="r">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gn="r">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2498" name="Google Shape;2498;p206"/>
          <p:cNvSpPr txBox="1"/>
          <p:nvPr>
            <p:ph idx="9"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2499" name="Shape 2499"/>
        <p:cNvGrpSpPr/>
        <p:nvPr/>
      </p:nvGrpSpPr>
      <p:grpSpPr>
        <a:xfrm>
          <a:off x="0" y="0"/>
          <a:ext cx="0" cy="0"/>
          <a:chOff x="0" y="0"/>
          <a:chExt cx="0" cy="0"/>
        </a:xfrm>
      </p:grpSpPr>
      <p:sp>
        <p:nvSpPr>
          <p:cNvPr id="2500" name="Google Shape;2500;p207"/>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501" name="Google Shape;2501;p207"/>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502" name="Google Shape;2502;p207"/>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2503" name="Google Shape;2503;p207"/>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504" name="Google Shape;2504;p20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505" name="Google Shape;2505;p20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06" name="Google Shape;2506;p207"/>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507" name="Google Shape;2507;p20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08" name="Google Shape;2508;p20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509" name="Google Shape;2509;p207"/>
          <p:cNvSpPr txBox="1"/>
          <p:nvPr>
            <p:ph idx="5"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510" name="Google Shape;2510;p207"/>
          <p:cNvSpPr txBox="1"/>
          <p:nvPr>
            <p:ph idx="6"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511" name="Google Shape;2511;p207"/>
          <p:cNvCxnSpPr/>
          <p:nvPr/>
        </p:nvCxnSpPr>
        <p:spPr>
          <a:xfrm>
            <a:off x="4306145" y="2661025"/>
            <a:ext cx="0" cy="2556900"/>
          </a:xfrm>
          <a:prstGeom prst="straightConnector1">
            <a:avLst/>
          </a:prstGeom>
          <a:noFill/>
          <a:ln cap="flat" cmpd="sng" w="9525">
            <a:solidFill>
              <a:schemeClr val="dk2"/>
            </a:solidFill>
            <a:prstDash val="dot"/>
            <a:round/>
            <a:headEnd len="med" w="med" type="none"/>
            <a:tailEnd len="med" w="med" type="none"/>
          </a:ln>
        </p:spPr>
      </p:cxnSp>
      <p:cxnSp>
        <p:nvCxnSpPr>
          <p:cNvPr id="2512" name="Google Shape;2512;p207"/>
          <p:cNvCxnSpPr/>
          <p:nvPr/>
        </p:nvCxnSpPr>
        <p:spPr>
          <a:xfrm>
            <a:off x="7885845" y="2661025"/>
            <a:ext cx="0" cy="2556900"/>
          </a:xfrm>
          <a:prstGeom prst="straightConnector1">
            <a:avLst/>
          </a:prstGeom>
          <a:noFill/>
          <a:ln cap="flat" cmpd="sng" w="9525">
            <a:solidFill>
              <a:schemeClr val="dk2"/>
            </a:solidFill>
            <a:prstDash val="dot"/>
            <a:round/>
            <a:headEnd len="med" w="med" type="none"/>
            <a:tailEnd len="med" w="med" type="none"/>
          </a:ln>
        </p:spPr>
      </p:cxnSp>
      <p:sp>
        <p:nvSpPr>
          <p:cNvPr id="2513" name="Google Shape;2513;p207"/>
          <p:cNvSpPr txBox="1"/>
          <p:nvPr>
            <p:ph idx="7"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14" name="Google Shape;2514;p207"/>
          <p:cNvSpPr txBox="1"/>
          <p:nvPr>
            <p:ph idx="8"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515" name="Google Shape;2515;p207"/>
          <p:cNvSpPr txBox="1"/>
          <p:nvPr>
            <p:ph idx="9"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16" name="Google Shape;2516;p207"/>
          <p:cNvSpPr txBox="1"/>
          <p:nvPr>
            <p:ph idx="13"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517" name="Google Shape;2517;p207"/>
          <p:cNvSpPr txBox="1"/>
          <p:nvPr>
            <p:ph idx="14"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18" name="Google Shape;2518;p207"/>
          <p:cNvSpPr txBox="1"/>
          <p:nvPr>
            <p:ph idx="15"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2519" name="Shape 2519"/>
        <p:cNvGrpSpPr/>
        <p:nvPr/>
      </p:nvGrpSpPr>
      <p:grpSpPr>
        <a:xfrm>
          <a:off x="0" y="0"/>
          <a:ext cx="0" cy="0"/>
          <a:chOff x="0" y="0"/>
          <a:chExt cx="0" cy="0"/>
        </a:xfrm>
      </p:grpSpPr>
      <p:sp>
        <p:nvSpPr>
          <p:cNvPr id="2520" name="Google Shape;2520;p208"/>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2521" name="Google Shape;2521;p208"/>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2522" name="Google Shape;2522;p20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523" name="Google Shape;2523;p20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524" name="Google Shape;2524;p20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25" name="Google Shape;2525;p208"/>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526" name="Google Shape;2526;p20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27" name="Google Shape;2527;p20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528" name="Google Shape;2528;p208"/>
          <p:cNvSpPr txBox="1"/>
          <p:nvPr>
            <p:ph idx="4"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529" name="Google Shape;2529;p208"/>
          <p:cNvSpPr txBox="1"/>
          <p:nvPr>
            <p:ph idx="5"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530" name="Google Shape;2530;p208"/>
          <p:cNvSpPr txBox="1"/>
          <p:nvPr>
            <p:ph idx="6"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2531" name="Google Shape;2531;p208"/>
          <p:cNvCxnSpPr/>
          <p:nvPr/>
        </p:nvCxnSpPr>
        <p:spPr>
          <a:xfrm>
            <a:off x="7885850" y="3677350"/>
            <a:ext cx="0" cy="1404900"/>
          </a:xfrm>
          <a:prstGeom prst="straightConnector1">
            <a:avLst/>
          </a:prstGeom>
          <a:noFill/>
          <a:ln cap="flat" cmpd="sng" w="9525">
            <a:solidFill>
              <a:schemeClr val="dk2"/>
            </a:solidFill>
            <a:prstDash val="dot"/>
            <a:round/>
            <a:headEnd len="med" w="med" type="none"/>
            <a:tailEnd len="med" w="med" type="none"/>
          </a:ln>
        </p:spPr>
      </p:cxnSp>
      <p:sp>
        <p:nvSpPr>
          <p:cNvPr id="2532" name="Google Shape;2532;p208"/>
          <p:cNvSpPr txBox="1"/>
          <p:nvPr>
            <p:ph idx="7"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33" name="Google Shape;2533;p208"/>
          <p:cNvSpPr txBox="1"/>
          <p:nvPr>
            <p:ph idx="8"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534" name="Google Shape;2534;p208"/>
          <p:cNvSpPr txBox="1"/>
          <p:nvPr>
            <p:ph idx="9"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35" name="Google Shape;2535;p208"/>
          <p:cNvSpPr txBox="1"/>
          <p:nvPr>
            <p:ph idx="13"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2536" name="Shape 2536"/>
        <p:cNvGrpSpPr/>
        <p:nvPr/>
      </p:nvGrpSpPr>
      <p:grpSpPr>
        <a:xfrm>
          <a:off x="0" y="0"/>
          <a:ext cx="0" cy="0"/>
          <a:chOff x="0" y="0"/>
          <a:chExt cx="0" cy="0"/>
        </a:xfrm>
      </p:grpSpPr>
      <p:sp>
        <p:nvSpPr>
          <p:cNvPr id="2537" name="Google Shape;2537;p20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538" name="Google Shape;2538;p20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539" name="Google Shape;2539;p20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40" name="Google Shape;2540;p209"/>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541" name="Google Shape;2541;p20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42" name="Google Shape;2542;p20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543" name="Google Shape;2543;p20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544" name="Google Shape;2544;p209"/>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545" name="Google Shape;2545;p209"/>
          <p:cNvCxnSpPr/>
          <p:nvPr/>
        </p:nvCxnSpPr>
        <p:spPr>
          <a:xfrm>
            <a:off x="7885850" y="4439350"/>
            <a:ext cx="0" cy="1404900"/>
          </a:xfrm>
          <a:prstGeom prst="straightConnector1">
            <a:avLst/>
          </a:prstGeom>
          <a:noFill/>
          <a:ln cap="flat" cmpd="sng" w="9525">
            <a:solidFill>
              <a:schemeClr val="dk2"/>
            </a:solidFill>
            <a:prstDash val="dot"/>
            <a:round/>
            <a:headEnd len="med" w="med" type="none"/>
            <a:tailEnd len="med" w="med" type="none"/>
          </a:ln>
        </p:spPr>
      </p:cxnSp>
      <p:sp>
        <p:nvSpPr>
          <p:cNvPr id="2546" name="Google Shape;2546;p209"/>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2547" name="Google Shape;2547;p209"/>
          <p:cNvSpPr txBox="1"/>
          <p:nvPr>
            <p:ph idx="5"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48" name="Google Shape;2548;p209"/>
          <p:cNvSpPr txBox="1"/>
          <p:nvPr>
            <p:ph idx="6"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549" name="Google Shape;2549;p209"/>
          <p:cNvSpPr txBox="1"/>
          <p:nvPr>
            <p:ph idx="7"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550" name="Google Shape;2550;p209"/>
          <p:cNvSpPr txBox="1"/>
          <p:nvPr>
            <p:ph idx="8"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2551" name="Shape 2551"/>
        <p:cNvGrpSpPr/>
        <p:nvPr/>
      </p:nvGrpSpPr>
      <p:grpSpPr>
        <a:xfrm>
          <a:off x="0" y="0"/>
          <a:ext cx="0" cy="0"/>
          <a:chOff x="0" y="0"/>
          <a:chExt cx="0" cy="0"/>
        </a:xfrm>
      </p:grpSpPr>
      <p:sp>
        <p:nvSpPr>
          <p:cNvPr id="2552" name="Google Shape;2552;p2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553" name="Google Shape;2553;p21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554" name="Google Shape;2554;p21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55" name="Google Shape;2555;p210"/>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556" name="Google Shape;2556;p21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57" name="Google Shape;2557;p21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558" name="Google Shape;2558;p21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559" name="Google Shape;2559;p210"/>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560" name="Google Shape;2560;p210"/>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2561" name="Google Shape;2561;p210"/>
          <p:cNvSpPr txBox="1"/>
          <p:nvPr>
            <p:ph idx="5" type="subTitle"/>
          </p:nvPr>
        </p:nvSpPr>
        <p:spPr>
          <a:xfrm>
            <a:off x="9078238" y="3048425"/>
            <a:ext cx="914400" cy="528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100"/>
            </a:lvl1pPr>
            <a:lvl2pPr lvl="1" rtl="0">
              <a:lnSpc>
                <a:spcPct val="100000"/>
              </a:lnSpc>
              <a:spcBef>
                <a:spcPts val="0"/>
              </a:spcBef>
              <a:spcAft>
                <a:spcPts val="0"/>
              </a:spcAft>
              <a:buNone/>
              <a:defRPr b="1" sz="1100"/>
            </a:lvl2pPr>
            <a:lvl3pPr lvl="2" rtl="0">
              <a:lnSpc>
                <a:spcPct val="100000"/>
              </a:lnSpc>
              <a:spcBef>
                <a:spcPts val="0"/>
              </a:spcBef>
              <a:spcAft>
                <a:spcPts val="0"/>
              </a:spcAft>
              <a:buNone/>
              <a:defRPr b="1" sz="1100"/>
            </a:lvl3pPr>
            <a:lvl4pPr lvl="3" rtl="0">
              <a:lnSpc>
                <a:spcPct val="100000"/>
              </a:lnSpc>
              <a:spcBef>
                <a:spcPts val="0"/>
              </a:spcBef>
              <a:spcAft>
                <a:spcPts val="0"/>
              </a:spcAft>
              <a:buNone/>
              <a:defRPr b="1" sz="1100"/>
            </a:lvl4pPr>
            <a:lvl5pPr lvl="4" rtl="0">
              <a:lnSpc>
                <a:spcPct val="100000"/>
              </a:lnSpc>
              <a:spcBef>
                <a:spcPts val="0"/>
              </a:spcBef>
              <a:spcAft>
                <a:spcPts val="0"/>
              </a:spcAft>
              <a:buNone/>
              <a:defRPr b="1" sz="1100"/>
            </a:lvl5pPr>
            <a:lvl6pPr lvl="5" rtl="0">
              <a:lnSpc>
                <a:spcPct val="100000"/>
              </a:lnSpc>
              <a:spcBef>
                <a:spcPts val="0"/>
              </a:spcBef>
              <a:spcAft>
                <a:spcPts val="0"/>
              </a:spcAft>
              <a:buNone/>
              <a:defRPr b="1" sz="1100"/>
            </a:lvl6pPr>
            <a:lvl7pPr lvl="6" rtl="0">
              <a:lnSpc>
                <a:spcPct val="100000"/>
              </a:lnSpc>
              <a:spcBef>
                <a:spcPts val="0"/>
              </a:spcBef>
              <a:spcAft>
                <a:spcPts val="0"/>
              </a:spcAft>
              <a:buNone/>
              <a:defRPr b="1" sz="1100"/>
            </a:lvl7pPr>
            <a:lvl8pPr lvl="7" rtl="0">
              <a:lnSpc>
                <a:spcPct val="100000"/>
              </a:lnSpc>
              <a:spcBef>
                <a:spcPts val="0"/>
              </a:spcBef>
              <a:spcAft>
                <a:spcPts val="0"/>
              </a:spcAft>
              <a:buNone/>
              <a:defRPr b="1" sz="1100"/>
            </a:lvl8pPr>
            <a:lvl9pPr lvl="8" rtl="0">
              <a:lnSpc>
                <a:spcPct val="100000"/>
              </a:lnSpc>
              <a:spcBef>
                <a:spcPts val="0"/>
              </a:spcBef>
              <a:spcAft>
                <a:spcPts val="0"/>
              </a:spcAft>
              <a:buNone/>
              <a:defRPr b="1" sz="1100"/>
            </a:lvl9pPr>
          </a:lstStyle>
          <a:p/>
        </p:txBody>
      </p:sp>
      <p:sp>
        <p:nvSpPr>
          <p:cNvPr id="2562" name="Google Shape;2562;p210"/>
          <p:cNvSpPr txBox="1"/>
          <p:nvPr>
            <p:ph idx="6" type="subTitle"/>
          </p:nvPr>
        </p:nvSpPr>
        <p:spPr>
          <a:xfrm>
            <a:off x="10284513" y="3048425"/>
            <a:ext cx="914400" cy="528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100"/>
            </a:lvl1pPr>
            <a:lvl2pPr lvl="1" rtl="0">
              <a:lnSpc>
                <a:spcPct val="100000"/>
              </a:lnSpc>
              <a:spcBef>
                <a:spcPts val="0"/>
              </a:spcBef>
              <a:spcAft>
                <a:spcPts val="0"/>
              </a:spcAft>
              <a:buNone/>
              <a:defRPr b="1" sz="1100"/>
            </a:lvl2pPr>
            <a:lvl3pPr lvl="2" rtl="0">
              <a:lnSpc>
                <a:spcPct val="100000"/>
              </a:lnSpc>
              <a:spcBef>
                <a:spcPts val="0"/>
              </a:spcBef>
              <a:spcAft>
                <a:spcPts val="0"/>
              </a:spcAft>
              <a:buNone/>
              <a:defRPr b="1" sz="1100"/>
            </a:lvl3pPr>
            <a:lvl4pPr lvl="3" rtl="0">
              <a:lnSpc>
                <a:spcPct val="100000"/>
              </a:lnSpc>
              <a:spcBef>
                <a:spcPts val="0"/>
              </a:spcBef>
              <a:spcAft>
                <a:spcPts val="0"/>
              </a:spcAft>
              <a:buNone/>
              <a:defRPr b="1" sz="1100"/>
            </a:lvl4pPr>
            <a:lvl5pPr lvl="4" rtl="0">
              <a:lnSpc>
                <a:spcPct val="100000"/>
              </a:lnSpc>
              <a:spcBef>
                <a:spcPts val="0"/>
              </a:spcBef>
              <a:spcAft>
                <a:spcPts val="0"/>
              </a:spcAft>
              <a:buNone/>
              <a:defRPr b="1" sz="1100"/>
            </a:lvl5pPr>
            <a:lvl6pPr lvl="5" rtl="0">
              <a:lnSpc>
                <a:spcPct val="100000"/>
              </a:lnSpc>
              <a:spcBef>
                <a:spcPts val="0"/>
              </a:spcBef>
              <a:spcAft>
                <a:spcPts val="0"/>
              </a:spcAft>
              <a:buNone/>
              <a:defRPr b="1" sz="1100"/>
            </a:lvl6pPr>
            <a:lvl7pPr lvl="6" rtl="0">
              <a:lnSpc>
                <a:spcPct val="100000"/>
              </a:lnSpc>
              <a:spcBef>
                <a:spcPts val="0"/>
              </a:spcBef>
              <a:spcAft>
                <a:spcPts val="0"/>
              </a:spcAft>
              <a:buNone/>
              <a:defRPr b="1" sz="1100"/>
            </a:lvl7pPr>
            <a:lvl8pPr lvl="7" rtl="0">
              <a:lnSpc>
                <a:spcPct val="100000"/>
              </a:lnSpc>
              <a:spcBef>
                <a:spcPts val="0"/>
              </a:spcBef>
              <a:spcAft>
                <a:spcPts val="0"/>
              </a:spcAft>
              <a:buNone/>
              <a:defRPr b="1" sz="1100"/>
            </a:lvl8pPr>
            <a:lvl9pPr lvl="8" rtl="0">
              <a:lnSpc>
                <a:spcPct val="100000"/>
              </a:lnSpc>
              <a:spcBef>
                <a:spcPts val="0"/>
              </a:spcBef>
              <a:spcAft>
                <a:spcPts val="0"/>
              </a:spcAft>
              <a:buNone/>
              <a:defRPr b="1" sz="1100"/>
            </a:lvl9pPr>
          </a:lstStyle>
          <a:p/>
        </p:txBody>
      </p:sp>
      <p:sp>
        <p:nvSpPr>
          <p:cNvPr id="2563" name="Google Shape;2563;p210"/>
          <p:cNvSpPr txBox="1"/>
          <p:nvPr>
            <p:ph idx="7" type="subTitle"/>
          </p:nvPr>
        </p:nvSpPr>
        <p:spPr>
          <a:xfrm>
            <a:off x="9078238" y="3841627"/>
            <a:ext cx="914400" cy="528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100"/>
            </a:lvl1pPr>
            <a:lvl2pPr lvl="1" rtl="0">
              <a:lnSpc>
                <a:spcPct val="100000"/>
              </a:lnSpc>
              <a:spcBef>
                <a:spcPts val="0"/>
              </a:spcBef>
              <a:spcAft>
                <a:spcPts val="0"/>
              </a:spcAft>
              <a:buNone/>
              <a:defRPr b="1" sz="1100"/>
            </a:lvl2pPr>
            <a:lvl3pPr lvl="2" rtl="0">
              <a:lnSpc>
                <a:spcPct val="100000"/>
              </a:lnSpc>
              <a:spcBef>
                <a:spcPts val="0"/>
              </a:spcBef>
              <a:spcAft>
                <a:spcPts val="0"/>
              </a:spcAft>
              <a:buNone/>
              <a:defRPr b="1" sz="1100"/>
            </a:lvl3pPr>
            <a:lvl4pPr lvl="3" rtl="0">
              <a:lnSpc>
                <a:spcPct val="100000"/>
              </a:lnSpc>
              <a:spcBef>
                <a:spcPts val="0"/>
              </a:spcBef>
              <a:spcAft>
                <a:spcPts val="0"/>
              </a:spcAft>
              <a:buNone/>
              <a:defRPr b="1" sz="1100"/>
            </a:lvl4pPr>
            <a:lvl5pPr lvl="4" rtl="0">
              <a:lnSpc>
                <a:spcPct val="100000"/>
              </a:lnSpc>
              <a:spcBef>
                <a:spcPts val="0"/>
              </a:spcBef>
              <a:spcAft>
                <a:spcPts val="0"/>
              </a:spcAft>
              <a:buNone/>
              <a:defRPr b="1" sz="1100"/>
            </a:lvl5pPr>
            <a:lvl6pPr lvl="5" rtl="0">
              <a:lnSpc>
                <a:spcPct val="100000"/>
              </a:lnSpc>
              <a:spcBef>
                <a:spcPts val="0"/>
              </a:spcBef>
              <a:spcAft>
                <a:spcPts val="0"/>
              </a:spcAft>
              <a:buNone/>
              <a:defRPr b="1" sz="1100"/>
            </a:lvl6pPr>
            <a:lvl7pPr lvl="6" rtl="0">
              <a:lnSpc>
                <a:spcPct val="100000"/>
              </a:lnSpc>
              <a:spcBef>
                <a:spcPts val="0"/>
              </a:spcBef>
              <a:spcAft>
                <a:spcPts val="0"/>
              </a:spcAft>
              <a:buNone/>
              <a:defRPr b="1" sz="1100"/>
            </a:lvl7pPr>
            <a:lvl8pPr lvl="7" rtl="0">
              <a:lnSpc>
                <a:spcPct val="100000"/>
              </a:lnSpc>
              <a:spcBef>
                <a:spcPts val="0"/>
              </a:spcBef>
              <a:spcAft>
                <a:spcPts val="0"/>
              </a:spcAft>
              <a:buNone/>
              <a:defRPr b="1" sz="1100"/>
            </a:lvl8pPr>
            <a:lvl9pPr lvl="8" rtl="0">
              <a:lnSpc>
                <a:spcPct val="100000"/>
              </a:lnSpc>
              <a:spcBef>
                <a:spcPts val="0"/>
              </a:spcBef>
              <a:spcAft>
                <a:spcPts val="0"/>
              </a:spcAft>
              <a:buNone/>
              <a:defRPr b="1" sz="1100"/>
            </a:lvl9pPr>
          </a:lstStyle>
          <a:p/>
        </p:txBody>
      </p:sp>
      <p:sp>
        <p:nvSpPr>
          <p:cNvPr id="2564" name="Google Shape;2564;p210"/>
          <p:cNvSpPr txBox="1"/>
          <p:nvPr>
            <p:ph idx="8" type="subTitle"/>
          </p:nvPr>
        </p:nvSpPr>
        <p:spPr>
          <a:xfrm>
            <a:off x="10284513" y="3841627"/>
            <a:ext cx="914400" cy="528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100"/>
            </a:lvl1pPr>
            <a:lvl2pPr lvl="1" rtl="0">
              <a:lnSpc>
                <a:spcPct val="100000"/>
              </a:lnSpc>
              <a:spcBef>
                <a:spcPts val="0"/>
              </a:spcBef>
              <a:spcAft>
                <a:spcPts val="0"/>
              </a:spcAft>
              <a:buNone/>
              <a:defRPr b="1" sz="1100"/>
            </a:lvl2pPr>
            <a:lvl3pPr lvl="2" rtl="0">
              <a:lnSpc>
                <a:spcPct val="100000"/>
              </a:lnSpc>
              <a:spcBef>
                <a:spcPts val="0"/>
              </a:spcBef>
              <a:spcAft>
                <a:spcPts val="0"/>
              </a:spcAft>
              <a:buNone/>
              <a:defRPr b="1" sz="1100"/>
            </a:lvl3pPr>
            <a:lvl4pPr lvl="3" rtl="0">
              <a:lnSpc>
                <a:spcPct val="100000"/>
              </a:lnSpc>
              <a:spcBef>
                <a:spcPts val="0"/>
              </a:spcBef>
              <a:spcAft>
                <a:spcPts val="0"/>
              </a:spcAft>
              <a:buNone/>
              <a:defRPr b="1" sz="1100"/>
            </a:lvl4pPr>
            <a:lvl5pPr lvl="4" rtl="0">
              <a:lnSpc>
                <a:spcPct val="100000"/>
              </a:lnSpc>
              <a:spcBef>
                <a:spcPts val="0"/>
              </a:spcBef>
              <a:spcAft>
                <a:spcPts val="0"/>
              </a:spcAft>
              <a:buNone/>
              <a:defRPr b="1" sz="1100"/>
            </a:lvl5pPr>
            <a:lvl6pPr lvl="5" rtl="0">
              <a:lnSpc>
                <a:spcPct val="100000"/>
              </a:lnSpc>
              <a:spcBef>
                <a:spcPts val="0"/>
              </a:spcBef>
              <a:spcAft>
                <a:spcPts val="0"/>
              </a:spcAft>
              <a:buNone/>
              <a:defRPr b="1" sz="1100"/>
            </a:lvl6pPr>
            <a:lvl7pPr lvl="6" rtl="0">
              <a:lnSpc>
                <a:spcPct val="100000"/>
              </a:lnSpc>
              <a:spcBef>
                <a:spcPts val="0"/>
              </a:spcBef>
              <a:spcAft>
                <a:spcPts val="0"/>
              </a:spcAft>
              <a:buNone/>
              <a:defRPr b="1" sz="1100"/>
            </a:lvl7pPr>
            <a:lvl8pPr lvl="7" rtl="0">
              <a:lnSpc>
                <a:spcPct val="100000"/>
              </a:lnSpc>
              <a:spcBef>
                <a:spcPts val="0"/>
              </a:spcBef>
              <a:spcAft>
                <a:spcPts val="0"/>
              </a:spcAft>
              <a:buNone/>
              <a:defRPr b="1" sz="1100"/>
            </a:lvl8pPr>
            <a:lvl9pPr lvl="8" rtl="0">
              <a:lnSpc>
                <a:spcPct val="100000"/>
              </a:lnSpc>
              <a:spcBef>
                <a:spcPts val="0"/>
              </a:spcBef>
              <a:spcAft>
                <a:spcPts val="0"/>
              </a:spcAft>
              <a:buNone/>
              <a:defRPr b="1" sz="1100"/>
            </a:lvl9pPr>
          </a:lstStyle>
          <a:p/>
        </p:txBody>
      </p:sp>
      <p:sp>
        <p:nvSpPr>
          <p:cNvPr id="2565" name="Google Shape;2565;p210"/>
          <p:cNvSpPr txBox="1"/>
          <p:nvPr>
            <p:ph idx="9" type="subTitle"/>
          </p:nvPr>
        </p:nvSpPr>
        <p:spPr>
          <a:xfrm>
            <a:off x="9078238" y="4603527"/>
            <a:ext cx="914400" cy="528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100"/>
            </a:lvl1pPr>
            <a:lvl2pPr lvl="1" rtl="0">
              <a:lnSpc>
                <a:spcPct val="100000"/>
              </a:lnSpc>
              <a:spcBef>
                <a:spcPts val="0"/>
              </a:spcBef>
              <a:spcAft>
                <a:spcPts val="0"/>
              </a:spcAft>
              <a:buNone/>
              <a:defRPr b="1" sz="1100"/>
            </a:lvl2pPr>
            <a:lvl3pPr lvl="2" rtl="0">
              <a:lnSpc>
                <a:spcPct val="100000"/>
              </a:lnSpc>
              <a:spcBef>
                <a:spcPts val="0"/>
              </a:spcBef>
              <a:spcAft>
                <a:spcPts val="0"/>
              </a:spcAft>
              <a:buNone/>
              <a:defRPr b="1" sz="1100"/>
            </a:lvl3pPr>
            <a:lvl4pPr lvl="3" rtl="0">
              <a:lnSpc>
                <a:spcPct val="100000"/>
              </a:lnSpc>
              <a:spcBef>
                <a:spcPts val="0"/>
              </a:spcBef>
              <a:spcAft>
                <a:spcPts val="0"/>
              </a:spcAft>
              <a:buNone/>
              <a:defRPr b="1" sz="1100"/>
            </a:lvl4pPr>
            <a:lvl5pPr lvl="4" rtl="0">
              <a:lnSpc>
                <a:spcPct val="100000"/>
              </a:lnSpc>
              <a:spcBef>
                <a:spcPts val="0"/>
              </a:spcBef>
              <a:spcAft>
                <a:spcPts val="0"/>
              </a:spcAft>
              <a:buNone/>
              <a:defRPr b="1" sz="1100"/>
            </a:lvl5pPr>
            <a:lvl6pPr lvl="5" rtl="0">
              <a:lnSpc>
                <a:spcPct val="100000"/>
              </a:lnSpc>
              <a:spcBef>
                <a:spcPts val="0"/>
              </a:spcBef>
              <a:spcAft>
                <a:spcPts val="0"/>
              </a:spcAft>
              <a:buNone/>
              <a:defRPr b="1" sz="1100"/>
            </a:lvl6pPr>
            <a:lvl7pPr lvl="6" rtl="0">
              <a:lnSpc>
                <a:spcPct val="100000"/>
              </a:lnSpc>
              <a:spcBef>
                <a:spcPts val="0"/>
              </a:spcBef>
              <a:spcAft>
                <a:spcPts val="0"/>
              </a:spcAft>
              <a:buNone/>
              <a:defRPr b="1" sz="1100"/>
            </a:lvl7pPr>
            <a:lvl8pPr lvl="7" rtl="0">
              <a:lnSpc>
                <a:spcPct val="100000"/>
              </a:lnSpc>
              <a:spcBef>
                <a:spcPts val="0"/>
              </a:spcBef>
              <a:spcAft>
                <a:spcPts val="0"/>
              </a:spcAft>
              <a:buNone/>
              <a:defRPr b="1" sz="1100"/>
            </a:lvl8pPr>
            <a:lvl9pPr lvl="8" rtl="0">
              <a:lnSpc>
                <a:spcPct val="100000"/>
              </a:lnSpc>
              <a:spcBef>
                <a:spcPts val="0"/>
              </a:spcBef>
              <a:spcAft>
                <a:spcPts val="0"/>
              </a:spcAft>
              <a:buNone/>
              <a:defRPr b="1" sz="1100"/>
            </a:lvl9pPr>
          </a:lstStyle>
          <a:p/>
        </p:txBody>
      </p:sp>
      <p:sp>
        <p:nvSpPr>
          <p:cNvPr id="2566" name="Google Shape;2566;p210"/>
          <p:cNvSpPr txBox="1"/>
          <p:nvPr>
            <p:ph idx="13" type="subTitle"/>
          </p:nvPr>
        </p:nvSpPr>
        <p:spPr>
          <a:xfrm>
            <a:off x="10284513" y="4603527"/>
            <a:ext cx="914400" cy="5289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100"/>
            </a:lvl1pPr>
            <a:lvl2pPr lvl="1" rtl="0">
              <a:lnSpc>
                <a:spcPct val="100000"/>
              </a:lnSpc>
              <a:spcBef>
                <a:spcPts val="0"/>
              </a:spcBef>
              <a:spcAft>
                <a:spcPts val="0"/>
              </a:spcAft>
              <a:buNone/>
              <a:defRPr b="1" sz="1100"/>
            </a:lvl2pPr>
            <a:lvl3pPr lvl="2" rtl="0">
              <a:lnSpc>
                <a:spcPct val="100000"/>
              </a:lnSpc>
              <a:spcBef>
                <a:spcPts val="0"/>
              </a:spcBef>
              <a:spcAft>
                <a:spcPts val="0"/>
              </a:spcAft>
              <a:buNone/>
              <a:defRPr b="1" sz="1100"/>
            </a:lvl3pPr>
            <a:lvl4pPr lvl="3" rtl="0">
              <a:lnSpc>
                <a:spcPct val="100000"/>
              </a:lnSpc>
              <a:spcBef>
                <a:spcPts val="0"/>
              </a:spcBef>
              <a:spcAft>
                <a:spcPts val="0"/>
              </a:spcAft>
              <a:buNone/>
              <a:defRPr b="1" sz="1100"/>
            </a:lvl4pPr>
            <a:lvl5pPr lvl="4" rtl="0">
              <a:lnSpc>
                <a:spcPct val="100000"/>
              </a:lnSpc>
              <a:spcBef>
                <a:spcPts val="0"/>
              </a:spcBef>
              <a:spcAft>
                <a:spcPts val="0"/>
              </a:spcAft>
              <a:buNone/>
              <a:defRPr b="1" sz="1100"/>
            </a:lvl5pPr>
            <a:lvl6pPr lvl="5" rtl="0">
              <a:lnSpc>
                <a:spcPct val="100000"/>
              </a:lnSpc>
              <a:spcBef>
                <a:spcPts val="0"/>
              </a:spcBef>
              <a:spcAft>
                <a:spcPts val="0"/>
              </a:spcAft>
              <a:buNone/>
              <a:defRPr b="1" sz="1100"/>
            </a:lvl6pPr>
            <a:lvl7pPr lvl="6" rtl="0">
              <a:lnSpc>
                <a:spcPct val="100000"/>
              </a:lnSpc>
              <a:spcBef>
                <a:spcPts val="0"/>
              </a:spcBef>
              <a:spcAft>
                <a:spcPts val="0"/>
              </a:spcAft>
              <a:buNone/>
              <a:defRPr b="1" sz="1100"/>
            </a:lvl7pPr>
            <a:lvl8pPr lvl="7" rtl="0">
              <a:lnSpc>
                <a:spcPct val="100000"/>
              </a:lnSpc>
              <a:spcBef>
                <a:spcPts val="0"/>
              </a:spcBef>
              <a:spcAft>
                <a:spcPts val="0"/>
              </a:spcAft>
              <a:buNone/>
              <a:defRPr b="1" sz="1100"/>
            </a:lvl8pPr>
            <a:lvl9pPr lvl="8" rtl="0">
              <a:lnSpc>
                <a:spcPct val="100000"/>
              </a:lnSpc>
              <a:spcBef>
                <a:spcPts val="0"/>
              </a:spcBef>
              <a:spcAft>
                <a:spcPts val="0"/>
              </a:spcAft>
              <a:buNone/>
              <a:defRPr b="1" sz="1100"/>
            </a:lvl9pPr>
          </a:lstStyle>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2567" name="Shape 2567"/>
        <p:cNvGrpSpPr/>
        <p:nvPr/>
      </p:nvGrpSpPr>
      <p:grpSpPr>
        <a:xfrm>
          <a:off x="0" y="0"/>
          <a:ext cx="0" cy="0"/>
          <a:chOff x="0" y="0"/>
          <a:chExt cx="0" cy="0"/>
        </a:xfrm>
      </p:grpSpPr>
      <p:sp>
        <p:nvSpPr>
          <p:cNvPr id="2568" name="Google Shape;2568;p2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569" name="Google Shape;2569;p21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570" name="Google Shape;2570;p21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571" name="Google Shape;2571;p211"/>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572" name="Google Shape;2572;p21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573" name="Google Shape;2573;p21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574" name="Google Shape;2574;p21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575" name="Google Shape;2575;p211"/>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576" name="Google Shape;2576;p211"/>
          <p:cNvSpPr txBox="1"/>
          <p:nvPr>
            <p:ph idx="4"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2577" name="Google Shape;2577;p211"/>
          <p:cNvSpPr txBox="1"/>
          <p:nvPr>
            <p:ph idx="5"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700">
                <a:solidFill>
                  <a:schemeClr val="accent1"/>
                </a:solidFill>
                <a:latin typeface="Red Hat Display"/>
                <a:ea typeface="Red Hat Display"/>
                <a:cs typeface="Red Hat Display"/>
                <a:sym typeface="Red Hat Display"/>
              </a:defRPr>
            </a:lvl1pPr>
            <a:lvl2pPr lvl="1" rtl="0">
              <a:lnSpc>
                <a:spcPct val="100000"/>
              </a:lnSpc>
              <a:spcBef>
                <a:spcPts val="0"/>
              </a:spcBef>
              <a:spcAft>
                <a:spcPts val="0"/>
              </a:spcAft>
              <a:buNone/>
              <a:defRPr sz="2700">
                <a:solidFill>
                  <a:schemeClr val="accent1"/>
                </a:solidFill>
              </a:defRPr>
            </a:lvl2pPr>
            <a:lvl3pPr lvl="2" rtl="0">
              <a:lnSpc>
                <a:spcPct val="100000"/>
              </a:lnSpc>
              <a:spcBef>
                <a:spcPts val="0"/>
              </a:spcBef>
              <a:spcAft>
                <a:spcPts val="0"/>
              </a:spcAft>
              <a:buNone/>
              <a:defRPr sz="2700">
                <a:solidFill>
                  <a:schemeClr val="accent1"/>
                </a:solidFill>
              </a:defRPr>
            </a:lvl3pPr>
            <a:lvl4pPr lvl="3" rtl="0">
              <a:lnSpc>
                <a:spcPct val="100000"/>
              </a:lnSpc>
              <a:spcBef>
                <a:spcPts val="0"/>
              </a:spcBef>
              <a:spcAft>
                <a:spcPts val="0"/>
              </a:spcAft>
              <a:buNone/>
              <a:defRPr sz="2700">
                <a:solidFill>
                  <a:schemeClr val="accent1"/>
                </a:solidFill>
              </a:defRPr>
            </a:lvl4pPr>
            <a:lvl5pPr lvl="4" rtl="0">
              <a:lnSpc>
                <a:spcPct val="100000"/>
              </a:lnSpc>
              <a:spcBef>
                <a:spcPts val="0"/>
              </a:spcBef>
              <a:spcAft>
                <a:spcPts val="0"/>
              </a:spcAft>
              <a:buNone/>
              <a:defRPr sz="2700">
                <a:solidFill>
                  <a:schemeClr val="accent1"/>
                </a:solidFill>
              </a:defRPr>
            </a:lvl5pPr>
            <a:lvl6pPr lvl="5" rtl="0">
              <a:lnSpc>
                <a:spcPct val="100000"/>
              </a:lnSpc>
              <a:spcBef>
                <a:spcPts val="0"/>
              </a:spcBef>
              <a:spcAft>
                <a:spcPts val="0"/>
              </a:spcAft>
              <a:buNone/>
              <a:defRPr sz="2700">
                <a:solidFill>
                  <a:schemeClr val="accent1"/>
                </a:solidFill>
              </a:defRPr>
            </a:lvl6pPr>
            <a:lvl7pPr lvl="6" rtl="0">
              <a:lnSpc>
                <a:spcPct val="100000"/>
              </a:lnSpc>
              <a:spcBef>
                <a:spcPts val="0"/>
              </a:spcBef>
              <a:spcAft>
                <a:spcPts val="0"/>
              </a:spcAft>
              <a:buNone/>
              <a:defRPr sz="2700">
                <a:solidFill>
                  <a:schemeClr val="accent1"/>
                </a:solidFill>
              </a:defRPr>
            </a:lvl7pPr>
            <a:lvl8pPr lvl="7" rtl="0">
              <a:lnSpc>
                <a:spcPct val="100000"/>
              </a:lnSpc>
              <a:spcBef>
                <a:spcPts val="0"/>
              </a:spcBef>
              <a:spcAft>
                <a:spcPts val="0"/>
              </a:spcAft>
              <a:buNone/>
              <a:defRPr sz="2700">
                <a:solidFill>
                  <a:schemeClr val="accent1"/>
                </a:solidFill>
              </a:defRPr>
            </a:lvl8pPr>
            <a:lvl9pPr lvl="8" rtl="0">
              <a:lnSpc>
                <a:spcPct val="100000"/>
              </a:lnSpc>
              <a:spcBef>
                <a:spcPts val="0"/>
              </a:spcBef>
              <a:spcAft>
                <a:spcPts val="0"/>
              </a:spcAft>
              <a:buNone/>
              <a:defRPr sz="2700">
                <a:solidFill>
                  <a:schemeClr val="accent1"/>
                </a:solidFill>
              </a:defRPr>
            </a:lvl9pPr>
          </a:lstStyle>
          <a:p/>
        </p:txBody>
      </p:sp>
      <p:sp>
        <p:nvSpPr>
          <p:cNvPr id="2578" name="Google Shape;2578;p211"/>
          <p:cNvSpPr txBox="1"/>
          <p:nvPr>
            <p:ph idx="6"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2579" name="Google Shape;2579;p211"/>
          <p:cNvSpPr txBox="1"/>
          <p:nvPr>
            <p:ph idx="7"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700">
                <a:solidFill>
                  <a:schemeClr val="accent2"/>
                </a:solidFill>
                <a:latin typeface="Red Hat Display"/>
                <a:ea typeface="Red Hat Display"/>
                <a:cs typeface="Red Hat Display"/>
                <a:sym typeface="Red Hat Display"/>
              </a:defRPr>
            </a:lvl1pPr>
            <a:lvl2pPr lvl="1" rtl="0">
              <a:lnSpc>
                <a:spcPct val="100000"/>
              </a:lnSpc>
              <a:spcBef>
                <a:spcPts val="0"/>
              </a:spcBef>
              <a:spcAft>
                <a:spcPts val="0"/>
              </a:spcAft>
              <a:buNone/>
              <a:defRPr sz="2700">
                <a:solidFill>
                  <a:schemeClr val="accent2"/>
                </a:solidFill>
              </a:defRPr>
            </a:lvl2pPr>
            <a:lvl3pPr lvl="2" rtl="0">
              <a:lnSpc>
                <a:spcPct val="100000"/>
              </a:lnSpc>
              <a:spcBef>
                <a:spcPts val="0"/>
              </a:spcBef>
              <a:spcAft>
                <a:spcPts val="0"/>
              </a:spcAft>
              <a:buNone/>
              <a:defRPr sz="2700">
                <a:solidFill>
                  <a:schemeClr val="accent2"/>
                </a:solidFill>
              </a:defRPr>
            </a:lvl3pPr>
            <a:lvl4pPr lvl="3" rtl="0">
              <a:lnSpc>
                <a:spcPct val="100000"/>
              </a:lnSpc>
              <a:spcBef>
                <a:spcPts val="0"/>
              </a:spcBef>
              <a:spcAft>
                <a:spcPts val="0"/>
              </a:spcAft>
              <a:buNone/>
              <a:defRPr sz="2700">
                <a:solidFill>
                  <a:schemeClr val="accent2"/>
                </a:solidFill>
              </a:defRPr>
            </a:lvl4pPr>
            <a:lvl5pPr lvl="4" rtl="0">
              <a:lnSpc>
                <a:spcPct val="100000"/>
              </a:lnSpc>
              <a:spcBef>
                <a:spcPts val="0"/>
              </a:spcBef>
              <a:spcAft>
                <a:spcPts val="0"/>
              </a:spcAft>
              <a:buNone/>
              <a:defRPr sz="2700">
                <a:solidFill>
                  <a:schemeClr val="accent2"/>
                </a:solidFill>
              </a:defRPr>
            </a:lvl5pPr>
            <a:lvl6pPr lvl="5" rtl="0">
              <a:lnSpc>
                <a:spcPct val="100000"/>
              </a:lnSpc>
              <a:spcBef>
                <a:spcPts val="0"/>
              </a:spcBef>
              <a:spcAft>
                <a:spcPts val="0"/>
              </a:spcAft>
              <a:buNone/>
              <a:defRPr sz="2700">
                <a:solidFill>
                  <a:schemeClr val="accent2"/>
                </a:solidFill>
              </a:defRPr>
            </a:lvl6pPr>
            <a:lvl7pPr lvl="6" rtl="0">
              <a:lnSpc>
                <a:spcPct val="100000"/>
              </a:lnSpc>
              <a:spcBef>
                <a:spcPts val="0"/>
              </a:spcBef>
              <a:spcAft>
                <a:spcPts val="0"/>
              </a:spcAft>
              <a:buNone/>
              <a:defRPr sz="2700">
                <a:solidFill>
                  <a:schemeClr val="accent2"/>
                </a:solidFill>
              </a:defRPr>
            </a:lvl7pPr>
            <a:lvl8pPr lvl="7" rtl="0">
              <a:lnSpc>
                <a:spcPct val="100000"/>
              </a:lnSpc>
              <a:spcBef>
                <a:spcPts val="0"/>
              </a:spcBef>
              <a:spcAft>
                <a:spcPts val="0"/>
              </a:spcAft>
              <a:buNone/>
              <a:defRPr sz="2700">
                <a:solidFill>
                  <a:schemeClr val="accent2"/>
                </a:solidFill>
              </a:defRPr>
            </a:lvl8pPr>
            <a:lvl9pPr lvl="8" rtl="0">
              <a:lnSpc>
                <a:spcPct val="100000"/>
              </a:lnSpc>
              <a:spcBef>
                <a:spcPts val="0"/>
              </a:spcBef>
              <a:spcAft>
                <a:spcPts val="0"/>
              </a:spcAft>
              <a:buNone/>
              <a:defRPr sz="2700">
                <a:solidFill>
                  <a:schemeClr val="accent2"/>
                </a:solidFill>
              </a:defRPr>
            </a:lvl9pPr>
          </a:lstStyle>
          <a:p/>
        </p:txBody>
      </p:sp>
      <p:sp>
        <p:nvSpPr>
          <p:cNvPr id="2580" name="Google Shape;2580;p211"/>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11"/>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11"/>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11"/>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11"/>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11"/>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11"/>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11"/>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11"/>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211"/>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11"/>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11"/>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11"/>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11"/>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211"/>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211"/>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211"/>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211"/>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211"/>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211"/>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00" name="Google Shape;2600;p211"/>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211"/>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211"/>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211"/>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11"/>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211"/>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11"/>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11"/>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11"/>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11"/>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10" name="Google Shape;2610;p211"/>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11"/>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11"/>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11"/>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11"/>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11"/>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211"/>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211"/>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211"/>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211"/>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20" name="Google Shape;2620;p211"/>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211"/>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11"/>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11"/>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11"/>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11"/>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11"/>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211"/>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211"/>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211"/>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30" name="Google Shape;2630;p211"/>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211"/>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211"/>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11"/>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11"/>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11"/>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211"/>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11"/>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11"/>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11"/>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40" name="Google Shape;2640;p211"/>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11"/>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11"/>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11"/>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11"/>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11"/>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11"/>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11"/>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11"/>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11"/>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50" name="Google Shape;2650;p211"/>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11"/>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11"/>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211"/>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211"/>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11"/>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11"/>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11"/>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11"/>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11"/>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60" name="Google Shape;2660;p211"/>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11"/>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11"/>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11"/>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11"/>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11"/>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11"/>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11"/>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11"/>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211"/>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70" name="Google Shape;2670;p211"/>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211"/>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211"/>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211"/>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211"/>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211"/>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211"/>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211"/>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211"/>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211"/>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80" name="Google Shape;2680;p211"/>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11"/>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11"/>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11"/>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11"/>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11"/>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11"/>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11"/>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11"/>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11"/>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690" name="Google Shape;2690;p211"/>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11"/>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11"/>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211"/>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211"/>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211"/>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211"/>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211"/>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211"/>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211"/>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00" name="Google Shape;2700;p211"/>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211"/>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211"/>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211"/>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211"/>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11"/>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11"/>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11"/>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11"/>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11"/>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10" name="Google Shape;2710;p211"/>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11"/>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211"/>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11"/>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11"/>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11"/>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211"/>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211"/>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11"/>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211"/>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20" name="Google Shape;2720;p211"/>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11"/>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11"/>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11"/>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11"/>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11"/>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211"/>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211"/>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211"/>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211"/>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30" name="Google Shape;2730;p211"/>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211"/>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211"/>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211"/>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211"/>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211"/>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211"/>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211"/>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211"/>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211"/>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40" name="Google Shape;2740;p211"/>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211"/>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211"/>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211"/>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211"/>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211"/>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211"/>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211"/>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211"/>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211"/>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50" name="Google Shape;2750;p211"/>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211"/>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211"/>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211"/>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211"/>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11"/>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11"/>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11"/>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211"/>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11"/>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60" name="Google Shape;2760;p211"/>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211"/>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211"/>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211"/>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211"/>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211"/>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211"/>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211"/>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211"/>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211"/>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2770" name="Google Shape;2770;p211"/>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211"/>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211"/>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211"/>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211"/>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211"/>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211"/>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211"/>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211"/>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211"/>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2780" name="Shape 2780"/>
        <p:cNvGrpSpPr/>
        <p:nvPr/>
      </p:nvGrpSpPr>
      <p:grpSpPr>
        <a:xfrm>
          <a:off x="0" y="0"/>
          <a:ext cx="0" cy="0"/>
          <a:chOff x="0" y="0"/>
          <a:chExt cx="0" cy="0"/>
        </a:xfrm>
      </p:grpSpPr>
      <p:sp>
        <p:nvSpPr>
          <p:cNvPr id="2781" name="Google Shape;2781;p2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782" name="Google Shape;2782;p21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783" name="Google Shape;2783;p21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784" name="Google Shape;2784;p212"/>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785" name="Google Shape;2785;p21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786" name="Google Shape;2786;p21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787" name="Google Shape;2787;p21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788" name="Google Shape;2788;p212"/>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789" name="Google Shape;2789;p212"/>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2790" name="Google Shape;2790;p212"/>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2791" name="Google Shape;2791;p212"/>
          <p:cNvSpPr txBox="1"/>
          <p:nvPr>
            <p:ph idx="4"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792" name="Google Shape;2792;p212"/>
          <p:cNvSpPr txBox="1"/>
          <p:nvPr>
            <p:ph idx="5"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500"/>
            </a:lvl1pPr>
            <a:lvl2pPr lvl="1" rtl="0">
              <a:lnSpc>
                <a:spcPct val="140000"/>
              </a:lnSpc>
              <a:spcBef>
                <a:spcPts val="0"/>
              </a:spcBef>
              <a:spcAft>
                <a:spcPts val="0"/>
              </a:spcAft>
              <a:buNone/>
              <a:defRPr sz="1500"/>
            </a:lvl2pPr>
            <a:lvl3pPr lvl="2" rtl="0">
              <a:lnSpc>
                <a:spcPct val="140000"/>
              </a:lnSpc>
              <a:spcBef>
                <a:spcPts val="0"/>
              </a:spcBef>
              <a:spcAft>
                <a:spcPts val="0"/>
              </a:spcAft>
              <a:buNone/>
              <a:defRPr sz="1500"/>
            </a:lvl3pPr>
            <a:lvl4pPr lvl="3" rtl="0">
              <a:lnSpc>
                <a:spcPct val="140000"/>
              </a:lnSpc>
              <a:spcBef>
                <a:spcPts val="0"/>
              </a:spcBef>
              <a:spcAft>
                <a:spcPts val="0"/>
              </a:spcAft>
              <a:buNone/>
              <a:defRPr sz="1500"/>
            </a:lvl4pPr>
            <a:lvl5pPr lvl="4" rtl="0">
              <a:lnSpc>
                <a:spcPct val="140000"/>
              </a:lnSpc>
              <a:spcBef>
                <a:spcPts val="0"/>
              </a:spcBef>
              <a:spcAft>
                <a:spcPts val="0"/>
              </a:spcAft>
              <a:buNone/>
              <a:defRPr sz="1500"/>
            </a:lvl5pPr>
            <a:lvl6pPr lvl="5" rtl="0">
              <a:lnSpc>
                <a:spcPct val="140000"/>
              </a:lnSpc>
              <a:spcBef>
                <a:spcPts val="0"/>
              </a:spcBef>
              <a:spcAft>
                <a:spcPts val="0"/>
              </a:spcAft>
              <a:buNone/>
              <a:defRPr sz="1500"/>
            </a:lvl6pPr>
            <a:lvl7pPr lvl="6" rtl="0">
              <a:lnSpc>
                <a:spcPct val="140000"/>
              </a:lnSpc>
              <a:spcBef>
                <a:spcPts val="0"/>
              </a:spcBef>
              <a:spcAft>
                <a:spcPts val="0"/>
              </a:spcAft>
              <a:buNone/>
              <a:defRPr sz="1500"/>
            </a:lvl7pPr>
            <a:lvl8pPr lvl="7" rtl="0">
              <a:lnSpc>
                <a:spcPct val="140000"/>
              </a:lnSpc>
              <a:spcBef>
                <a:spcPts val="0"/>
              </a:spcBef>
              <a:spcAft>
                <a:spcPts val="0"/>
              </a:spcAft>
              <a:buNone/>
              <a:defRPr sz="1500"/>
            </a:lvl8pPr>
            <a:lvl9pPr lvl="8" rtl="0">
              <a:lnSpc>
                <a:spcPct val="140000"/>
              </a:lnSpc>
              <a:spcBef>
                <a:spcPts val="0"/>
              </a:spcBef>
              <a:spcAft>
                <a:spcPts val="0"/>
              </a:spcAft>
              <a:buNone/>
              <a:defRPr sz="1500"/>
            </a:lvl9pPr>
          </a:lstStyle>
          <a:p/>
        </p:txBody>
      </p:sp>
      <p:sp>
        <p:nvSpPr>
          <p:cNvPr id="2793" name="Google Shape;2793;p212"/>
          <p:cNvSpPr txBox="1"/>
          <p:nvPr>
            <p:ph idx="6"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500"/>
            </a:lvl1pPr>
            <a:lvl2pPr lvl="1" rtl="0">
              <a:lnSpc>
                <a:spcPct val="140000"/>
              </a:lnSpc>
              <a:spcBef>
                <a:spcPts val="0"/>
              </a:spcBef>
              <a:spcAft>
                <a:spcPts val="0"/>
              </a:spcAft>
              <a:buNone/>
              <a:defRPr sz="1500"/>
            </a:lvl2pPr>
            <a:lvl3pPr lvl="2" rtl="0">
              <a:lnSpc>
                <a:spcPct val="140000"/>
              </a:lnSpc>
              <a:spcBef>
                <a:spcPts val="0"/>
              </a:spcBef>
              <a:spcAft>
                <a:spcPts val="0"/>
              </a:spcAft>
              <a:buNone/>
              <a:defRPr sz="1500"/>
            </a:lvl3pPr>
            <a:lvl4pPr lvl="3" rtl="0">
              <a:lnSpc>
                <a:spcPct val="140000"/>
              </a:lnSpc>
              <a:spcBef>
                <a:spcPts val="0"/>
              </a:spcBef>
              <a:spcAft>
                <a:spcPts val="0"/>
              </a:spcAft>
              <a:buNone/>
              <a:defRPr sz="1500"/>
            </a:lvl4pPr>
            <a:lvl5pPr lvl="4" rtl="0">
              <a:lnSpc>
                <a:spcPct val="140000"/>
              </a:lnSpc>
              <a:spcBef>
                <a:spcPts val="0"/>
              </a:spcBef>
              <a:spcAft>
                <a:spcPts val="0"/>
              </a:spcAft>
              <a:buNone/>
              <a:defRPr sz="1500"/>
            </a:lvl5pPr>
            <a:lvl6pPr lvl="5" rtl="0">
              <a:lnSpc>
                <a:spcPct val="140000"/>
              </a:lnSpc>
              <a:spcBef>
                <a:spcPts val="0"/>
              </a:spcBef>
              <a:spcAft>
                <a:spcPts val="0"/>
              </a:spcAft>
              <a:buNone/>
              <a:defRPr sz="1500"/>
            </a:lvl6pPr>
            <a:lvl7pPr lvl="6" rtl="0">
              <a:lnSpc>
                <a:spcPct val="140000"/>
              </a:lnSpc>
              <a:spcBef>
                <a:spcPts val="0"/>
              </a:spcBef>
              <a:spcAft>
                <a:spcPts val="0"/>
              </a:spcAft>
              <a:buNone/>
              <a:defRPr sz="1500"/>
            </a:lvl7pPr>
            <a:lvl8pPr lvl="7" rtl="0">
              <a:lnSpc>
                <a:spcPct val="140000"/>
              </a:lnSpc>
              <a:spcBef>
                <a:spcPts val="0"/>
              </a:spcBef>
              <a:spcAft>
                <a:spcPts val="0"/>
              </a:spcAft>
              <a:buNone/>
              <a:defRPr sz="1500"/>
            </a:lvl8pPr>
            <a:lvl9pPr lvl="8" rtl="0">
              <a:lnSpc>
                <a:spcPct val="140000"/>
              </a:lnSpc>
              <a:spcBef>
                <a:spcPts val="0"/>
              </a:spcBef>
              <a:spcAft>
                <a:spcPts val="0"/>
              </a:spcAft>
              <a:buNone/>
              <a:defRPr sz="1500"/>
            </a:lvl9pPr>
          </a:lstStyle>
          <a:p/>
        </p:txBody>
      </p:sp>
      <p:sp>
        <p:nvSpPr>
          <p:cNvPr id="2794" name="Google Shape;2794;p212"/>
          <p:cNvSpPr txBox="1"/>
          <p:nvPr>
            <p:ph idx="7"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500"/>
            </a:lvl1pPr>
            <a:lvl2pPr lvl="1" rtl="0">
              <a:lnSpc>
                <a:spcPct val="140000"/>
              </a:lnSpc>
              <a:spcBef>
                <a:spcPts val="0"/>
              </a:spcBef>
              <a:spcAft>
                <a:spcPts val="0"/>
              </a:spcAft>
              <a:buNone/>
              <a:defRPr sz="1500"/>
            </a:lvl2pPr>
            <a:lvl3pPr lvl="2" rtl="0">
              <a:lnSpc>
                <a:spcPct val="140000"/>
              </a:lnSpc>
              <a:spcBef>
                <a:spcPts val="0"/>
              </a:spcBef>
              <a:spcAft>
                <a:spcPts val="0"/>
              </a:spcAft>
              <a:buNone/>
              <a:defRPr sz="1500"/>
            </a:lvl3pPr>
            <a:lvl4pPr lvl="3" rtl="0">
              <a:lnSpc>
                <a:spcPct val="140000"/>
              </a:lnSpc>
              <a:spcBef>
                <a:spcPts val="0"/>
              </a:spcBef>
              <a:spcAft>
                <a:spcPts val="0"/>
              </a:spcAft>
              <a:buNone/>
              <a:defRPr sz="1500"/>
            </a:lvl4pPr>
            <a:lvl5pPr lvl="4" rtl="0">
              <a:lnSpc>
                <a:spcPct val="140000"/>
              </a:lnSpc>
              <a:spcBef>
                <a:spcPts val="0"/>
              </a:spcBef>
              <a:spcAft>
                <a:spcPts val="0"/>
              </a:spcAft>
              <a:buNone/>
              <a:defRPr sz="1500"/>
            </a:lvl5pPr>
            <a:lvl6pPr lvl="5" rtl="0">
              <a:lnSpc>
                <a:spcPct val="140000"/>
              </a:lnSpc>
              <a:spcBef>
                <a:spcPts val="0"/>
              </a:spcBef>
              <a:spcAft>
                <a:spcPts val="0"/>
              </a:spcAft>
              <a:buNone/>
              <a:defRPr sz="1500"/>
            </a:lvl6pPr>
            <a:lvl7pPr lvl="6" rtl="0">
              <a:lnSpc>
                <a:spcPct val="140000"/>
              </a:lnSpc>
              <a:spcBef>
                <a:spcPts val="0"/>
              </a:spcBef>
              <a:spcAft>
                <a:spcPts val="0"/>
              </a:spcAft>
              <a:buNone/>
              <a:defRPr sz="1500"/>
            </a:lvl7pPr>
            <a:lvl8pPr lvl="7" rtl="0">
              <a:lnSpc>
                <a:spcPct val="140000"/>
              </a:lnSpc>
              <a:spcBef>
                <a:spcPts val="0"/>
              </a:spcBef>
              <a:spcAft>
                <a:spcPts val="0"/>
              </a:spcAft>
              <a:buNone/>
              <a:defRPr sz="1500"/>
            </a:lvl8pPr>
            <a:lvl9pPr lvl="8" rtl="0">
              <a:lnSpc>
                <a:spcPct val="140000"/>
              </a:lnSpc>
              <a:spcBef>
                <a:spcPts val="0"/>
              </a:spcBef>
              <a:spcAft>
                <a:spcPts val="0"/>
              </a:spcAft>
              <a:buNone/>
              <a:defRPr sz="1500"/>
            </a:lvl9pPr>
          </a:lstStyle>
          <a:p/>
        </p:txBody>
      </p:sp>
      <p:sp>
        <p:nvSpPr>
          <p:cNvPr id="2795" name="Google Shape;2795;p212"/>
          <p:cNvSpPr txBox="1"/>
          <p:nvPr>
            <p:ph idx="8"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796" name="Google Shape;2796;p212"/>
          <p:cNvSpPr txBox="1"/>
          <p:nvPr>
            <p:ph idx="9"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2797" name="Google Shape;2797;p212"/>
          <p:cNvPicPr preferRelativeResize="0"/>
          <p:nvPr/>
        </p:nvPicPr>
        <p:blipFill>
          <a:blip r:embed="rId3">
            <a:alphaModFix/>
          </a:blip>
          <a:stretch>
            <a:fillRect/>
          </a:stretch>
        </p:blipFill>
        <p:spPr>
          <a:xfrm>
            <a:off x="1044805" y="2217196"/>
            <a:ext cx="553219" cy="553200"/>
          </a:xfrm>
          <a:prstGeom prst="rect">
            <a:avLst/>
          </a:prstGeom>
          <a:noFill/>
          <a:ln>
            <a:noFill/>
          </a:ln>
        </p:spPr>
      </p:pic>
      <p:pic>
        <p:nvPicPr>
          <p:cNvPr id="2798" name="Google Shape;2798;p212"/>
          <p:cNvPicPr preferRelativeResize="0"/>
          <p:nvPr/>
        </p:nvPicPr>
        <p:blipFill>
          <a:blip r:embed="rId3">
            <a:alphaModFix/>
          </a:blip>
          <a:stretch>
            <a:fillRect/>
          </a:stretch>
        </p:blipFill>
        <p:spPr>
          <a:xfrm>
            <a:off x="4627759" y="2217196"/>
            <a:ext cx="553219" cy="553200"/>
          </a:xfrm>
          <a:prstGeom prst="rect">
            <a:avLst/>
          </a:prstGeom>
          <a:noFill/>
          <a:ln>
            <a:noFill/>
          </a:ln>
        </p:spPr>
      </p:pic>
      <p:pic>
        <p:nvPicPr>
          <p:cNvPr id="2799" name="Google Shape;2799;p212"/>
          <p:cNvPicPr preferRelativeResize="0"/>
          <p:nvPr/>
        </p:nvPicPr>
        <p:blipFill>
          <a:blip r:embed="rId3">
            <a:alphaModFix/>
          </a:blip>
          <a:stretch>
            <a:fillRect/>
          </a:stretch>
        </p:blipFill>
        <p:spPr>
          <a:xfrm>
            <a:off x="8210712" y="2217196"/>
            <a:ext cx="553219" cy="553200"/>
          </a:xfrm>
          <a:prstGeom prst="rect">
            <a:avLst/>
          </a:prstGeom>
          <a:noFill/>
          <a:ln>
            <a:noFill/>
          </a:ln>
        </p:spPr>
      </p:pic>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2800" name="Shape 2800"/>
        <p:cNvGrpSpPr/>
        <p:nvPr/>
      </p:nvGrpSpPr>
      <p:grpSpPr>
        <a:xfrm>
          <a:off x="0" y="0"/>
          <a:ext cx="0" cy="0"/>
          <a:chOff x="0" y="0"/>
          <a:chExt cx="0" cy="0"/>
        </a:xfrm>
      </p:grpSpPr>
      <p:sp>
        <p:nvSpPr>
          <p:cNvPr id="2801" name="Google Shape;2801;p2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802" name="Google Shape;2802;p21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803" name="Google Shape;2803;p21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04" name="Google Shape;2804;p213"/>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805" name="Google Shape;2805;p21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06" name="Google Shape;2806;p21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07" name="Google Shape;2807;p21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808" name="Google Shape;2808;p213"/>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809" name="Google Shape;2809;p213"/>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2810" name="Google Shape;2810;p213"/>
          <p:cNvSpPr txBox="1"/>
          <p:nvPr>
            <p:ph idx="4"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811" name="Google Shape;2811;p213"/>
          <p:cNvSpPr txBox="1"/>
          <p:nvPr>
            <p:ph idx="5"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2812" name="Google Shape;2812;p213"/>
          <p:cNvSpPr txBox="1"/>
          <p:nvPr>
            <p:ph idx="6"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2813" name="Google Shape;2813;p213"/>
          <p:cNvSpPr txBox="1"/>
          <p:nvPr>
            <p:ph idx="7"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pic>
        <p:nvPicPr>
          <p:cNvPr id="2814" name="Google Shape;2814;p213"/>
          <p:cNvPicPr preferRelativeResize="0"/>
          <p:nvPr/>
        </p:nvPicPr>
        <p:blipFill>
          <a:blip r:embed="rId3">
            <a:alphaModFix/>
          </a:blip>
          <a:stretch>
            <a:fillRect/>
          </a:stretch>
        </p:blipFill>
        <p:spPr>
          <a:xfrm>
            <a:off x="1227082" y="2044890"/>
            <a:ext cx="731700" cy="731683"/>
          </a:xfrm>
          <a:prstGeom prst="rect">
            <a:avLst/>
          </a:prstGeom>
          <a:noFill/>
          <a:ln>
            <a:noFill/>
          </a:ln>
        </p:spPr>
      </p:pic>
      <p:pic>
        <p:nvPicPr>
          <p:cNvPr id="2815" name="Google Shape;2815;p213"/>
          <p:cNvPicPr preferRelativeResize="0"/>
          <p:nvPr/>
        </p:nvPicPr>
        <p:blipFill>
          <a:blip r:embed="rId3">
            <a:alphaModFix/>
          </a:blip>
          <a:stretch>
            <a:fillRect/>
          </a:stretch>
        </p:blipFill>
        <p:spPr>
          <a:xfrm>
            <a:off x="6413282" y="2044890"/>
            <a:ext cx="731700" cy="731683"/>
          </a:xfrm>
          <a:prstGeom prst="rect">
            <a:avLst/>
          </a:prstGeom>
          <a:noFill/>
          <a:ln>
            <a:noFill/>
          </a:ln>
        </p:spPr>
      </p:pic>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2816" name="Shape 2816"/>
        <p:cNvGrpSpPr/>
        <p:nvPr/>
      </p:nvGrpSpPr>
      <p:grpSpPr>
        <a:xfrm>
          <a:off x="0" y="0"/>
          <a:ext cx="0" cy="0"/>
          <a:chOff x="0" y="0"/>
          <a:chExt cx="0" cy="0"/>
        </a:xfrm>
      </p:grpSpPr>
      <p:sp>
        <p:nvSpPr>
          <p:cNvPr id="2817" name="Google Shape;2817;p21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cxnSp>
        <p:nvCxnSpPr>
          <p:cNvPr id="2818" name="Google Shape;2818;p21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19" name="Google Shape;2819;p214"/>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820" name="Google Shape;2820;p21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21" name="Google Shape;2821;p21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22" name="Google Shape;2822;p214"/>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823" name="Google Shape;2823;p214"/>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700"/>
            </a:lvl1pPr>
            <a:lvl2pPr lvl="1" rtl="0">
              <a:lnSpc>
                <a:spcPct val="115000"/>
              </a:lnSpc>
              <a:spcBef>
                <a:spcPts val="0"/>
              </a:spcBef>
              <a:spcAft>
                <a:spcPts val="0"/>
              </a:spcAft>
              <a:buNone/>
              <a:defRPr sz="2700"/>
            </a:lvl2pPr>
            <a:lvl3pPr lvl="2" rtl="0">
              <a:lnSpc>
                <a:spcPct val="115000"/>
              </a:lnSpc>
              <a:spcBef>
                <a:spcPts val="0"/>
              </a:spcBef>
              <a:spcAft>
                <a:spcPts val="0"/>
              </a:spcAft>
              <a:buNone/>
              <a:defRPr sz="2700"/>
            </a:lvl3pPr>
            <a:lvl4pPr lvl="3" rtl="0">
              <a:lnSpc>
                <a:spcPct val="115000"/>
              </a:lnSpc>
              <a:spcBef>
                <a:spcPts val="0"/>
              </a:spcBef>
              <a:spcAft>
                <a:spcPts val="0"/>
              </a:spcAft>
              <a:buNone/>
              <a:defRPr sz="2700"/>
            </a:lvl4pPr>
            <a:lvl5pPr lvl="4" rtl="0">
              <a:lnSpc>
                <a:spcPct val="115000"/>
              </a:lnSpc>
              <a:spcBef>
                <a:spcPts val="0"/>
              </a:spcBef>
              <a:spcAft>
                <a:spcPts val="0"/>
              </a:spcAft>
              <a:buNone/>
              <a:defRPr sz="2700"/>
            </a:lvl5pPr>
            <a:lvl6pPr lvl="5" rtl="0">
              <a:lnSpc>
                <a:spcPct val="115000"/>
              </a:lnSpc>
              <a:spcBef>
                <a:spcPts val="0"/>
              </a:spcBef>
              <a:spcAft>
                <a:spcPts val="0"/>
              </a:spcAft>
              <a:buNone/>
              <a:defRPr sz="2700"/>
            </a:lvl6pPr>
            <a:lvl7pPr lvl="6" rtl="0">
              <a:lnSpc>
                <a:spcPct val="115000"/>
              </a:lnSpc>
              <a:spcBef>
                <a:spcPts val="0"/>
              </a:spcBef>
              <a:spcAft>
                <a:spcPts val="0"/>
              </a:spcAft>
              <a:buNone/>
              <a:defRPr sz="2700"/>
            </a:lvl7pPr>
            <a:lvl8pPr lvl="7" rtl="0">
              <a:lnSpc>
                <a:spcPct val="115000"/>
              </a:lnSpc>
              <a:spcBef>
                <a:spcPts val="0"/>
              </a:spcBef>
              <a:spcAft>
                <a:spcPts val="0"/>
              </a:spcAft>
              <a:buNone/>
              <a:defRPr sz="2700"/>
            </a:lvl8pPr>
            <a:lvl9pPr lvl="8" rtl="0">
              <a:lnSpc>
                <a:spcPct val="115000"/>
              </a:lnSpc>
              <a:spcBef>
                <a:spcPts val="0"/>
              </a:spcBef>
              <a:spcAft>
                <a:spcPts val="0"/>
              </a:spcAft>
              <a:buNone/>
              <a:defRPr sz="2700"/>
            </a:lvl9pPr>
          </a:lstStyle>
          <a:p/>
        </p:txBody>
      </p:sp>
      <p:sp>
        <p:nvSpPr>
          <p:cNvPr id="2824" name="Google Shape;2824;p214"/>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500"/>
            </a:lvl1pPr>
            <a:lvl2pPr lvl="1" rtl="0">
              <a:lnSpc>
                <a:spcPct val="114000"/>
              </a:lnSpc>
              <a:spcBef>
                <a:spcPts val="0"/>
              </a:spcBef>
              <a:spcAft>
                <a:spcPts val="0"/>
              </a:spcAft>
              <a:buNone/>
              <a:defRPr sz="1500"/>
            </a:lvl2pPr>
            <a:lvl3pPr lvl="2" rtl="0">
              <a:lnSpc>
                <a:spcPct val="114000"/>
              </a:lnSpc>
              <a:spcBef>
                <a:spcPts val="0"/>
              </a:spcBef>
              <a:spcAft>
                <a:spcPts val="0"/>
              </a:spcAft>
              <a:buNone/>
              <a:defRPr sz="1500"/>
            </a:lvl3pPr>
            <a:lvl4pPr lvl="3" rtl="0">
              <a:lnSpc>
                <a:spcPct val="114000"/>
              </a:lnSpc>
              <a:spcBef>
                <a:spcPts val="0"/>
              </a:spcBef>
              <a:spcAft>
                <a:spcPts val="0"/>
              </a:spcAft>
              <a:buNone/>
              <a:defRPr sz="1500"/>
            </a:lvl4pPr>
            <a:lvl5pPr lvl="4" rtl="0">
              <a:lnSpc>
                <a:spcPct val="114000"/>
              </a:lnSpc>
              <a:spcBef>
                <a:spcPts val="0"/>
              </a:spcBef>
              <a:spcAft>
                <a:spcPts val="0"/>
              </a:spcAft>
              <a:buNone/>
              <a:defRPr sz="1500"/>
            </a:lvl5pPr>
            <a:lvl6pPr lvl="5" rtl="0">
              <a:lnSpc>
                <a:spcPct val="114000"/>
              </a:lnSpc>
              <a:spcBef>
                <a:spcPts val="0"/>
              </a:spcBef>
              <a:spcAft>
                <a:spcPts val="0"/>
              </a:spcAft>
              <a:buNone/>
              <a:defRPr sz="1500"/>
            </a:lvl6pPr>
            <a:lvl7pPr lvl="6" rtl="0">
              <a:lnSpc>
                <a:spcPct val="114000"/>
              </a:lnSpc>
              <a:spcBef>
                <a:spcPts val="0"/>
              </a:spcBef>
              <a:spcAft>
                <a:spcPts val="0"/>
              </a:spcAft>
              <a:buNone/>
              <a:defRPr sz="1500"/>
            </a:lvl7pPr>
            <a:lvl8pPr lvl="7" rtl="0">
              <a:lnSpc>
                <a:spcPct val="114000"/>
              </a:lnSpc>
              <a:spcBef>
                <a:spcPts val="0"/>
              </a:spcBef>
              <a:spcAft>
                <a:spcPts val="0"/>
              </a:spcAft>
              <a:buNone/>
              <a:defRPr sz="1500"/>
            </a:lvl8pPr>
            <a:lvl9pPr lvl="8" rtl="0">
              <a:lnSpc>
                <a:spcPct val="114000"/>
              </a:lnSpc>
              <a:spcBef>
                <a:spcPts val="0"/>
              </a:spcBef>
              <a:spcAft>
                <a:spcPts val="0"/>
              </a:spcAft>
              <a:buNone/>
              <a:defRPr sz="1500"/>
            </a:lvl9pPr>
          </a:lstStyle>
          <a:p/>
        </p:txBody>
      </p:sp>
      <p:pic>
        <p:nvPicPr>
          <p:cNvPr id="2825" name="Google Shape;2825;p214"/>
          <p:cNvPicPr preferRelativeResize="0"/>
          <p:nvPr/>
        </p:nvPicPr>
        <p:blipFill>
          <a:blip r:embed="rId3">
            <a:alphaModFix/>
          </a:blip>
          <a:stretch>
            <a:fillRect/>
          </a:stretch>
        </p:blipFill>
        <p:spPr>
          <a:xfrm>
            <a:off x="3419450" y="1298452"/>
            <a:ext cx="731700" cy="731683"/>
          </a:xfrm>
          <a:prstGeom prst="rect">
            <a:avLst/>
          </a:prstGeom>
          <a:noFill/>
          <a:ln>
            <a:noFill/>
          </a:ln>
        </p:spPr>
      </p:pic>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2826" name="Shape 2826"/>
        <p:cNvGrpSpPr/>
        <p:nvPr/>
      </p:nvGrpSpPr>
      <p:grpSpPr>
        <a:xfrm>
          <a:off x="0" y="0"/>
          <a:ext cx="0" cy="0"/>
          <a:chOff x="0" y="0"/>
          <a:chExt cx="0" cy="0"/>
        </a:xfrm>
      </p:grpSpPr>
      <p:sp>
        <p:nvSpPr>
          <p:cNvPr id="2827" name="Google Shape;2827;p21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828" name="Google Shape;2828;p21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829" name="Google Shape;2829;p21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30" name="Google Shape;2830;p215"/>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831" name="Google Shape;2831;p21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32" name="Google Shape;2832;p21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33" name="Google Shape;2833;p21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834" name="Google Shape;2834;p215"/>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835" name="Google Shape;2835;p215"/>
          <p:cNvSpPr txBox="1"/>
          <p:nvPr>
            <p:ph idx="4"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36" name="Google Shape;2836;p215"/>
          <p:cNvSpPr txBox="1"/>
          <p:nvPr>
            <p:ph idx="5"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37" name="Google Shape;2837;p215"/>
          <p:cNvSpPr txBox="1"/>
          <p:nvPr>
            <p:ph idx="6"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38" name="Google Shape;2838;p215"/>
          <p:cNvSpPr txBox="1"/>
          <p:nvPr>
            <p:ph idx="7"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39" name="Google Shape;2839;p215"/>
          <p:cNvSpPr txBox="1"/>
          <p:nvPr>
            <p:ph idx="8"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40" name="Google Shape;2840;p215"/>
          <p:cNvSpPr txBox="1"/>
          <p:nvPr>
            <p:ph idx="9"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41" name="Google Shape;2841;p215"/>
          <p:cNvSpPr txBox="1"/>
          <p:nvPr>
            <p:ph idx="13"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42" name="Google Shape;2842;p215"/>
          <p:cNvSpPr txBox="1"/>
          <p:nvPr>
            <p:ph idx="14"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2843" name="Shape 2843"/>
        <p:cNvGrpSpPr/>
        <p:nvPr/>
      </p:nvGrpSpPr>
      <p:grpSpPr>
        <a:xfrm>
          <a:off x="0" y="0"/>
          <a:ext cx="0" cy="0"/>
          <a:chOff x="0" y="0"/>
          <a:chExt cx="0" cy="0"/>
        </a:xfrm>
      </p:grpSpPr>
      <p:sp>
        <p:nvSpPr>
          <p:cNvPr id="2844" name="Google Shape;2844;p21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845" name="Google Shape;2845;p21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846" name="Google Shape;2846;p21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47" name="Google Shape;2847;p216"/>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848" name="Google Shape;2848;p21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49" name="Google Shape;2849;p21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50" name="Google Shape;2850;p21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851" name="Google Shape;2851;p216"/>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852" name="Google Shape;2852;p216"/>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2853" name="Google Shape;2853;p216"/>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2854" name="Google Shape;2854;p216"/>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2855" name="Google Shape;2855;p216"/>
          <p:cNvSpPr txBox="1"/>
          <p:nvPr>
            <p:ph idx="4"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856" name="Google Shape;2856;p216"/>
          <p:cNvSpPr txBox="1"/>
          <p:nvPr>
            <p:ph idx="5"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57" name="Google Shape;2857;p216"/>
          <p:cNvSpPr txBox="1"/>
          <p:nvPr>
            <p:ph idx="6"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858" name="Google Shape;2858;p216"/>
          <p:cNvSpPr txBox="1"/>
          <p:nvPr>
            <p:ph idx="7"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59" name="Google Shape;2859;p216"/>
          <p:cNvSpPr txBox="1"/>
          <p:nvPr>
            <p:ph idx="8"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860" name="Google Shape;2860;p216"/>
          <p:cNvSpPr txBox="1"/>
          <p:nvPr>
            <p:ph idx="9"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61" name="Google Shape;2861;p216"/>
          <p:cNvSpPr txBox="1"/>
          <p:nvPr>
            <p:ph idx="13"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862" name="Google Shape;2862;p216"/>
          <p:cNvSpPr txBox="1"/>
          <p:nvPr>
            <p:ph idx="14"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2863" name="Shape 2863"/>
        <p:cNvGrpSpPr/>
        <p:nvPr/>
      </p:nvGrpSpPr>
      <p:grpSpPr>
        <a:xfrm>
          <a:off x="0" y="0"/>
          <a:ext cx="0" cy="0"/>
          <a:chOff x="0" y="0"/>
          <a:chExt cx="0" cy="0"/>
        </a:xfrm>
      </p:grpSpPr>
      <p:sp>
        <p:nvSpPr>
          <p:cNvPr id="2864" name="Google Shape;2864;p217"/>
          <p:cNvSpPr txBox="1"/>
          <p:nvPr>
            <p:ph idx="1" type="subTitle"/>
          </p:nvPr>
        </p:nvSpPr>
        <p:spPr>
          <a:xfrm>
            <a:off x="885050" y="3358700"/>
            <a:ext cx="3291900" cy="19809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2865" name="Google Shape;2865;p217"/>
          <p:cNvSpPr txBox="1"/>
          <p:nvPr>
            <p:ph type="title"/>
          </p:nvPr>
        </p:nvSpPr>
        <p:spPr>
          <a:xfrm>
            <a:off x="885050" y="1240700"/>
            <a:ext cx="4114800" cy="19809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2866" name="Google Shape;2866;p217"/>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cxnSp>
        <p:nvCxnSpPr>
          <p:cNvPr id="2867" name="Google Shape;2867;p21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68" name="Google Shape;2868;p217"/>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869" name="Google Shape;2869;p21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70" name="Google Shape;2870;p21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71" name="Google Shape;2871;p217"/>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872" name="Google Shape;2872;p217"/>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73" name="Google Shape;2873;p217"/>
          <p:cNvSpPr txBox="1"/>
          <p:nvPr>
            <p:ph idx="5" type="subTitle"/>
          </p:nvPr>
        </p:nvSpPr>
        <p:spPr>
          <a:xfrm>
            <a:off x="6857350" y="1240700"/>
            <a:ext cx="4660800" cy="3477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74" name="Google Shape;2874;p217"/>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75" name="Google Shape;2875;p217"/>
          <p:cNvSpPr txBox="1"/>
          <p:nvPr>
            <p:ph idx="7" type="subTitle"/>
          </p:nvPr>
        </p:nvSpPr>
        <p:spPr>
          <a:xfrm>
            <a:off x="6857350" y="2760775"/>
            <a:ext cx="4660800" cy="3477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76" name="Google Shape;2876;p217"/>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2877" name="Google Shape;2877;p217"/>
          <p:cNvSpPr txBox="1"/>
          <p:nvPr>
            <p:ph idx="9" type="subTitle"/>
          </p:nvPr>
        </p:nvSpPr>
        <p:spPr>
          <a:xfrm>
            <a:off x="6857350" y="4280850"/>
            <a:ext cx="4660800" cy="3477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2878" name="Shape 2878"/>
        <p:cNvGrpSpPr/>
        <p:nvPr/>
      </p:nvGrpSpPr>
      <p:grpSpPr>
        <a:xfrm>
          <a:off x="0" y="0"/>
          <a:ext cx="0" cy="0"/>
          <a:chOff x="0" y="0"/>
          <a:chExt cx="0" cy="0"/>
        </a:xfrm>
      </p:grpSpPr>
      <p:sp>
        <p:nvSpPr>
          <p:cNvPr id="2879" name="Google Shape;2879;p2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880" name="Google Shape;2880;p21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881" name="Google Shape;2881;p21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82" name="Google Shape;2882;p218"/>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883" name="Google Shape;2883;p21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884" name="Google Shape;2884;p21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885" name="Google Shape;2885;p21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886" name="Google Shape;2886;p218"/>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2887" name="Google Shape;2887;p218"/>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2888" name="Google Shape;2888;p218"/>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2889" name="Google Shape;2889;p218"/>
          <p:cNvSpPr txBox="1"/>
          <p:nvPr>
            <p:ph idx="4"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90" name="Google Shape;2890;p218"/>
          <p:cNvSpPr txBox="1"/>
          <p:nvPr>
            <p:ph idx="5"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891" name="Google Shape;2891;p218"/>
          <p:cNvSpPr txBox="1"/>
          <p:nvPr>
            <p:ph idx="6"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92" name="Google Shape;2892;p218"/>
          <p:cNvSpPr txBox="1"/>
          <p:nvPr>
            <p:ph idx="7"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2893" name="Google Shape;2893;p218"/>
          <p:cNvSpPr txBox="1"/>
          <p:nvPr>
            <p:ph idx="8"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chemeClr val="accent1"/>
                </a:solidFill>
                <a:latin typeface="Red Hat Text Medium"/>
                <a:ea typeface="Red Hat Text Medium"/>
                <a:cs typeface="Red Hat Text Medium"/>
                <a:sym typeface="Red Hat Text Medium"/>
              </a:defRPr>
            </a:lvl9pPr>
          </a:lstStyle>
          <a:p/>
        </p:txBody>
      </p:sp>
      <p:sp>
        <p:nvSpPr>
          <p:cNvPr id="2894" name="Google Shape;2894;p218"/>
          <p:cNvSpPr txBox="1"/>
          <p:nvPr>
            <p:ph idx="9"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2895" name="Shape 2895"/>
        <p:cNvGrpSpPr/>
        <p:nvPr/>
      </p:nvGrpSpPr>
      <p:grpSpPr>
        <a:xfrm>
          <a:off x="0" y="0"/>
          <a:ext cx="0" cy="0"/>
          <a:chOff x="0" y="0"/>
          <a:chExt cx="0" cy="0"/>
        </a:xfrm>
      </p:grpSpPr>
      <p:sp>
        <p:nvSpPr>
          <p:cNvPr id="2896" name="Google Shape;2896;p2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897" name="Google Shape;2897;p21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898" name="Google Shape;2898;p21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899" name="Google Shape;2899;p219"/>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900" name="Google Shape;2900;p21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01" name="Google Shape;2901;p21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02" name="Google Shape;2902;p21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903" name="Google Shape;2903;p219"/>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904" name="Google Shape;2904;p219"/>
          <p:cNvSpPr txBox="1"/>
          <p:nvPr>
            <p:ph idx="4" type="subTitle"/>
          </p:nvPr>
        </p:nvSpPr>
        <p:spPr>
          <a:xfrm>
            <a:off x="5662075" y="2539250"/>
            <a:ext cx="5486400" cy="31689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2905" name="Shape 2905"/>
        <p:cNvGrpSpPr/>
        <p:nvPr/>
      </p:nvGrpSpPr>
      <p:grpSpPr>
        <a:xfrm>
          <a:off x="0" y="0"/>
          <a:ext cx="0" cy="0"/>
          <a:chOff x="0" y="0"/>
          <a:chExt cx="0" cy="0"/>
        </a:xfrm>
      </p:grpSpPr>
      <p:sp>
        <p:nvSpPr>
          <p:cNvPr id="2906" name="Google Shape;2906;p22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2907" name="Google Shape;2907;p22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2908" name="Google Shape;2908;p22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09" name="Google Shape;2909;p220"/>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910" name="Google Shape;2910;p22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11" name="Google Shape;2911;p22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12" name="Google Shape;2912;p220"/>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913" name="Google Shape;2913;p220"/>
          <p:cNvSpPr txBox="1"/>
          <p:nvPr>
            <p:ph idx="3"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2914" name="Google Shape;2914;p220"/>
          <p:cNvSpPr txBox="1"/>
          <p:nvPr>
            <p:ph idx="4" type="subTitle"/>
          </p:nvPr>
        </p:nvSpPr>
        <p:spPr>
          <a:xfrm>
            <a:off x="2087850" y="2416425"/>
            <a:ext cx="8044800" cy="1304100"/>
          </a:xfrm>
          <a:prstGeom prst="rect">
            <a:avLst/>
          </a:prstGeom>
        </p:spPr>
        <p:txBody>
          <a:bodyPr anchorCtr="0" anchor="t" bIns="0" lIns="0" spcFirstLastPara="1" rIns="0" wrap="square" tIns="0">
            <a:noAutofit/>
          </a:bodyPr>
          <a:lstStyle>
            <a:lvl1pPr lvl="0" rtl="0">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2915" name="Shape 2915"/>
        <p:cNvGrpSpPr/>
        <p:nvPr/>
      </p:nvGrpSpPr>
      <p:grpSpPr>
        <a:xfrm>
          <a:off x="0" y="0"/>
          <a:ext cx="0" cy="0"/>
          <a:chOff x="0" y="0"/>
          <a:chExt cx="0" cy="0"/>
        </a:xfrm>
      </p:grpSpPr>
      <p:sp>
        <p:nvSpPr>
          <p:cNvPr id="2916" name="Google Shape;2916;p221"/>
          <p:cNvSpPr txBox="1"/>
          <p:nvPr>
            <p:ph type="title"/>
          </p:nvPr>
        </p:nvSpPr>
        <p:spPr>
          <a:xfrm>
            <a:off x="3280375" y="1653075"/>
            <a:ext cx="7430700" cy="3932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700">
                <a:solidFill>
                  <a:schemeClr val="accent1"/>
                </a:solidFill>
                <a:latin typeface="Red Hat Text"/>
                <a:ea typeface="Red Hat Text"/>
                <a:cs typeface="Red Hat Text"/>
                <a:sym typeface="Red Hat Text"/>
              </a:defRPr>
            </a:lvl1pPr>
            <a:lvl2pPr lvl="1" rtl="0">
              <a:lnSpc>
                <a:spcPct val="115000"/>
              </a:lnSpc>
              <a:spcBef>
                <a:spcPts val="0"/>
              </a:spcBef>
              <a:spcAft>
                <a:spcPts val="0"/>
              </a:spcAft>
              <a:buNone/>
              <a:defRPr sz="27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7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7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7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7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7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7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700">
                <a:solidFill>
                  <a:schemeClr val="accent1"/>
                </a:solidFill>
                <a:latin typeface="Red Hat Text"/>
                <a:ea typeface="Red Hat Text"/>
                <a:cs typeface="Red Hat Text"/>
                <a:sym typeface="Red Hat Text"/>
              </a:defRPr>
            </a:lvl9pPr>
          </a:lstStyle>
          <a:p/>
        </p:txBody>
      </p:sp>
      <p:sp>
        <p:nvSpPr>
          <p:cNvPr id="2917" name="Google Shape;2917;p2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cxnSp>
        <p:nvCxnSpPr>
          <p:cNvPr id="2918" name="Google Shape;2918;p2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2919" name="Google Shape;2919;p221"/>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2920" name="Google Shape;2920;p22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21" name="Google Shape;2921;p22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22" name="Google Shape;2922;p221"/>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2923" name="Shape 2923"/>
        <p:cNvGrpSpPr/>
        <p:nvPr/>
      </p:nvGrpSpPr>
      <p:grpSpPr>
        <a:xfrm>
          <a:off x="0" y="0"/>
          <a:ext cx="0" cy="0"/>
          <a:chOff x="0" y="0"/>
          <a:chExt cx="0" cy="0"/>
        </a:xfrm>
      </p:grpSpPr>
      <p:sp>
        <p:nvSpPr>
          <p:cNvPr id="2924" name="Google Shape;2924;p222"/>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100">
                <a:solidFill>
                  <a:schemeClr val="lt1"/>
                </a:solidFill>
              </a:defRPr>
            </a:lvl1pPr>
            <a:lvl2pPr lvl="1" rtl="0">
              <a:lnSpc>
                <a:spcPct val="115000"/>
              </a:lnSpc>
              <a:spcBef>
                <a:spcPts val="0"/>
              </a:spcBef>
              <a:spcAft>
                <a:spcPts val="0"/>
              </a:spcAft>
              <a:buNone/>
              <a:defRPr sz="2700">
                <a:solidFill>
                  <a:schemeClr val="lt1"/>
                </a:solidFill>
              </a:defRPr>
            </a:lvl2pPr>
            <a:lvl3pPr lvl="2" rtl="0">
              <a:lnSpc>
                <a:spcPct val="115000"/>
              </a:lnSpc>
              <a:spcBef>
                <a:spcPts val="0"/>
              </a:spcBef>
              <a:spcAft>
                <a:spcPts val="0"/>
              </a:spcAft>
              <a:buNone/>
              <a:defRPr sz="2700">
                <a:solidFill>
                  <a:schemeClr val="lt1"/>
                </a:solidFill>
              </a:defRPr>
            </a:lvl3pPr>
            <a:lvl4pPr lvl="3" rtl="0">
              <a:lnSpc>
                <a:spcPct val="115000"/>
              </a:lnSpc>
              <a:spcBef>
                <a:spcPts val="0"/>
              </a:spcBef>
              <a:spcAft>
                <a:spcPts val="0"/>
              </a:spcAft>
              <a:buNone/>
              <a:defRPr sz="2700">
                <a:solidFill>
                  <a:schemeClr val="lt1"/>
                </a:solidFill>
              </a:defRPr>
            </a:lvl4pPr>
            <a:lvl5pPr lvl="4" rtl="0">
              <a:lnSpc>
                <a:spcPct val="115000"/>
              </a:lnSpc>
              <a:spcBef>
                <a:spcPts val="0"/>
              </a:spcBef>
              <a:spcAft>
                <a:spcPts val="0"/>
              </a:spcAft>
              <a:buNone/>
              <a:defRPr sz="2700">
                <a:solidFill>
                  <a:schemeClr val="lt1"/>
                </a:solidFill>
              </a:defRPr>
            </a:lvl5pPr>
            <a:lvl6pPr lvl="5" rtl="0">
              <a:lnSpc>
                <a:spcPct val="115000"/>
              </a:lnSpc>
              <a:spcBef>
                <a:spcPts val="0"/>
              </a:spcBef>
              <a:spcAft>
                <a:spcPts val="0"/>
              </a:spcAft>
              <a:buNone/>
              <a:defRPr sz="2700">
                <a:solidFill>
                  <a:schemeClr val="lt1"/>
                </a:solidFill>
              </a:defRPr>
            </a:lvl6pPr>
            <a:lvl7pPr lvl="6" rtl="0">
              <a:lnSpc>
                <a:spcPct val="115000"/>
              </a:lnSpc>
              <a:spcBef>
                <a:spcPts val="0"/>
              </a:spcBef>
              <a:spcAft>
                <a:spcPts val="0"/>
              </a:spcAft>
              <a:buNone/>
              <a:defRPr sz="2700">
                <a:solidFill>
                  <a:schemeClr val="lt1"/>
                </a:solidFill>
              </a:defRPr>
            </a:lvl7pPr>
            <a:lvl8pPr lvl="7" rtl="0">
              <a:lnSpc>
                <a:spcPct val="115000"/>
              </a:lnSpc>
              <a:spcBef>
                <a:spcPts val="0"/>
              </a:spcBef>
              <a:spcAft>
                <a:spcPts val="0"/>
              </a:spcAft>
              <a:buNone/>
              <a:defRPr sz="2700">
                <a:solidFill>
                  <a:schemeClr val="lt1"/>
                </a:solidFill>
              </a:defRPr>
            </a:lvl8pPr>
            <a:lvl9pPr lvl="8" rtl="0">
              <a:lnSpc>
                <a:spcPct val="115000"/>
              </a:lnSpc>
              <a:spcBef>
                <a:spcPts val="0"/>
              </a:spcBef>
              <a:spcAft>
                <a:spcPts val="0"/>
              </a:spcAft>
              <a:buNone/>
              <a:defRPr sz="2700">
                <a:solidFill>
                  <a:schemeClr val="lt1"/>
                </a:solidFill>
              </a:defRPr>
            </a:lvl9pPr>
          </a:lstStyle>
          <a:p/>
        </p:txBody>
      </p:sp>
      <p:cxnSp>
        <p:nvCxnSpPr>
          <p:cNvPr id="2925" name="Google Shape;2925;p22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26" name="Google Shape;2926;p2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cxnSp>
        <p:nvCxnSpPr>
          <p:cNvPr id="2927" name="Google Shape;2927;p222"/>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pic>
        <p:nvPicPr>
          <p:cNvPr id="2928" name="Google Shape;2928;p222"/>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2929" name="Google Shape;2929;p22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2930" name="Google Shape;2930;p222"/>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
        <p:nvSpPr>
          <p:cNvPr id="2931" name="Google Shape;2931;p222"/>
          <p:cNvSpPr txBox="1"/>
          <p:nvPr>
            <p:ph idx="3" type="subTitle"/>
          </p:nvPr>
        </p:nvSpPr>
        <p:spPr>
          <a:xfrm>
            <a:off x="3279500" y="2664350"/>
            <a:ext cx="20349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2932" name="Google Shape;2932;p222"/>
          <p:cNvSpPr txBox="1"/>
          <p:nvPr>
            <p:ph idx="4" type="subTitle"/>
          </p:nvPr>
        </p:nvSpPr>
        <p:spPr>
          <a:xfrm>
            <a:off x="5660650" y="2664350"/>
            <a:ext cx="20349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2933" name="Google Shape;2933;p222"/>
          <p:cNvSpPr txBox="1"/>
          <p:nvPr>
            <p:ph idx="5" type="subTitle"/>
          </p:nvPr>
        </p:nvSpPr>
        <p:spPr>
          <a:xfrm>
            <a:off x="8041800" y="2664350"/>
            <a:ext cx="20349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2934" name="Shape 2934"/>
        <p:cNvGrpSpPr/>
        <p:nvPr/>
      </p:nvGrpSpPr>
      <p:grpSpPr>
        <a:xfrm>
          <a:off x="0" y="0"/>
          <a:ext cx="0" cy="0"/>
          <a:chOff x="0" y="0"/>
          <a:chExt cx="0" cy="0"/>
        </a:xfrm>
      </p:grpSpPr>
      <p:sp>
        <p:nvSpPr>
          <p:cNvPr id="2935" name="Google Shape;2935;p223"/>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100"/>
            </a:lvl1pPr>
            <a:lvl2pPr lvl="1" rtl="0">
              <a:lnSpc>
                <a:spcPct val="115000"/>
              </a:lnSpc>
              <a:spcBef>
                <a:spcPts val="0"/>
              </a:spcBef>
              <a:spcAft>
                <a:spcPts val="0"/>
              </a:spcAft>
              <a:buNone/>
              <a:defRPr sz="2700"/>
            </a:lvl2pPr>
            <a:lvl3pPr lvl="2" rtl="0">
              <a:lnSpc>
                <a:spcPct val="115000"/>
              </a:lnSpc>
              <a:spcBef>
                <a:spcPts val="0"/>
              </a:spcBef>
              <a:spcAft>
                <a:spcPts val="0"/>
              </a:spcAft>
              <a:buNone/>
              <a:defRPr sz="2700"/>
            </a:lvl3pPr>
            <a:lvl4pPr lvl="3" rtl="0">
              <a:lnSpc>
                <a:spcPct val="115000"/>
              </a:lnSpc>
              <a:spcBef>
                <a:spcPts val="0"/>
              </a:spcBef>
              <a:spcAft>
                <a:spcPts val="0"/>
              </a:spcAft>
              <a:buNone/>
              <a:defRPr sz="2700"/>
            </a:lvl4pPr>
            <a:lvl5pPr lvl="4" rtl="0">
              <a:lnSpc>
                <a:spcPct val="115000"/>
              </a:lnSpc>
              <a:spcBef>
                <a:spcPts val="0"/>
              </a:spcBef>
              <a:spcAft>
                <a:spcPts val="0"/>
              </a:spcAft>
              <a:buNone/>
              <a:defRPr sz="2700"/>
            </a:lvl5pPr>
            <a:lvl6pPr lvl="5" rtl="0">
              <a:lnSpc>
                <a:spcPct val="115000"/>
              </a:lnSpc>
              <a:spcBef>
                <a:spcPts val="0"/>
              </a:spcBef>
              <a:spcAft>
                <a:spcPts val="0"/>
              </a:spcAft>
              <a:buNone/>
              <a:defRPr sz="2700"/>
            </a:lvl6pPr>
            <a:lvl7pPr lvl="6" rtl="0">
              <a:lnSpc>
                <a:spcPct val="115000"/>
              </a:lnSpc>
              <a:spcBef>
                <a:spcPts val="0"/>
              </a:spcBef>
              <a:spcAft>
                <a:spcPts val="0"/>
              </a:spcAft>
              <a:buNone/>
              <a:defRPr sz="2700"/>
            </a:lvl7pPr>
            <a:lvl8pPr lvl="7" rtl="0">
              <a:lnSpc>
                <a:spcPct val="115000"/>
              </a:lnSpc>
              <a:spcBef>
                <a:spcPts val="0"/>
              </a:spcBef>
              <a:spcAft>
                <a:spcPts val="0"/>
              </a:spcAft>
              <a:buNone/>
              <a:defRPr sz="2700"/>
            </a:lvl8pPr>
            <a:lvl9pPr lvl="8" rtl="0">
              <a:lnSpc>
                <a:spcPct val="115000"/>
              </a:lnSpc>
              <a:spcBef>
                <a:spcPts val="0"/>
              </a:spcBef>
              <a:spcAft>
                <a:spcPts val="0"/>
              </a:spcAft>
              <a:buNone/>
              <a:defRPr sz="2700"/>
            </a:lvl9pPr>
          </a:lstStyle>
          <a:p/>
        </p:txBody>
      </p:sp>
      <p:cxnSp>
        <p:nvCxnSpPr>
          <p:cNvPr id="2936" name="Google Shape;2936;p22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37" name="Google Shape;2937;p22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9pPr>
          </a:lstStyle>
          <a:p/>
        </p:txBody>
      </p:sp>
      <p:cxnSp>
        <p:nvCxnSpPr>
          <p:cNvPr id="2938" name="Google Shape;2938;p223"/>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939" name="Google Shape;2939;p22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2940" name="Google Shape;2940;p22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41" name="Google Shape;2941;p223"/>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2942" name="Google Shape;2942;p223"/>
          <p:cNvSpPr txBox="1"/>
          <p:nvPr>
            <p:ph idx="3" type="subTitle"/>
          </p:nvPr>
        </p:nvSpPr>
        <p:spPr>
          <a:xfrm>
            <a:off x="3279500" y="2664350"/>
            <a:ext cx="20349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2943" name="Google Shape;2943;p223"/>
          <p:cNvSpPr txBox="1"/>
          <p:nvPr>
            <p:ph idx="4" type="subTitle"/>
          </p:nvPr>
        </p:nvSpPr>
        <p:spPr>
          <a:xfrm>
            <a:off x="5660650" y="2664350"/>
            <a:ext cx="20349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2944" name="Google Shape;2944;p223"/>
          <p:cNvSpPr txBox="1"/>
          <p:nvPr>
            <p:ph idx="5" type="subTitle"/>
          </p:nvPr>
        </p:nvSpPr>
        <p:spPr>
          <a:xfrm>
            <a:off x="8041800" y="2664350"/>
            <a:ext cx="20349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p:cSld name="CUSTOM_4_21">
    <p:spTree>
      <p:nvGrpSpPr>
        <p:cNvPr id="2945" name="Shape 2945"/>
        <p:cNvGrpSpPr/>
        <p:nvPr/>
      </p:nvGrpSpPr>
      <p:grpSpPr>
        <a:xfrm>
          <a:off x="0" y="0"/>
          <a:ext cx="0" cy="0"/>
          <a:chOff x="0" y="0"/>
          <a:chExt cx="0" cy="0"/>
        </a:xfrm>
      </p:grpSpPr>
      <p:sp>
        <p:nvSpPr>
          <p:cNvPr id="2946" name="Google Shape;2946;p224"/>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47" name="Google Shape;2947;p22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48" name="Google Shape;2948;p22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949" name="Google Shape;2949;p224"/>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950" name="Google Shape;2950;p22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951" name="Google Shape;2951;p22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52" name="Google Shape;2952;p224"/>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p:cSld name="CUSTOM_4_22">
    <p:spTree>
      <p:nvGrpSpPr>
        <p:cNvPr id="2953" name="Shape 2953"/>
        <p:cNvGrpSpPr/>
        <p:nvPr/>
      </p:nvGrpSpPr>
      <p:grpSpPr>
        <a:xfrm>
          <a:off x="0" y="0"/>
          <a:ext cx="0" cy="0"/>
          <a:chOff x="0" y="0"/>
          <a:chExt cx="0" cy="0"/>
        </a:xfrm>
      </p:grpSpPr>
      <p:sp>
        <p:nvSpPr>
          <p:cNvPr id="2954" name="Google Shape;2954;p225"/>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55" name="Google Shape;2955;p22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56" name="Google Shape;2956;p2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957" name="Google Shape;2957;p225"/>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958" name="Google Shape;2958;p22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959" name="Google Shape;2959;p22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60" name="Google Shape;2960;p225"/>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23">
    <p:spTree>
      <p:nvGrpSpPr>
        <p:cNvPr id="2961" name="Shape 2961"/>
        <p:cNvGrpSpPr/>
        <p:nvPr/>
      </p:nvGrpSpPr>
      <p:grpSpPr>
        <a:xfrm>
          <a:off x="0" y="0"/>
          <a:ext cx="0" cy="0"/>
          <a:chOff x="0" y="0"/>
          <a:chExt cx="0" cy="0"/>
        </a:xfrm>
      </p:grpSpPr>
      <p:sp>
        <p:nvSpPr>
          <p:cNvPr id="2962" name="Google Shape;2962;p226"/>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63" name="Google Shape;2963;p22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64" name="Google Shape;2964;p2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965" name="Google Shape;2965;p226"/>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966" name="Google Shape;2966;p22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2967" name="Google Shape;2967;p226"/>
          <p:cNvSpPr txBox="1"/>
          <p:nvPr/>
        </p:nvSpPr>
        <p:spPr>
          <a:xfrm>
            <a:off x="10068030" y="269836"/>
            <a:ext cx="16191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700">
                <a:solidFill>
                  <a:srgbClr val="666666"/>
                </a:solidFill>
                <a:latin typeface="Overpass"/>
                <a:ea typeface="Overpass"/>
                <a:cs typeface="Overpass"/>
                <a:sym typeface="Overpass"/>
              </a:rPr>
              <a:t>CONFIDENTIAL </a:t>
            </a:r>
            <a:r>
              <a:rPr lang="en" sz="700">
                <a:solidFill>
                  <a:srgbClr val="666666"/>
                </a:solidFill>
                <a:latin typeface="Overpass Light"/>
                <a:ea typeface="Overpass Light"/>
                <a:cs typeface="Overpass Light"/>
                <a:sym typeface="Overpass Light"/>
              </a:rPr>
              <a:t>Designator</a:t>
            </a:r>
            <a:endParaRPr sz="700">
              <a:solidFill>
                <a:srgbClr val="666666"/>
              </a:solidFill>
              <a:latin typeface="Overpass Light"/>
              <a:ea typeface="Overpass Light"/>
              <a:cs typeface="Overpass Light"/>
              <a:sym typeface="Overpass Light"/>
            </a:endParaRPr>
          </a:p>
        </p:txBody>
      </p:sp>
      <p:pic>
        <p:nvPicPr>
          <p:cNvPr id="2968" name="Google Shape;2968;p22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69" name="Google Shape;2969;p226"/>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4">
    <p:spTree>
      <p:nvGrpSpPr>
        <p:cNvPr id="2970" name="Shape 2970"/>
        <p:cNvGrpSpPr/>
        <p:nvPr/>
      </p:nvGrpSpPr>
      <p:grpSpPr>
        <a:xfrm>
          <a:off x="0" y="0"/>
          <a:ext cx="0" cy="0"/>
          <a:chOff x="0" y="0"/>
          <a:chExt cx="0" cy="0"/>
        </a:xfrm>
      </p:grpSpPr>
      <p:sp>
        <p:nvSpPr>
          <p:cNvPr id="2971" name="Google Shape;2971;p22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72" name="Google Shape;2972;p22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73" name="Google Shape;2973;p22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974" name="Google Shape;2974;p227"/>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2975" name="Google Shape;2975;p22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2976" name="Google Shape;2976;p227"/>
          <p:cNvSpPr txBox="1"/>
          <p:nvPr/>
        </p:nvSpPr>
        <p:spPr>
          <a:xfrm>
            <a:off x="10068030" y="269836"/>
            <a:ext cx="16191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t/>
            </a:r>
            <a:endParaRPr sz="700">
              <a:solidFill>
                <a:srgbClr val="666666"/>
              </a:solidFill>
              <a:latin typeface="Overpass Light"/>
              <a:ea typeface="Overpass Light"/>
              <a:cs typeface="Overpass Light"/>
              <a:sym typeface="Overpass Light"/>
            </a:endParaRPr>
          </a:p>
        </p:txBody>
      </p:sp>
      <p:pic>
        <p:nvPicPr>
          <p:cNvPr id="2977" name="Google Shape;2977;p22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78" name="Google Shape;2978;p22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4">
  <p:cSld name="CUSTOM_4_25">
    <p:spTree>
      <p:nvGrpSpPr>
        <p:cNvPr id="2979" name="Shape 2979"/>
        <p:cNvGrpSpPr/>
        <p:nvPr/>
      </p:nvGrpSpPr>
      <p:grpSpPr>
        <a:xfrm>
          <a:off x="0" y="0"/>
          <a:ext cx="0" cy="0"/>
          <a:chOff x="0" y="0"/>
          <a:chExt cx="0" cy="0"/>
        </a:xfrm>
      </p:grpSpPr>
      <p:sp>
        <p:nvSpPr>
          <p:cNvPr id="2980" name="Google Shape;2980;p228"/>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81" name="Google Shape;2981;p22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82" name="Google Shape;2982;p2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983" name="Google Shape;2983;p228"/>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984" name="Google Shape;2984;p22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2985" name="Google Shape;2985;p22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86" name="Google Shape;2986;p228"/>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5">
  <p:cSld name="CUSTOM_4_26">
    <p:spTree>
      <p:nvGrpSpPr>
        <p:cNvPr id="2987" name="Shape 2987"/>
        <p:cNvGrpSpPr/>
        <p:nvPr/>
      </p:nvGrpSpPr>
      <p:grpSpPr>
        <a:xfrm>
          <a:off x="0" y="0"/>
          <a:ext cx="0" cy="0"/>
          <a:chOff x="0" y="0"/>
          <a:chExt cx="0" cy="0"/>
        </a:xfrm>
      </p:grpSpPr>
      <p:sp>
        <p:nvSpPr>
          <p:cNvPr id="2988" name="Google Shape;2988;p229"/>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89" name="Google Shape;2989;p22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90" name="Google Shape;2990;p22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2991" name="Google Shape;2991;p229"/>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2992" name="Google Shape;2992;p22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2993" name="Google Shape;2993;p229"/>
          <p:cNvSpPr txBox="1"/>
          <p:nvPr/>
        </p:nvSpPr>
        <p:spPr>
          <a:xfrm>
            <a:off x="10068030" y="269836"/>
            <a:ext cx="16191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700">
                <a:solidFill>
                  <a:srgbClr val="666666"/>
                </a:solidFill>
                <a:latin typeface="Overpass"/>
                <a:ea typeface="Overpass"/>
                <a:cs typeface="Overpass"/>
                <a:sym typeface="Overpass"/>
              </a:rPr>
              <a:t>CONFIDENTIAL </a:t>
            </a:r>
            <a:r>
              <a:rPr lang="en" sz="700">
                <a:solidFill>
                  <a:srgbClr val="666666"/>
                </a:solidFill>
                <a:latin typeface="Overpass Light"/>
                <a:ea typeface="Overpass Light"/>
                <a:cs typeface="Overpass Light"/>
                <a:sym typeface="Overpass Light"/>
              </a:rPr>
              <a:t>Designator</a:t>
            </a:r>
            <a:endParaRPr sz="700">
              <a:solidFill>
                <a:srgbClr val="666666"/>
              </a:solidFill>
              <a:latin typeface="Overpass Light"/>
              <a:ea typeface="Overpass Light"/>
              <a:cs typeface="Overpass Light"/>
              <a:sym typeface="Overpass Light"/>
            </a:endParaRPr>
          </a:p>
        </p:txBody>
      </p:sp>
      <p:pic>
        <p:nvPicPr>
          <p:cNvPr id="2994" name="Google Shape;2994;p22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2995" name="Google Shape;2995;p229"/>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6">
  <p:cSld name="CUSTOM_4_27">
    <p:spTree>
      <p:nvGrpSpPr>
        <p:cNvPr id="2996" name="Shape 2996"/>
        <p:cNvGrpSpPr/>
        <p:nvPr/>
      </p:nvGrpSpPr>
      <p:grpSpPr>
        <a:xfrm>
          <a:off x="0" y="0"/>
          <a:ext cx="0" cy="0"/>
          <a:chOff x="0" y="0"/>
          <a:chExt cx="0" cy="0"/>
        </a:xfrm>
      </p:grpSpPr>
      <p:sp>
        <p:nvSpPr>
          <p:cNvPr id="2997" name="Google Shape;2997;p230"/>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2998" name="Google Shape;2998;p23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2999" name="Google Shape;2999;p23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00" name="Google Shape;3000;p230"/>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01" name="Google Shape;3001;p23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02" name="Google Shape;3002;p23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03" name="Google Shape;3003;p230"/>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7">
  <p:cSld name="CUSTOM_4_28">
    <p:spTree>
      <p:nvGrpSpPr>
        <p:cNvPr id="3004" name="Shape 3004"/>
        <p:cNvGrpSpPr/>
        <p:nvPr/>
      </p:nvGrpSpPr>
      <p:grpSpPr>
        <a:xfrm>
          <a:off x="0" y="0"/>
          <a:ext cx="0" cy="0"/>
          <a:chOff x="0" y="0"/>
          <a:chExt cx="0" cy="0"/>
        </a:xfrm>
      </p:grpSpPr>
      <p:sp>
        <p:nvSpPr>
          <p:cNvPr id="3005" name="Google Shape;3005;p231"/>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06" name="Google Shape;3006;p23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007" name="Google Shape;3007;p2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08" name="Google Shape;3008;p231"/>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09" name="Google Shape;3009;p23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10" name="Google Shape;3010;p23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11" name="Google Shape;3011;p231"/>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8">
  <p:cSld name="CUSTOM_4_29">
    <p:spTree>
      <p:nvGrpSpPr>
        <p:cNvPr id="3012" name="Shape 3012"/>
        <p:cNvGrpSpPr/>
        <p:nvPr/>
      </p:nvGrpSpPr>
      <p:grpSpPr>
        <a:xfrm>
          <a:off x="0" y="0"/>
          <a:ext cx="0" cy="0"/>
          <a:chOff x="0" y="0"/>
          <a:chExt cx="0" cy="0"/>
        </a:xfrm>
      </p:grpSpPr>
      <p:sp>
        <p:nvSpPr>
          <p:cNvPr id="3013" name="Google Shape;3013;p232"/>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14" name="Google Shape;3014;p23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015" name="Google Shape;3015;p23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16" name="Google Shape;3016;p232"/>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17" name="Google Shape;3017;p23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18" name="Google Shape;3018;p23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19" name="Google Shape;3019;p232"/>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p:cSld name="CUSTOM_4_2_3">
    <p:spTree>
      <p:nvGrpSpPr>
        <p:cNvPr id="3020" name="Shape 3020"/>
        <p:cNvGrpSpPr/>
        <p:nvPr/>
      </p:nvGrpSpPr>
      <p:grpSpPr>
        <a:xfrm>
          <a:off x="0" y="0"/>
          <a:ext cx="0" cy="0"/>
          <a:chOff x="0" y="0"/>
          <a:chExt cx="0" cy="0"/>
        </a:xfrm>
      </p:grpSpPr>
      <p:sp>
        <p:nvSpPr>
          <p:cNvPr id="3021" name="Google Shape;3021;p23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9pPr>
          </a:lstStyle>
          <a:p/>
        </p:txBody>
      </p:sp>
      <p:sp>
        <p:nvSpPr>
          <p:cNvPr id="3022" name="Google Shape;3022;p23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023" name="Google Shape;3023;p23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024" name="Google Shape;3024;p233"/>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25" name="Google Shape;3025;p23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26" name="Google Shape;3026;p23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27" name="Google Shape;3027;p23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EE0000"/>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3028" name="Google Shape;3028;p233"/>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1">
  <p:cSld name="CUSTOM_4_12_1">
    <p:spTree>
      <p:nvGrpSpPr>
        <p:cNvPr id="3029" name="Shape 3029"/>
        <p:cNvGrpSpPr/>
        <p:nvPr/>
      </p:nvGrpSpPr>
      <p:grpSpPr>
        <a:xfrm>
          <a:off x="0" y="0"/>
          <a:ext cx="0" cy="0"/>
          <a:chOff x="0" y="0"/>
          <a:chExt cx="0" cy="0"/>
        </a:xfrm>
      </p:grpSpPr>
      <p:sp>
        <p:nvSpPr>
          <p:cNvPr id="3030" name="Google Shape;3030;p234"/>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31" name="Google Shape;3031;p23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032" name="Google Shape;3032;p23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33" name="Google Shape;3033;p234"/>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34" name="Google Shape;3034;p23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35" name="Google Shape;3035;p23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36" name="Google Shape;3036;p234"/>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2">
  <p:cSld name="CUSTOM_4_13_1">
    <p:spTree>
      <p:nvGrpSpPr>
        <p:cNvPr id="3037" name="Shape 3037"/>
        <p:cNvGrpSpPr/>
        <p:nvPr/>
      </p:nvGrpSpPr>
      <p:grpSpPr>
        <a:xfrm>
          <a:off x="0" y="0"/>
          <a:ext cx="0" cy="0"/>
          <a:chOff x="0" y="0"/>
          <a:chExt cx="0" cy="0"/>
        </a:xfrm>
      </p:grpSpPr>
      <p:sp>
        <p:nvSpPr>
          <p:cNvPr id="3038" name="Google Shape;3038;p235"/>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39" name="Google Shape;3039;p23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040" name="Google Shape;3040;p23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41" name="Google Shape;3041;p235"/>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42" name="Google Shape;3042;p23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43" name="Google Shape;3043;p23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44" name="Google Shape;3044;p235"/>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1">
  <p:cSld name="CUSTOM_4_3_1">
    <p:spTree>
      <p:nvGrpSpPr>
        <p:cNvPr id="3045" name="Shape 3045"/>
        <p:cNvGrpSpPr/>
        <p:nvPr/>
      </p:nvGrpSpPr>
      <p:grpSpPr>
        <a:xfrm>
          <a:off x="0" y="0"/>
          <a:ext cx="0" cy="0"/>
          <a:chOff x="0" y="0"/>
          <a:chExt cx="0" cy="0"/>
        </a:xfrm>
      </p:grpSpPr>
      <p:sp>
        <p:nvSpPr>
          <p:cNvPr id="3046" name="Google Shape;3046;p23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EE0000"/>
              </a:buClr>
              <a:buSzPts val="1100"/>
              <a:buFont typeface="Red Hat Text Medium"/>
              <a:buNone/>
              <a:defRPr sz="1100">
                <a:solidFill>
                  <a:srgbClr val="EE0000"/>
                </a:solidFill>
                <a:latin typeface="Red Hat Text Medium"/>
                <a:ea typeface="Red Hat Text Medium"/>
                <a:cs typeface="Red Hat Text Medium"/>
                <a:sym typeface="Red Hat Text Medium"/>
              </a:defRPr>
            </a:lvl9pPr>
          </a:lstStyle>
          <a:p/>
        </p:txBody>
      </p:sp>
      <p:sp>
        <p:nvSpPr>
          <p:cNvPr id="3047" name="Google Shape;3047;p23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048" name="Google Shape;3048;p23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049" name="Google Shape;3049;p236"/>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50" name="Google Shape;3050;p23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51" name="Google Shape;3051;p23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52" name="Google Shape;3052;p23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EE0000"/>
                </a:solidFill>
              </a:defRPr>
            </a:lvl1pPr>
            <a:lvl2pPr lvl="1" rtl="0" algn="ctr">
              <a:spcBef>
                <a:spcPts val="500"/>
              </a:spcBef>
              <a:spcAft>
                <a:spcPts val="0"/>
              </a:spcAft>
              <a:buNone/>
              <a:defRPr sz="1900">
                <a:solidFill>
                  <a:srgbClr val="EE0000"/>
                </a:solidFill>
              </a:defRPr>
            </a:lvl2pPr>
            <a:lvl3pPr lvl="2" rtl="0" algn="ctr">
              <a:spcBef>
                <a:spcPts val="500"/>
              </a:spcBef>
              <a:spcAft>
                <a:spcPts val="0"/>
              </a:spcAft>
              <a:buNone/>
              <a:defRPr sz="1900">
                <a:solidFill>
                  <a:srgbClr val="EE0000"/>
                </a:solidFill>
              </a:defRPr>
            </a:lvl3pPr>
            <a:lvl4pPr lvl="3" rtl="0" algn="ctr">
              <a:spcBef>
                <a:spcPts val="500"/>
              </a:spcBef>
              <a:spcAft>
                <a:spcPts val="0"/>
              </a:spcAft>
              <a:buNone/>
              <a:defRPr sz="1900">
                <a:solidFill>
                  <a:srgbClr val="EE0000"/>
                </a:solidFill>
              </a:defRPr>
            </a:lvl4pPr>
            <a:lvl5pPr lvl="4" rtl="0" algn="ctr">
              <a:spcBef>
                <a:spcPts val="500"/>
              </a:spcBef>
              <a:spcAft>
                <a:spcPts val="0"/>
              </a:spcAft>
              <a:buNone/>
              <a:defRPr sz="1900">
                <a:solidFill>
                  <a:srgbClr val="EE0000"/>
                </a:solidFill>
              </a:defRPr>
            </a:lvl5pPr>
            <a:lvl6pPr lvl="5" rtl="0" algn="ctr">
              <a:spcBef>
                <a:spcPts val="500"/>
              </a:spcBef>
              <a:spcAft>
                <a:spcPts val="0"/>
              </a:spcAft>
              <a:buNone/>
              <a:defRPr sz="1900">
                <a:solidFill>
                  <a:srgbClr val="EE0000"/>
                </a:solidFill>
              </a:defRPr>
            </a:lvl6pPr>
            <a:lvl7pPr lvl="6" rtl="0" algn="ctr">
              <a:spcBef>
                <a:spcPts val="500"/>
              </a:spcBef>
              <a:spcAft>
                <a:spcPts val="0"/>
              </a:spcAft>
              <a:buNone/>
              <a:defRPr sz="1900">
                <a:solidFill>
                  <a:srgbClr val="EE0000"/>
                </a:solidFill>
              </a:defRPr>
            </a:lvl7pPr>
            <a:lvl8pPr lvl="7" rtl="0" algn="ctr">
              <a:spcBef>
                <a:spcPts val="500"/>
              </a:spcBef>
              <a:spcAft>
                <a:spcPts val="0"/>
              </a:spcAft>
              <a:buNone/>
              <a:defRPr sz="1900">
                <a:solidFill>
                  <a:srgbClr val="EE0000"/>
                </a:solidFill>
              </a:defRPr>
            </a:lvl8pPr>
            <a:lvl9pPr lvl="8" rtl="0" algn="ctr">
              <a:spcBef>
                <a:spcPts val="500"/>
              </a:spcBef>
              <a:spcAft>
                <a:spcPts val="500"/>
              </a:spcAft>
              <a:buNone/>
              <a:defRPr sz="1900">
                <a:solidFill>
                  <a:srgbClr val="EE0000"/>
                </a:solidFill>
              </a:defRPr>
            </a:lvl9pPr>
          </a:lstStyle>
          <a:p/>
        </p:txBody>
      </p:sp>
      <p:sp>
        <p:nvSpPr>
          <p:cNvPr id="3053" name="Google Shape;3053;p236"/>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054" name="Google Shape;3054;p236"/>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3055" name="Google Shape;3055;p236"/>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3056" name="Google Shape;3056;p236"/>
          <p:cNvSpPr txBox="1"/>
          <p:nvPr>
            <p:ph idx="4"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9pPr>
          </a:lstStyle>
          <a:p/>
        </p:txBody>
      </p:sp>
      <p:sp>
        <p:nvSpPr>
          <p:cNvPr id="3057" name="Google Shape;3057;p236"/>
          <p:cNvSpPr txBox="1"/>
          <p:nvPr>
            <p:ph idx="5"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058" name="Google Shape;3058;p236"/>
          <p:cNvSpPr txBox="1"/>
          <p:nvPr>
            <p:ph idx="6"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9pPr>
          </a:lstStyle>
          <a:p/>
        </p:txBody>
      </p:sp>
      <p:sp>
        <p:nvSpPr>
          <p:cNvPr id="3059" name="Google Shape;3059;p236"/>
          <p:cNvSpPr txBox="1"/>
          <p:nvPr>
            <p:ph idx="7"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060" name="Google Shape;3060;p236"/>
          <p:cNvSpPr txBox="1"/>
          <p:nvPr>
            <p:ph idx="8"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500">
                <a:solidFill>
                  <a:srgbClr val="EE0000"/>
                </a:solidFill>
                <a:latin typeface="Red Hat Text Medium"/>
                <a:ea typeface="Red Hat Text Medium"/>
                <a:cs typeface="Red Hat Text Medium"/>
                <a:sym typeface="Red Hat Text Medium"/>
              </a:defRPr>
            </a:lvl9pPr>
          </a:lstStyle>
          <a:p/>
        </p:txBody>
      </p:sp>
      <p:sp>
        <p:nvSpPr>
          <p:cNvPr id="3061" name="Google Shape;3061;p236"/>
          <p:cNvSpPr txBox="1"/>
          <p:nvPr>
            <p:ph idx="9"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1">
  <p:cSld name="CUSTOM_4_4_1">
    <p:spTree>
      <p:nvGrpSpPr>
        <p:cNvPr id="3062" name="Shape 3062"/>
        <p:cNvGrpSpPr/>
        <p:nvPr/>
      </p:nvGrpSpPr>
      <p:grpSpPr>
        <a:xfrm>
          <a:off x="0" y="0"/>
          <a:ext cx="0" cy="0"/>
          <a:chOff x="0" y="0"/>
          <a:chExt cx="0" cy="0"/>
        </a:xfrm>
      </p:grpSpPr>
      <p:sp>
        <p:nvSpPr>
          <p:cNvPr id="3063" name="Google Shape;3063;p23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64" name="Google Shape;3064;p23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065" name="Google Shape;3065;p237"/>
          <p:cNvSpPr txBox="1"/>
          <p:nvPr>
            <p:ph idx="1" type="subTitle"/>
          </p:nvPr>
        </p:nvSpPr>
        <p:spPr>
          <a:xfrm>
            <a:off x="447775" y="55441"/>
            <a:ext cx="5148900" cy="816900"/>
          </a:xfrm>
          <a:prstGeom prst="rect">
            <a:avLst/>
          </a:prstGeom>
        </p:spPr>
        <p:txBody>
          <a:bodyPr anchorCtr="0" anchor="ctr" bIns="91475" lIns="438900" spcFirstLastPara="1" rIns="91475" wrap="square" tIns="9147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66" name="Google Shape;3066;p237"/>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67" name="Google Shape;3067;p237"/>
          <p:cNvSpPr txBox="1"/>
          <p:nvPr>
            <p:ph idx="12" type="sldNum"/>
          </p:nvPr>
        </p:nvSpPr>
        <p:spPr>
          <a:xfrm>
            <a:off x="81975" y="6169556"/>
            <a:ext cx="7311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68" name="Google Shape;3068;p237"/>
          <p:cNvPicPr preferRelativeResize="0"/>
          <p:nvPr/>
        </p:nvPicPr>
        <p:blipFill rotWithShape="1">
          <a:blip r:embed="rId2">
            <a:alphaModFix/>
          </a:blip>
          <a:srcRect b="318" l="0" r="0" t="328"/>
          <a:stretch/>
        </p:blipFill>
        <p:spPr>
          <a:xfrm>
            <a:off x="10711279" y="6313250"/>
            <a:ext cx="975852" cy="228121"/>
          </a:xfrm>
          <a:prstGeom prst="rect">
            <a:avLst/>
          </a:prstGeom>
          <a:noFill/>
          <a:ln>
            <a:noFill/>
          </a:ln>
        </p:spPr>
      </p:pic>
      <p:sp>
        <p:nvSpPr>
          <p:cNvPr id="3069" name="Google Shape;3069;p23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p:cSld name="CUSTOM_4_2_3_1">
    <p:spTree>
      <p:nvGrpSpPr>
        <p:cNvPr id="3070" name="Shape 3070"/>
        <p:cNvGrpSpPr/>
        <p:nvPr/>
      </p:nvGrpSpPr>
      <p:grpSpPr>
        <a:xfrm>
          <a:off x="0" y="0"/>
          <a:ext cx="0" cy="0"/>
          <a:chOff x="0" y="0"/>
          <a:chExt cx="0" cy="0"/>
        </a:xfrm>
      </p:grpSpPr>
      <p:sp>
        <p:nvSpPr>
          <p:cNvPr id="3071" name="Google Shape;3071;p23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3072" name="Google Shape;3072;p23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073" name="Google Shape;3073;p23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074" name="Google Shape;3074;p238"/>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075" name="Google Shape;3075;p23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076" name="Google Shape;3076;p23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77" name="Google Shape;3077;p23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3078" name="Google Shape;3078;p238"/>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079" name="Google Shape;3079;p238"/>
          <p:cNvSpPr txBox="1"/>
          <p:nvPr>
            <p:ph idx="4" type="subTitle"/>
          </p:nvPr>
        </p:nvSpPr>
        <p:spPr>
          <a:xfrm>
            <a:off x="5662075" y="2539250"/>
            <a:ext cx="5486400" cy="31689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9">
  <p:cSld name="CUSTOM_4_30">
    <p:spTree>
      <p:nvGrpSpPr>
        <p:cNvPr id="3080" name="Shape 3080"/>
        <p:cNvGrpSpPr/>
        <p:nvPr/>
      </p:nvGrpSpPr>
      <p:grpSpPr>
        <a:xfrm>
          <a:off x="0" y="0"/>
          <a:ext cx="0" cy="0"/>
          <a:chOff x="0" y="0"/>
          <a:chExt cx="0" cy="0"/>
        </a:xfrm>
      </p:grpSpPr>
      <p:sp>
        <p:nvSpPr>
          <p:cNvPr id="3081" name="Google Shape;3081;p239"/>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82" name="Google Shape;3082;p23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083" name="Google Shape;3083;p239"/>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84" name="Google Shape;3084;p23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85" name="Google Shape;3085;p23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86" name="Google Shape;3086;p239"/>
          <p:cNvSpPr txBox="1"/>
          <p:nvPr>
            <p:ph idx="1"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1">
  <p:cSld name="CUSTOM_4_3_2">
    <p:spTree>
      <p:nvGrpSpPr>
        <p:cNvPr id="3087" name="Shape 3087"/>
        <p:cNvGrpSpPr/>
        <p:nvPr/>
      </p:nvGrpSpPr>
      <p:grpSpPr>
        <a:xfrm>
          <a:off x="0" y="0"/>
          <a:ext cx="0" cy="0"/>
          <a:chOff x="0" y="0"/>
          <a:chExt cx="0" cy="0"/>
        </a:xfrm>
      </p:grpSpPr>
      <p:sp>
        <p:nvSpPr>
          <p:cNvPr id="3088" name="Google Shape;3088;p240"/>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089" name="Google Shape;3089;p24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090" name="Google Shape;3090;p2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091" name="Google Shape;3091;p240"/>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092" name="Google Shape;3092;p24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093" name="Google Shape;3093;p24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094" name="Google Shape;3094;p240"/>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095" name="Shape 3095"/>
        <p:cNvGrpSpPr/>
        <p:nvPr/>
      </p:nvGrpSpPr>
      <p:grpSpPr>
        <a:xfrm>
          <a:off x="0" y="0"/>
          <a:ext cx="0" cy="0"/>
          <a:chOff x="0" y="0"/>
          <a:chExt cx="0" cy="0"/>
        </a:xfrm>
      </p:grpSpPr>
      <p:sp>
        <p:nvSpPr>
          <p:cNvPr id="3096" name="Google Shape;3096;p241"/>
          <p:cNvSpPr txBox="1"/>
          <p:nvPr>
            <p:ph type="title"/>
          </p:nvPr>
        </p:nvSpPr>
        <p:spPr>
          <a:xfrm>
            <a:off x="2438400" y="2975652"/>
            <a:ext cx="8046900" cy="1292700"/>
          </a:xfrm>
          <a:prstGeom prst="rect">
            <a:avLst/>
          </a:prstGeom>
          <a:noFill/>
          <a:ln>
            <a:noFill/>
          </a:ln>
        </p:spPr>
        <p:txBody>
          <a:bodyPr anchorCtr="1" anchor="ctr" bIns="0" lIns="0" spcFirstLastPara="1" rIns="0" wrap="square" tIns="0">
            <a:noAutofit/>
          </a:bodyPr>
          <a:lstStyle>
            <a:lvl1pPr indent="0" lvl="0" marL="0" marR="0" rtl="0" algn="l">
              <a:spcBef>
                <a:spcPts val="0"/>
              </a:spcBef>
              <a:spcAft>
                <a:spcPts val="0"/>
              </a:spcAft>
              <a:buSzPts val="3500"/>
              <a:buNone/>
              <a:defRPr b="0" i="0" sz="2400" u="none" cap="none" strike="noStrike"/>
            </a:lvl1pPr>
            <a:lvl2pPr indent="0" lvl="1" marL="0" marR="0" rtl="0" algn="l">
              <a:spcBef>
                <a:spcPts val="0"/>
              </a:spcBef>
              <a:spcAft>
                <a:spcPts val="0"/>
              </a:spcAft>
              <a:buSzPts val="3500"/>
              <a:buNone/>
              <a:defRPr b="0" i="0" sz="2400" u="none" cap="none" strike="noStrike"/>
            </a:lvl2pPr>
            <a:lvl3pPr indent="0" lvl="2" marL="0" marR="0" rtl="0" algn="l">
              <a:spcBef>
                <a:spcPts val="0"/>
              </a:spcBef>
              <a:spcAft>
                <a:spcPts val="0"/>
              </a:spcAft>
              <a:buSzPts val="3500"/>
              <a:buNone/>
              <a:defRPr b="0" i="0" sz="2400" u="none" cap="none" strike="noStrike"/>
            </a:lvl3pPr>
            <a:lvl4pPr indent="0" lvl="3" marL="0" marR="0" rtl="0" algn="l">
              <a:spcBef>
                <a:spcPts val="0"/>
              </a:spcBef>
              <a:spcAft>
                <a:spcPts val="0"/>
              </a:spcAft>
              <a:buSzPts val="3500"/>
              <a:buNone/>
              <a:defRPr b="0" i="0" sz="2400" u="none" cap="none" strike="noStrike"/>
            </a:lvl4pPr>
            <a:lvl5pPr indent="0" lvl="4" marL="0" marR="0" rtl="0" algn="l">
              <a:spcBef>
                <a:spcPts val="0"/>
              </a:spcBef>
              <a:spcAft>
                <a:spcPts val="0"/>
              </a:spcAft>
              <a:buSzPts val="3500"/>
              <a:buNone/>
              <a:defRPr b="0" i="0" sz="2400" u="none" cap="none" strike="noStrike"/>
            </a:lvl5pPr>
            <a:lvl6pPr indent="0" lvl="5" marL="0" marR="0" rtl="0" algn="l">
              <a:spcBef>
                <a:spcPts val="0"/>
              </a:spcBef>
              <a:spcAft>
                <a:spcPts val="0"/>
              </a:spcAft>
              <a:buSzPts val="3500"/>
              <a:buNone/>
              <a:defRPr b="0" i="0" sz="2400" u="none" cap="none" strike="noStrike"/>
            </a:lvl6pPr>
            <a:lvl7pPr indent="0" lvl="6" marL="0" marR="0" rtl="0" algn="l">
              <a:spcBef>
                <a:spcPts val="0"/>
              </a:spcBef>
              <a:spcAft>
                <a:spcPts val="0"/>
              </a:spcAft>
              <a:buSzPts val="3500"/>
              <a:buNone/>
              <a:defRPr b="0" i="0" sz="2400" u="none" cap="none" strike="noStrike"/>
            </a:lvl7pPr>
            <a:lvl8pPr indent="0" lvl="7" marL="0" marR="0" rtl="0" algn="l">
              <a:spcBef>
                <a:spcPts val="0"/>
              </a:spcBef>
              <a:spcAft>
                <a:spcPts val="0"/>
              </a:spcAft>
              <a:buSzPts val="3500"/>
              <a:buNone/>
              <a:defRPr b="0" i="0" sz="2400" u="none" cap="none" strike="noStrike"/>
            </a:lvl8pPr>
            <a:lvl9pPr indent="0" lvl="8" marL="0" marR="0" rtl="0" algn="l">
              <a:spcBef>
                <a:spcPts val="0"/>
              </a:spcBef>
              <a:spcAft>
                <a:spcPts val="0"/>
              </a:spcAft>
              <a:buSzPts val="3500"/>
              <a:buNone/>
              <a:defRPr b="0" i="0" sz="2400" u="none" cap="none" strike="noStrike"/>
            </a:lvl9pPr>
          </a:lstStyle>
          <a:p/>
        </p:txBody>
      </p:sp>
      <p:sp>
        <p:nvSpPr>
          <p:cNvPr id="3097" name="Google Shape;3097;p241"/>
          <p:cNvSpPr txBox="1"/>
          <p:nvPr>
            <p:ph idx="1" type="body"/>
          </p:nvPr>
        </p:nvSpPr>
        <p:spPr>
          <a:xfrm>
            <a:off x="2438400" y="4341910"/>
            <a:ext cx="8046900" cy="19248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600"/>
              <a:buNone/>
              <a:defRPr b="0" i="0" sz="2400" u="none" cap="none" strike="noStrike"/>
            </a:lvl1pPr>
            <a:lvl2pPr indent="-228600" lvl="1" marL="914400" marR="0" rtl="0" algn="l">
              <a:spcBef>
                <a:spcPts val="500"/>
              </a:spcBef>
              <a:spcAft>
                <a:spcPts val="0"/>
              </a:spcAft>
              <a:buSzPts val="1500"/>
              <a:buNone/>
              <a:defRPr b="0" i="0" sz="2400" u="none" cap="none" strike="noStrike"/>
            </a:lvl2pPr>
            <a:lvl3pPr indent="-228600" lvl="2" marL="1371600" marR="0" rtl="0" algn="l">
              <a:spcBef>
                <a:spcPts val="500"/>
              </a:spcBef>
              <a:spcAft>
                <a:spcPts val="0"/>
              </a:spcAft>
              <a:buSzPts val="1500"/>
              <a:buNone/>
              <a:defRPr b="0" i="0" sz="2400" u="none" cap="none" strike="noStrike"/>
            </a:lvl3pPr>
            <a:lvl4pPr indent="-228600" lvl="3" marL="1828800" marR="0" rtl="0" algn="l">
              <a:spcBef>
                <a:spcPts val="500"/>
              </a:spcBef>
              <a:spcAft>
                <a:spcPts val="0"/>
              </a:spcAft>
              <a:buSzPts val="1500"/>
              <a:buNone/>
              <a:defRPr b="0" i="0" sz="2400" u="none" cap="none" strike="noStrike"/>
            </a:lvl4pPr>
            <a:lvl5pPr indent="-228600" lvl="4" marL="2286000" marR="0" rtl="0" algn="l">
              <a:spcBef>
                <a:spcPts val="500"/>
              </a:spcBef>
              <a:spcAft>
                <a:spcPts val="0"/>
              </a:spcAft>
              <a:buSzPts val="1500"/>
              <a:buNone/>
              <a:defRPr b="0" i="0" sz="2400" u="none" cap="none" strike="noStrike"/>
            </a:lvl5pPr>
            <a:lvl6pPr indent="-228600" lvl="5" marL="2743200" marR="0" rtl="0" algn="l">
              <a:spcBef>
                <a:spcPts val="500"/>
              </a:spcBef>
              <a:spcAft>
                <a:spcPts val="0"/>
              </a:spcAft>
              <a:buSzPts val="1500"/>
              <a:buNone/>
              <a:defRPr b="0" i="0" sz="2400" u="none" cap="none" strike="noStrike"/>
            </a:lvl6pPr>
            <a:lvl7pPr indent="-228600" lvl="6" marL="3200400" marR="0" rtl="0" algn="l">
              <a:spcBef>
                <a:spcPts val="500"/>
              </a:spcBef>
              <a:spcAft>
                <a:spcPts val="0"/>
              </a:spcAft>
              <a:buSzPts val="1500"/>
              <a:buNone/>
              <a:defRPr b="0" i="0" sz="2400" u="none" cap="none" strike="noStrike"/>
            </a:lvl7pPr>
            <a:lvl8pPr indent="-228600" lvl="7" marL="3657600" marR="0" rtl="0" algn="l">
              <a:spcBef>
                <a:spcPts val="500"/>
              </a:spcBef>
              <a:spcAft>
                <a:spcPts val="0"/>
              </a:spcAft>
              <a:buSzPts val="1500"/>
              <a:buNone/>
              <a:defRPr b="0" i="0" sz="2400" u="none" cap="none" strike="noStrike"/>
            </a:lvl8pPr>
            <a:lvl9pPr indent="-228600" lvl="8" marL="4114800" marR="0" rtl="0" algn="l">
              <a:spcBef>
                <a:spcPts val="500"/>
              </a:spcBef>
              <a:spcAft>
                <a:spcPts val="500"/>
              </a:spcAft>
              <a:buSzPts val="1500"/>
              <a:buNone/>
              <a:defRPr b="0" i="0" sz="2400" u="none" cap="none" strike="noStrike"/>
            </a:lvl9pPr>
          </a:lstStyle>
          <a:p/>
        </p:txBody>
      </p:sp>
      <p:sp>
        <p:nvSpPr>
          <p:cNvPr id="3098" name="Google Shape;3098;p241"/>
          <p:cNvSpPr txBox="1"/>
          <p:nvPr>
            <p:ph idx="12" type="sldNum"/>
          </p:nvPr>
        </p:nvSpPr>
        <p:spPr>
          <a:xfrm>
            <a:off x="11409045" y="6333134"/>
            <a:ext cx="7317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p:cSld name="CUSTOM_1_1">
    <p:spTree>
      <p:nvGrpSpPr>
        <p:cNvPr id="3099" name="Shape 3099"/>
        <p:cNvGrpSpPr/>
        <p:nvPr/>
      </p:nvGrpSpPr>
      <p:grpSpPr>
        <a:xfrm>
          <a:off x="0" y="0"/>
          <a:ext cx="0" cy="0"/>
          <a:chOff x="0" y="0"/>
          <a:chExt cx="0" cy="0"/>
        </a:xfrm>
      </p:grpSpPr>
      <p:sp>
        <p:nvSpPr>
          <p:cNvPr id="3100" name="Google Shape;3100;p242"/>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3101" name="Google Shape;3101;p242"/>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3102" name="Google Shape;3102;p242"/>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9pPr>
          </a:lstStyle>
          <a:p/>
        </p:txBody>
      </p:sp>
      <p:sp>
        <p:nvSpPr>
          <p:cNvPr id="3103" name="Google Shape;3103;p242"/>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left, text right">
  <p:cSld name="CUSTOM_1_1_1">
    <p:spTree>
      <p:nvGrpSpPr>
        <p:cNvPr id="3104" name="Shape 3104"/>
        <p:cNvGrpSpPr/>
        <p:nvPr/>
      </p:nvGrpSpPr>
      <p:grpSpPr>
        <a:xfrm>
          <a:off x="0" y="0"/>
          <a:ext cx="0" cy="0"/>
          <a:chOff x="0" y="0"/>
          <a:chExt cx="0" cy="0"/>
        </a:xfrm>
      </p:grpSpPr>
      <p:sp>
        <p:nvSpPr>
          <p:cNvPr id="3105" name="Google Shape;3105;p243"/>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3106" name="Google Shape;3106;p243"/>
          <p:cNvSpPr txBox="1"/>
          <p:nvPr>
            <p:ph idx="1" type="body"/>
          </p:nvPr>
        </p:nvSpPr>
        <p:spPr>
          <a:xfrm>
            <a:off x="6309800" y="2167900"/>
            <a:ext cx="47799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Char char="▸"/>
              <a:defRPr/>
            </a:lvl1pPr>
            <a:lvl2pPr indent="-311150" lvl="1" marL="914400" rtl="0">
              <a:spcBef>
                <a:spcPts val="500"/>
              </a:spcBef>
              <a:spcAft>
                <a:spcPts val="0"/>
              </a:spcAft>
              <a:buSzPts val="1300"/>
              <a:buChar char="･"/>
              <a:defRPr/>
            </a:lvl2pPr>
            <a:lvl3pPr indent="-311150" lvl="2" marL="1371600" rtl="0">
              <a:spcBef>
                <a:spcPts val="500"/>
              </a:spcBef>
              <a:spcAft>
                <a:spcPts val="0"/>
              </a:spcAft>
              <a:buSzPts val="1300"/>
              <a:buChar char="･"/>
              <a:defRPr/>
            </a:lvl3pPr>
            <a:lvl4pPr indent="-311150" lvl="3" marL="1828800" rtl="0">
              <a:spcBef>
                <a:spcPts val="500"/>
              </a:spcBef>
              <a:spcAft>
                <a:spcPts val="0"/>
              </a:spcAft>
              <a:buSzPts val="1300"/>
              <a:buChar char="･"/>
              <a:defRPr/>
            </a:lvl4pPr>
            <a:lvl5pPr indent="-311150" lvl="4" marL="2286000" rtl="0">
              <a:spcBef>
                <a:spcPts val="500"/>
              </a:spcBef>
              <a:spcAft>
                <a:spcPts val="0"/>
              </a:spcAft>
              <a:buSzPts val="1300"/>
              <a:buChar char="･"/>
              <a:defRPr/>
            </a:lvl5pPr>
            <a:lvl6pPr indent="-311150" lvl="5" marL="2743200" rtl="0">
              <a:spcBef>
                <a:spcPts val="500"/>
              </a:spcBef>
              <a:spcAft>
                <a:spcPts val="0"/>
              </a:spcAft>
              <a:buSzPts val="1300"/>
              <a:buChar char="･"/>
              <a:defRPr/>
            </a:lvl6pPr>
            <a:lvl7pPr indent="-311150" lvl="6" marL="3200400" rtl="0">
              <a:spcBef>
                <a:spcPts val="500"/>
              </a:spcBef>
              <a:spcAft>
                <a:spcPts val="0"/>
              </a:spcAft>
              <a:buSzPts val="1300"/>
              <a:buChar char="･"/>
              <a:defRPr/>
            </a:lvl7pPr>
            <a:lvl8pPr indent="-311150" lvl="7" marL="3657600" rtl="0">
              <a:spcBef>
                <a:spcPts val="500"/>
              </a:spcBef>
              <a:spcAft>
                <a:spcPts val="0"/>
              </a:spcAft>
              <a:buSzPts val="1300"/>
              <a:buChar char="･"/>
              <a:defRPr/>
            </a:lvl8pPr>
            <a:lvl9pPr indent="-311150" lvl="8" marL="4114800" rtl="0">
              <a:spcBef>
                <a:spcPts val="500"/>
              </a:spcBef>
              <a:spcAft>
                <a:spcPts val="500"/>
              </a:spcAft>
              <a:buSzPts val="1300"/>
              <a:buChar char="･"/>
              <a:defRPr/>
            </a:lvl9pPr>
          </a:lstStyle>
          <a:p/>
        </p:txBody>
      </p:sp>
      <p:sp>
        <p:nvSpPr>
          <p:cNvPr id="3107" name="Google Shape;3107;p243"/>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9pPr>
          </a:lstStyle>
          <a:p/>
        </p:txBody>
      </p:sp>
      <p:sp>
        <p:nvSpPr>
          <p:cNvPr id="3108" name="Google Shape;3108;p243"/>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top, text bottom">
  <p:cSld name="CUSTOM_3_1_2">
    <p:spTree>
      <p:nvGrpSpPr>
        <p:cNvPr id="3109" name="Shape 3109"/>
        <p:cNvGrpSpPr/>
        <p:nvPr/>
      </p:nvGrpSpPr>
      <p:grpSpPr>
        <a:xfrm>
          <a:off x="0" y="0"/>
          <a:ext cx="0" cy="0"/>
          <a:chOff x="0" y="0"/>
          <a:chExt cx="0" cy="0"/>
        </a:xfrm>
      </p:grpSpPr>
      <p:sp>
        <p:nvSpPr>
          <p:cNvPr id="3110" name="Google Shape;3110;p244"/>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3111" name="Google Shape;3111;p244"/>
          <p:cNvSpPr txBox="1"/>
          <p:nvPr>
            <p:ph idx="1" type="body"/>
          </p:nvPr>
        </p:nvSpPr>
        <p:spPr>
          <a:xfrm>
            <a:off x="1102200" y="5212665"/>
            <a:ext cx="9987600" cy="5247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900"/>
            </a:lvl1pPr>
            <a:lvl2pPr indent="-323850" lvl="1" marL="914400" rtl="0" algn="ctr">
              <a:spcBef>
                <a:spcPts val="0"/>
              </a:spcBef>
              <a:spcAft>
                <a:spcPts val="0"/>
              </a:spcAft>
              <a:buSzPts val="1500"/>
              <a:buChar char="･"/>
              <a:defRPr sz="1900"/>
            </a:lvl2pPr>
            <a:lvl3pPr indent="-323850" lvl="2" marL="1371600" rtl="0" algn="ctr">
              <a:spcBef>
                <a:spcPts val="0"/>
              </a:spcBef>
              <a:spcAft>
                <a:spcPts val="0"/>
              </a:spcAft>
              <a:buSzPts val="1500"/>
              <a:buChar char="･"/>
              <a:defRPr sz="1900"/>
            </a:lvl3pPr>
            <a:lvl4pPr indent="-323850" lvl="3" marL="1828800" rtl="0" algn="ctr">
              <a:spcBef>
                <a:spcPts val="0"/>
              </a:spcBef>
              <a:spcAft>
                <a:spcPts val="0"/>
              </a:spcAft>
              <a:buSzPts val="1500"/>
              <a:buChar char="･"/>
              <a:defRPr sz="1900"/>
            </a:lvl4pPr>
            <a:lvl5pPr indent="-323850" lvl="4" marL="2286000" rtl="0" algn="ctr">
              <a:spcBef>
                <a:spcPts val="0"/>
              </a:spcBef>
              <a:spcAft>
                <a:spcPts val="0"/>
              </a:spcAft>
              <a:buSzPts val="1500"/>
              <a:buChar char="･"/>
              <a:defRPr sz="1900"/>
            </a:lvl5pPr>
            <a:lvl6pPr indent="-323850" lvl="5" marL="2743200" rtl="0" algn="ctr">
              <a:spcBef>
                <a:spcPts val="0"/>
              </a:spcBef>
              <a:spcAft>
                <a:spcPts val="0"/>
              </a:spcAft>
              <a:buSzPts val="1500"/>
              <a:buChar char="･"/>
              <a:defRPr sz="1900"/>
            </a:lvl6pPr>
            <a:lvl7pPr indent="-323850" lvl="6" marL="3200400" rtl="0" algn="ctr">
              <a:spcBef>
                <a:spcPts val="0"/>
              </a:spcBef>
              <a:spcAft>
                <a:spcPts val="0"/>
              </a:spcAft>
              <a:buSzPts val="1500"/>
              <a:buChar char="･"/>
              <a:defRPr sz="1900"/>
            </a:lvl7pPr>
            <a:lvl8pPr indent="-323850" lvl="7" marL="3657600" rtl="0" algn="ctr">
              <a:spcBef>
                <a:spcPts val="0"/>
              </a:spcBef>
              <a:spcAft>
                <a:spcPts val="0"/>
              </a:spcAft>
              <a:buSzPts val="1500"/>
              <a:buChar char="･"/>
              <a:defRPr sz="1900"/>
            </a:lvl8pPr>
            <a:lvl9pPr indent="-323850" lvl="8" marL="4114800" rtl="0" algn="ctr">
              <a:spcBef>
                <a:spcPts val="0"/>
              </a:spcBef>
              <a:spcAft>
                <a:spcPts val="0"/>
              </a:spcAft>
              <a:buSzPts val="1500"/>
              <a:buChar char="･"/>
              <a:defRPr sz="1900"/>
            </a:lvl9pPr>
          </a:lstStyle>
          <a:p/>
        </p:txBody>
      </p:sp>
      <p:sp>
        <p:nvSpPr>
          <p:cNvPr id="3112" name="Google Shape;3112;p244"/>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9pPr>
          </a:lstStyle>
          <a:p/>
        </p:txBody>
      </p:sp>
      <p:sp>
        <p:nvSpPr>
          <p:cNvPr id="3113" name="Google Shape;3113;p244"/>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1">
  <p:cSld name="CUSTOM_1_2">
    <p:spTree>
      <p:nvGrpSpPr>
        <p:cNvPr id="3114" name="Shape 3114"/>
        <p:cNvGrpSpPr/>
        <p:nvPr/>
      </p:nvGrpSpPr>
      <p:grpSpPr>
        <a:xfrm>
          <a:off x="0" y="0"/>
          <a:ext cx="0" cy="0"/>
          <a:chOff x="0" y="0"/>
          <a:chExt cx="0" cy="0"/>
        </a:xfrm>
      </p:grpSpPr>
      <p:sp>
        <p:nvSpPr>
          <p:cNvPr id="3115" name="Google Shape;3115;p245"/>
          <p:cNvSpPr txBox="1"/>
          <p:nvPr>
            <p:ph idx="12" type="sldNum"/>
          </p:nvPr>
        </p:nvSpPr>
        <p:spPr>
          <a:xfrm>
            <a:off x="137767" y="6311933"/>
            <a:ext cx="441900" cy="392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3116" name="Google Shape;3116;p245"/>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3117" name="Google Shape;3117;p245"/>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9pPr>
          </a:lstStyle>
          <a:p/>
        </p:txBody>
      </p:sp>
      <p:sp>
        <p:nvSpPr>
          <p:cNvPr id="3118" name="Google Shape;3118;p245"/>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19" name="Shape 3119"/>
        <p:cNvGrpSpPr/>
        <p:nvPr/>
      </p:nvGrpSpPr>
      <p:grpSpPr>
        <a:xfrm>
          <a:off x="0" y="0"/>
          <a:ext cx="0" cy="0"/>
          <a:chOff x="0" y="0"/>
          <a:chExt cx="0" cy="0"/>
        </a:xfrm>
      </p:grpSpPr>
      <p:sp>
        <p:nvSpPr>
          <p:cNvPr id="3120" name="Google Shape;3120;p246"/>
          <p:cNvSpPr txBox="1"/>
          <p:nvPr>
            <p:ph type="title"/>
          </p:nvPr>
        </p:nvSpPr>
        <p:spPr>
          <a:xfrm>
            <a:off x="415600" y="593367"/>
            <a:ext cx="11360700" cy="763500"/>
          </a:xfrm>
          <a:prstGeom prst="rect">
            <a:avLst/>
          </a:prstGeom>
        </p:spPr>
        <p:txBody>
          <a:bodyPr anchorCtr="0" anchor="t"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121" name="Google Shape;3121;p246"/>
          <p:cNvSpPr txBox="1"/>
          <p:nvPr>
            <p:ph idx="1" type="body"/>
          </p:nvPr>
        </p:nvSpPr>
        <p:spPr>
          <a:xfrm>
            <a:off x="415600" y="1536633"/>
            <a:ext cx="11360700" cy="4555200"/>
          </a:xfrm>
          <a:prstGeom prst="rect">
            <a:avLst/>
          </a:prstGeom>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23850" lvl="1" marL="914400" rtl="0">
              <a:spcBef>
                <a:spcPts val="500"/>
              </a:spcBef>
              <a:spcAft>
                <a:spcPts val="0"/>
              </a:spcAft>
              <a:buSzPts val="1500"/>
              <a:buChar char="･"/>
              <a:defRPr/>
            </a:lvl2pPr>
            <a:lvl3pPr indent="-323850" lvl="2" marL="1371600" rtl="0">
              <a:spcBef>
                <a:spcPts val="500"/>
              </a:spcBef>
              <a:spcAft>
                <a:spcPts val="0"/>
              </a:spcAft>
              <a:buSzPts val="1500"/>
              <a:buChar char="･"/>
              <a:defRPr/>
            </a:lvl3pPr>
            <a:lvl4pPr indent="-323850" lvl="3" marL="1828800" rtl="0">
              <a:spcBef>
                <a:spcPts val="500"/>
              </a:spcBef>
              <a:spcAft>
                <a:spcPts val="0"/>
              </a:spcAft>
              <a:buSzPts val="1500"/>
              <a:buChar char="･"/>
              <a:defRPr/>
            </a:lvl4pPr>
            <a:lvl5pPr indent="-323850" lvl="4" marL="2286000" rtl="0">
              <a:spcBef>
                <a:spcPts val="500"/>
              </a:spcBef>
              <a:spcAft>
                <a:spcPts val="0"/>
              </a:spcAft>
              <a:buSzPts val="1500"/>
              <a:buChar char="･"/>
              <a:defRPr/>
            </a:lvl5pPr>
            <a:lvl6pPr indent="-323850" lvl="5" marL="2743200" rtl="0">
              <a:spcBef>
                <a:spcPts val="500"/>
              </a:spcBef>
              <a:spcAft>
                <a:spcPts val="0"/>
              </a:spcAft>
              <a:buSzPts val="1500"/>
              <a:buChar char="･"/>
              <a:defRPr/>
            </a:lvl6pPr>
            <a:lvl7pPr indent="-323850" lvl="6" marL="3200400" rtl="0">
              <a:spcBef>
                <a:spcPts val="500"/>
              </a:spcBef>
              <a:spcAft>
                <a:spcPts val="0"/>
              </a:spcAft>
              <a:buSzPts val="1500"/>
              <a:buChar char="･"/>
              <a:defRPr/>
            </a:lvl7pPr>
            <a:lvl8pPr indent="-323850" lvl="7" marL="3657600" rtl="0">
              <a:spcBef>
                <a:spcPts val="500"/>
              </a:spcBef>
              <a:spcAft>
                <a:spcPts val="0"/>
              </a:spcAft>
              <a:buSzPts val="1500"/>
              <a:buChar char="･"/>
              <a:defRPr/>
            </a:lvl8pPr>
            <a:lvl9pPr indent="-323850" lvl="8" marL="4114800" rtl="0">
              <a:spcBef>
                <a:spcPts val="500"/>
              </a:spcBef>
              <a:spcAft>
                <a:spcPts val="500"/>
              </a:spcAft>
              <a:buSzPts val="1500"/>
              <a:buChar char="･"/>
              <a:defRPr/>
            </a:lvl9pPr>
          </a:lstStyle>
          <a:p/>
        </p:txBody>
      </p:sp>
      <p:sp>
        <p:nvSpPr>
          <p:cNvPr id="3122" name="Google Shape;3122;p246"/>
          <p:cNvSpPr txBox="1"/>
          <p:nvPr>
            <p:ph idx="12" type="sldNum"/>
          </p:nvPr>
        </p:nvSpPr>
        <p:spPr>
          <a:xfrm>
            <a:off x="11296610" y="6217622"/>
            <a:ext cx="7317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p:cSld name="headline only">
    <p:spTree>
      <p:nvGrpSpPr>
        <p:cNvPr id="3123" name="Shape 3123"/>
        <p:cNvGrpSpPr/>
        <p:nvPr/>
      </p:nvGrpSpPr>
      <p:grpSpPr>
        <a:xfrm>
          <a:off x="0" y="0"/>
          <a:ext cx="0" cy="0"/>
          <a:chOff x="0" y="0"/>
          <a:chExt cx="0" cy="0"/>
        </a:xfrm>
      </p:grpSpPr>
      <p:sp>
        <p:nvSpPr>
          <p:cNvPr id="3124" name="Google Shape;3124;p247"/>
          <p:cNvSpPr txBox="1"/>
          <p:nvPr>
            <p:ph type="title"/>
          </p:nvPr>
        </p:nvSpPr>
        <p:spPr>
          <a:xfrm>
            <a:off x="914400" y="2362200"/>
            <a:ext cx="10363200" cy="1371600"/>
          </a:xfrm>
          <a:prstGeom prst="rect">
            <a:avLst/>
          </a:prstGeom>
          <a:noFill/>
          <a:ln>
            <a:noFill/>
          </a:ln>
        </p:spPr>
        <p:txBody>
          <a:bodyPr anchorCtr="0" anchor="ctr" bIns="0" lIns="0" spcFirstLastPara="1" rIns="0" wrap="square" tIns="0">
            <a:noAutofit/>
          </a:bodyPr>
          <a:lstStyle>
            <a:lvl1pPr indent="0" lvl="0" marL="0" marR="0" rtl="0" algn="ctr">
              <a:spcBef>
                <a:spcPts val="0"/>
              </a:spcBef>
              <a:spcAft>
                <a:spcPts val="0"/>
              </a:spcAft>
              <a:buSzPts val="3500"/>
              <a:buNone/>
              <a:defRPr b="0" i="0" sz="4800" u="none" cap="none" strike="noStrike">
                <a:solidFill>
                  <a:schemeClr val="dk1"/>
                </a:solidFill>
                <a:latin typeface="Arial"/>
                <a:ea typeface="Arial"/>
                <a:cs typeface="Arial"/>
                <a:sym typeface="Arial"/>
              </a:defRPr>
            </a:lvl1pPr>
            <a:lvl2pPr indent="0" lvl="1"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9pPr>
          </a:lstStyle>
          <a:p/>
        </p:txBody>
      </p:sp>
      <p:sp>
        <p:nvSpPr>
          <p:cNvPr id="3125" name="Google Shape;3125;p247"/>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sz="1100">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3126" name="Google Shape;3126;p247"/>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buNone/>
              <a:defRPr sz="1100">
                <a:solidFill>
                  <a:schemeClr val="dk1"/>
                </a:solidFill>
                <a:latin typeface="Arial"/>
                <a:ea typeface="Arial"/>
                <a:cs typeface="Arial"/>
                <a:sym typeface="Arial"/>
              </a:defRPr>
            </a:lvl1pPr>
            <a:lvl2pPr indent="0" lvl="1" marL="0" marR="0" rtl="0" algn="r">
              <a:spcBef>
                <a:spcPts val="0"/>
              </a:spcBef>
              <a:buNone/>
              <a:defRPr sz="1100">
                <a:solidFill>
                  <a:schemeClr val="dk1"/>
                </a:solidFill>
                <a:latin typeface="Arial"/>
                <a:ea typeface="Arial"/>
                <a:cs typeface="Arial"/>
                <a:sym typeface="Arial"/>
              </a:defRPr>
            </a:lvl2pPr>
            <a:lvl3pPr indent="0" lvl="2" marL="0" marR="0" rtl="0" algn="r">
              <a:spcBef>
                <a:spcPts val="0"/>
              </a:spcBef>
              <a:buNone/>
              <a:defRPr sz="1100">
                <a:solidFill>
                  <a:schemeClr val="dk1"/>
                </a:solidFill>
                <a:latin typeface="Arial"/>
                <a:ea typeface="Arial"/>
                <a:cs typeface="Arial"/>
                <a:sym typeface="Arial"/>
              </a:defRPr>
            </a:lvl3pPr>
            <a:lvl4pPr indent="0" lvl="3" marL="0" marR="0" rtl="0" algn="r">
              <a:spcBef>
                <a:spcPts val="0"/>
              </a:spcBef>
              <a:buNone/>
              <a:defRPr sz="1100">
                <a:solidFill>
                  <a:schemeClr val="dk1"/>
                </a:solidFill>
                <a:latin typeface="Arial"/>
                <a:ea typeface="Arial"/>
                <a:cs typeface="Arial"/>
                <a:sym typeface="Arial"/>
              </a:defRPr>
            </a:lvl4pPr>
            <a:lvl5pPr indent="0" lvl="4" marL="0" marR="0" rtl="0" algn="r">
              <a:spcBef>
                <a:spcPts val="0"/>
              </a:spcBef>
              <a:buNone/>
              <a:defRPr sz="1100">
                <a:solidFill>
                  <a:schemeClr val="dk1"/>
                </a:solidFill>
                <a:latin typeface="Arial"/>
                <a:ea typeface="Arial"/>
                <a:cs typeface="Arial"/>
                <a:sym typeface="Arial"/>
              </a:defRPr>
            </a:lvl5pPr>
            <a:lvl6pPr indent="0" lvl="5" marL="0" marR="0" rtl="0" algn="r">
              <a:spcBef>
                <a:spcPts val="0"/>
              </a:spcBef>
              <a:buNone/>
              <a:defRPr sz="1100">
                <a:solidFill>
                  <a:schemeClr val="dk1"/>
                </a:solidFill>
                <a:latin typeface="Arial"/>
                <a:ea typeface="Arial"/>
                <a:cs typeface="Arial"/>
                <a:sym typeface="Arial"/>
              </a:defRPr>
            </a:lvl6pPr>
            <a:lvl7pPr indent="0" lvl="6" marL="0" marR="0" rtl="0" algn="r">
              <a:spcBef>
                <a:spcPts val="0"/>
              </a:spcBef>
              <a:buNone/>
              <a:defRPr sz="1100">
                <a:solidFill>
                  <a:schemeClr val="dk1"/>
                </a:solidFill>
                <a:latin typeface="Arial"/>
                <a:ea typeface="Arial"/>
                <a:cs typeface="Arial"/>
                <a:sym typeface="Arial"/>
              </a:defRPr>
            </a:lvl7pPr>
            <a:lvl8pPr indent="0" lvl="7" marL="0" marR="0" rtl="0" algn="r">
              <a:spcBef>
                <a:spcPts val="0"/>
              </a:spcBef>
              <a:buNone/>
              <a:defRPr sz="1100">
                <a:solidFill>
                  <a:schemeClr val="dk1"/>
                </a:solidFill>
                <a:latin typeface="Arial"/>
                <a:ea typeface="Arial"/>
                <a:cs typeface="Arial"/>
                <a:sym typeface="Arial"/>
              </a:defRPr>
            </a:lvl8pPr>
            <a:lvl9pPr indent="0" lvl="8" marL="0" marR="0" rtl="0" algn="r">
              <a:spcBef>
                <a:spcPts val="0"/>
              </a:spcBef>
              <a:buNone/>
              <a:defRPr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CUSTOM_1_1_1_1">
    <p:spTree>
      <p:nvGrpSpPr>
        <p:cNvPr id="3127" name="Shape 3127"/>
        <p:cNvGrpSpPr/>
        <p:nvPr/>
      </p:nvGrpSpPr>
      <p:grpSpPr>
        <a:xfrm>
          <a:off x="0" y="0"/>
          <a:ext cx="0" cy="0"/>
          <a:chOff x="0" y="0"/>
          <a:chExt cx="0" cy="0"/>
        </a:xfrm>
      </p:grpSpPr>
      <p:sp>
        <p:nvSpPr>
          <p:cNvPr id="3128" name="Google Shape;3128;p248"/>
          <p:cNvSpPr txBox="1"/>
          <p:nvPr>
            <p:ph idx="12" type="sldNum"/>
          </p:nvPr>
        </p:nvSpPr>
        <p:spPr>
          <a:xfrm>
            <a:off x="137770" y="6311925"/>
            <a:ext cx="480900" cy="524700"/>
          </a:xfrm>
          <a:prstGeom prst="rect">
            <a:avLst/>
          </a:prstGeom>
        </p:spPr>
        <p:txBody>
          <a:bodyPr anchorCtr="0" anchor="t"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r">
              <a:spcBef>
                <a:spcPts val="0"/>
              </a:spcBef>
              <a:spcAft>
                <a:spcPts val="0"/>
              </a:spcAft>
              <a:buNone/>
            </a:pPr>
            <a:fld id="{00000000-1234-1234-1234-123412341234}" type="slidenum">
              <a:rPr lang="en"/>
              <a:t>‹#›</a:t>
            </a:fld>
            <a:endParaRPr/>
          </a:p>
        </p:txBody>
      </p:sp>
      <p:sp>
        <p:nvSpPr>
          <p:cNvPr id="3129" name="Google Shape;3129;p248"/>
          <p:cNvSpPr txBox="1"/>
          <p:nvPr>
            <p:ph idx="1" type="subTitle"/>
          </p:nvPr>
        </p:nvSpPr>
        <p:spPr>
          <a:xfrm>
            <a:off x="1102200" y="3829675"/>
            <a:ext cx="3014400" cy="8856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a:lvl2pPr>
            <a:lvl3pPr lvl="2" rtl="0" algn="ctr">
              <a:lnSpc>
                <a:spcPct val="100000"/>
              </a:lnSpc>
              <a:spcBef>
                <a:spcPts val="500"/>
              </a:spcBef>
              <a:spcAft>
                <a:spcPts val="0"/>
              </a:spcAft>
              <a:buNone/>
              <a:defRPr/>
            </a:lvl3pPr>
            <a:lvl4pPr lvl="3" rtl="0" algn="ctr">
              <a:lnSpc>
                <a:spcPct val="100000"/>
              </a:lnSpc>
              <a:spcBef>
                <a:spcPts val="500"/>
              </a:spcBef>
              <a:spcAft>
                <a:spcPts val="0"/>
              </a:spcAft>
              <a:buNone/>
              <a:defRPr/>
            </a:lvl4pPr>
            <a:lvl5pPr lvl="4" rtl="0" algn="ctr">
              <a:lnSpc>
                <a:spcPct val="100000"/>
              </a:lnSpc>
              <a:spcBef>
                <a:spcPts val="500"/>
              </a:spcBef>
              <a:spcAft>
                <a:spcPts val="0"/>
              </a:spcAft>
              <a:buNone/>
              <a:defRPr/>
            </a:lvl5pPr>
            <a:lvl6pPr lvl="5" rtl="0" algn="ctr">
              <a:lnSpc>
                <a:spcPct val="100000"/>
              </a:lnSpc>
              <a:spcBef>
                <a:spcPts val="500"/>
              </a:spcBef>
              <a:spcAft>
                <a:spcPts val="0"/>
              </a:spcAft>
              <a:buNone/>
              <a:defRPr/>
            </a:lvl6pPr>
            <a:lvl7pPr lvl="6" rtl="0" algn="ctr">
              <a:lnSpc>
                <a:spcPct val="100000"/>
              </a:lnSpc>
              <a:spcBef>
                <a:spcPts val="500"/>
              </a:spcBef>
              <a:spcAft>
                <a:spcPts val="0"/>
              </a:spcAft>
              <a:buNone/>
              <a:defRPr/>
            </a:lvl7pPr>
            <a:lvl8pPr lvl="7" rtl="0" algn="ctr">
              <a:lnSpc>
                <a:spcPct val="100000"/>
              </a:lnSpc>
              <a:spcBef>
                <a:spcPts val="500"/>
              </a:spcBef>
              <a:spcAft>
                <a:spcPts val="0"/>
              </a:spcAft>
              <a:buNone/>
              <a:defRPr/>
            </a:lvl8pPr>
            <a:lvl9pPr lvl="8" rtl="0" algn="ctr">
              <a:lnSpc>
                <a:spcPct val="100000"/>
              </a:lnSpc>
              <a:spcBef>
                <a:spcPts val="500"/>
              </a:spcBef>
              <a:spcAft>
                <a:spcPts val="500"/>
              </a:spcAft>
              <a:buNone/>
              <a:defRPr/>
            </a:lvl9pPr>
          </a:lstStyle>
          <a:p/>
        </p:txBody>
      </p:sp>
      <p:sp>
        <p:nvSpPr>
          <p:cNvPr id="3130" name="Google Shape;3130;p248"/>
          <p:cNvSpPr txBox="1"/>
          <p:nvPr>
            <p:ph idx="2" type="subTitle"/>
          </p:nvPr>
        </p:nvSpPr>
        <p:spPr>
          <a:xfrm>
            <a:off x="1102200" y="4715275"/>
            <a:ext cx="3014400" cy="885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1600"/>
            </a:lvl1pPr>
            <a:lvl2pPr lvl="1" rtl="0" algn="ctr">
              <a:lnSpc>
                <a:spcPct val="100000"/>
              </a:lnSpc>
              <a:spcBef>
                <a:spcPts val="500"/>
              </a:spcBef>
              <a:spcAft>
                <a:spcPts val="0"/>
              </a:spcAft>
              <a:buNone/>
              <a:defRPr sz="1600"/>
            </a:lvl2pPr>
            <a:lvl3pPr lvl="2" rtl="0" algn="ctr">
              <a:lnSpc>
                <a:spcPct val="100000"/>
              </a:lnSpc>
              <a:spcBef>
                <a:spcPts val="500"/>
              </a:spcBef>
              <a:spcAft>
                <a:spcPts val="0"/>
              </a:spcAft>
              <a:buNone/>
              <a:defRPr sz="1600"/>
            </a:lvl3pPr>
            <a:lvl4pPr lvl="3" rtl="0" algn="ctr">
              <a:lnSpc>
                <a:spcPct val="100000"/>
              </a:lnSpc>
              <a:spcBef>
                <a:spcPts val="500"/>
              </a:spcBef>
              <a:spcAft>
                <a:spcPts val="0"/>
              </a:spcAft>
              <a:buNone/>
              <a:defRPr sz="1600"/>
            </a:lvl4pPr>
            <a:lvl5pPr lvl="4" rtl="0" algn="ctr">
              <a:lnSpc>
                <a:spcPct val="100000"/>
              </a:lnSpc>
              <a:spcBef>
                <a:spcPts val="500"/>
              </a:spcBef>
              <a:spcAft>
                <a:spcPts val="0"/>
              </a:spcAft>
              <a:buNone/>
              <a:defRPr sz="1600"/>
            </a:lvl5pPr>
            <a:lvl6pPr lvl="5" rtl="0" algn="ctr">
              <a:lnSpc>
                <a:spcPct val="100000"/>
              </a:lnSpc>
              <a:spcBef>
                <a:spcPts val="500"/>
              </a:spcBef>
              <a:spcAft>
                <a:spcPts val="0"/>
              </a:spcAft>
              <a:buNone/>
              <a:defRPr sz="1600"/>
            </a:lvl6pPr>
            <a:lvl7pPr lvl="6" rtl="0" algn="ctr">
              <a:lnSpc>
                <a:spcPct val="100000"/>
              </a:lnSpc>
              <a:spcBef>
                <a:spcPts val="500"/>
              </a:spcBef>
              <a:spcAft>
                <a:spcPts val="0"/>
              </a:spcAft>
              <a:buNone/>
              <a:defRPr sz="1600"/>
            </a:lvl7pPr>
            <a:lvl8pPr lvl="7" rtl="0" algn="ctr">
              <a:lnSpc>
                <a:spcPct val="100000"/>
              </a:lnSpc>
              <a:spcBef>
                <a:spcPts val="500"/>
              </a:spcBef>
              <a:spcAft>
                <a:spcPts val="0"/>
              </a:spcAft>
              <a:buNone/>
              <a:defRPr sz="1600"/>
            </a:lvl8pPr>
            <a:lvl9pPr lvl="8" rtl="0" algn="ctr">
              <a:lnSpc>
                <a:spcPct val="100000"/>
              </a:lnSpc>
              <a:spcBef>
                <a:spcPts val="500"/>
              </a:spcBef>
              <a:spcAft>
                <a:spcPts val="500"/>
              </a:spcAft>
              <a:buNone/>
              <a:defRPr sz="1600"/>
            </a:lvl9pPr>
          </a:lstStyle>
          <a:p/>
        </p:txBody>
      </p:sp>
      <p:sp>
        <p:nvSpPr>
          <p:cNvPr id="3131" name="Google Shape;3131;p248"/>
          <p:cNvSpPr txBox="1"/>
          <p:nvPr>
            <p:ph idx="3" type="subTitle"/>
          </p:nvPr>
        </p:nvSpPr>
        <p:spPr>
          <a:xfrm>
            <a:off x="4588800" y="4715275"/>
            <a:ext cx="3014400" cy="885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1600"/>
            </a:lvl1pPr>
            <a:lvl2pPr lvl="1" rtl="0" algn="ctr">
              <a:lnSpc>
                <a:spcPct val="100000"/>
              </a:lnSpc>
              <a:spcBef>
                <a:spcPts val="500"/>
              </a:spcBef>
              <a:spcAft>
                <a:spcPts val="0"/>
              </a:spcAft>
              <a:buNone/>
              <a:defRPr sz="1600"/>
            </a:lvl2pPr>
            <a:lvl3pPr lvl="2" rtl="0" algn="ctr">
              <a:lnSpc>
                <a:spcPct val="100000"/>
              </a:lnSpc>
              <a:spcBef>
                <a:spcPts val="500"/>
              </a:spcBef>
              <a:spcAft>
                <a:spcPts val="0"/>
              </a:spcAft>
              <a:buNone/>
              <a:defRPr sz="1600"/>
            </a:lvl3pPr>
            <a:lvl4pPr lvl="3" rtl="0" algn="ctr">
              <a:lnSpc>
                <a:spcPct val="100000"/>
              </a:lnSpc>
              <a:spcBef>
                <a:spcPts val="500"/>
              </a:spcBef>
              <a:spcAft>
                <a:spcPts val="0"/>
              </a:spcAft>
              <a:buNone/>
              <a:defRPr sz="1600"/>
            </a:lvl4pPr>
            <a:lvl5pPr lvl="4" rtl="0" algn="ctr">
              <a:lnSpc>
                <a:spcPct val="100000"/>
              </a:lnSpc>
              <a:spcBef>
                <a:spcPts val="500"/>
              </a:spcBef>
              <a:spcAft>
                <a:spcPts val="0"/>
              </a:spcAft>
              <a:buNone/>
              <a:defRPr sz="1600"/>
            </a:lvl5pPr>
            <a:lvl6pPr lvl="5" rtl="0" algn="ctr">
              <a:lnSpc>
                <a:spcPct val="100000"/>
              </a:lnSpc>
              <a:spcBef>
                <a:spcPts val="500"/>
              </a:spcBef>
              <a:spcAft>
                <a:spcPts val="0"/>
              </a:spcAft>
              <a:buNone/>
              <a:defRPr sz="1600"/>
            </a:lvl6pPr>
            <a:lvl7pPr lvl="6" rtl="0" algn="ctr">
              <a:lnSpc>
                <a:spcPct val="100000"/>
              </a:lnSpc>
              <a:spcBef>
                <a:spcPts val="500"/>
              </a:spcBef>
              <a:spcAft>
                <a:spcPts val="0"/>
              </a:spcAft>
              <a:buNone/>
              <a:defRPr sz="1600"/>
            </a:lvl7pPr>
            <a:lvl8pPr lvl="7" rtl="0" algn="ctr">
              <a:lnSpc>
                <a:spcPct val="100000"/>
              </a:lnSpc>
              <a:spcBef>
                <a:spcPts val="500"/>
              </a:spcBef>
              <a:spcAft>
                <a:spcPts val="0"/>
              </a:spcAft>
              <a:buNone/>
              <a:defRPr sz="1600"/>
            </a:lvl8pPr>
            <a:lvl9pPr lvl="8" rtl="0" algn="ctr">
              <a:lnSpc>
                <a:spcPct val="100000"/>
              </a:lnSpc>
              <a:spcBef>
                <a:spcPts val="500"/>
              </a:spcBef>
              <a:spcAft>
                <a:spcPts val="500"/>
              </a:spcAft>
              <a:buNone/>
              <a:defRPr sz="1600"/>
            </a:lvl9pPr>
          </a:lstStyle>
          <a:p/>
        </p:txBody>
      </p:sp>
      <p:sp>
        <p:nvSpPr>
          <p:cNvPr id="3132" name="Google Shape;3132;p248"/>
          <p:cNvSpPr txBox="1"/>
          <p:nvPr>
            <p:ph idx="4" type="subTitle"/>
          </p:nvPr>
        </p:nvSpPr>
        <p:spPr>
          <a:xfrm>
            <a:off x="4588800" y="3829675"/>
            <a:ext cx="3014400" cy="8856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a:lvl2pPr>
            <a:lvl3pPr lvl="2" rtl="0" algn="ctr">
              <a:lnSpc>
                <a:spcPct val="100000"/>
              </a:lnSpc>
              <a:spcBef>
                <a:spcPts val="500"/>
              </a:spcBef>
              <a:spcAft>
                <a:spcPts val="0"/>
              </a:spcAft>
              <a:buNone/>
              <a:defRPr/>
            </a:lvl3pPr>
            <a:lvl4pPr lvl="3" rtl="0" algn="ctr">
              <a:lnSpc>
                <a:spcPct val="100000"/>
              </a:lnSpc>
              <a:spcBef>
                <a:spcPts val="500"/>
              </a:spcBef>
              <a:spcAft>
                <a:spcPts val="0"/>
              </a:spcAft>
              <a:buNone/>
              <a:defRPr/>
            </a:lvl4pPr>
            <a:lvl5pPr lvl="4" rtl="0" algn="ctr">
              <a:lnSpc>
                <a:spcPct val="100000"/>
              </a:lnSpc>
              <a:spcBef>
                <a:spcPts val="500"/>
              </a:spcBef>
              <a:spcAft>
                <a:spcPts val="0"/>
              </a:spcAft>
              <a:buNone/>
              <a:defRPr/>
            </a:lvl5pPr>
            <a:lvl6pPr lvl="5" rtl="0" algn="ctr">
              <a:lnSpc>
                <a:spcPct val="100000"/>
              </a:lnSpc>
              <a:spcBef>
                <a:spcPts val="500"/>
              </a:spcBef>
              <a:spcAft>
                <a:spcPts val="0"/>
              </a:spcAft>
              <a:buNone/>
              <a:defRPr/>
            </a:lvl6pPr>
            <a:lvl7pPr lvl="6" rtl="0" algn="ctr">
              <a:lnSpc>
                <a:spcPct val="100000"/>
              </a:lnSpc>
              <a:spcBef>
                <a:spcPts val="500"/>
              </a:spcBef>
              <a:spcAft>
                <a:spcPts val="0"/>
              </a:spcAft>
              <a:buNone/>
              <a:defRPr/>
            </a:lvl7pPr>
            <a:lvl8pPr lvl="7" rtl="0" algn="ctr">
              <a:lnSpc>
                <a:spcPct val="100000"/>
              </a:lnSpc>
              <a:spcBef>
                <a:spcPts val="500"/>
              </a:spcBef>
              <a:spcAft>
                <a:spcPts val="0"/>
              </a:spcAft>
              <a:buNone/>
              <a:defRPr/>
            </a:lvl8pPr>
            <a:lvl9pPr lvl="8" rtl="0" algn="ctr">
              <a:lnSpc>
                <a:spcPct val="100000"/>
              </a:lnSpc>
              <a:spcBef>
                <a:spcPts val="500"/>
              </a:spcBef>
              <a:spcAft>
                <a:spcPts val="500"/>
              </a:spcAft>
              <a:buNone/>
              <a:defRPr/>
            </a:lvl9pPr>
          </a:lstStyle>
          <a:p/>
        </p:txBody>
      </p:sp>
      <p:sp>
        <p:nvSpPr>
          <p:cNvPr id="3133" name="Google Shape;3133;p248"/>
          <p:cNvSpPr txBox="1"/>
          <p:nvPr>
            <p:ph idx="5" type="subTitle"/>
          </p:nvPr>
        </p:nvSpPr>
        <p:spPr>
          <a:xfrm>
            <a:off x="8075400" y="4715275"/>
            <a:ext cx="3014400" cy="8856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None/>
              <a:defRPr sz="1600"/>
            </a:lvl1pPr>
            <a:lvl2pPr lvl="1" rtl="0" algn="ctr">
              <a:lnSpc>
                <a:spcPct val="100000"/>
              </a:lnSpc>
              <a:spcBef>
                <a:spcPts val="500"/>
              </a:spcBef>
              <a:spcAft>
                <a:spcPts val="0"/>
              </a:spcAft>
              <a:buNone/>
              <a:defRPr sz="1600"/>
            </a:lvl2pPr>
            <a:lvl3pPr lvl="2" rtl="0" algn="ctr">
              <a:lnSpc>
                <a:spcPct val="100000"/>
              </a:lnSpc>
              <a:spcBef>
                <a:spcPts val="500"/>
              </a:spcBef>
              <a:spcAft>
                <a:spcPts val="0"/>
              </a:spcAft>
              <a:buNone/>
              <a:defRPr sz="1600"/>
            </a:lvl3pPr>
            <a:lvl4pPr lvl="3" rtl="0" algn="ctr">
              <a:lnSpc>
                <a:spcPct val="100000"/>
              </a:lnSpc>
              <a:spcBef>
                <a:spcPts val="500"/>
              </a:spcBef>
              <a:spcAft>
                <a:spcPts val="0"/>
              </a:spcAft>
              <a:buNone/>
              <a:defRPr sz="1600"/>
            </a:lvl4pPr>
            <a:lvl5pPr lvl="4" rtl="0" algn="ctr">
              <a:lnSpc>
                <a:spcPct val="100000"/>
              </a:lnSpc>
              <a:spcBef>
                <a:spcPts val="500"/>
              </a:spcBef>
              <a:spcAft>
                <a:spcPts val="0"/>
              </a:spcAft>
              <a:buNone/>
              <a:defRPr sz="1600"/>
            </a:lvl5pPr>
            <a:lvl6pPr lvl="5" rtl="0" algn="ctr">
              <a:lnSpc>
                <a:spcPct val="100000"/>
              </a:lnSpc>
              <a:spcBef>
                <a:spcPts val="500"/>
              </a:spcBef>
              <a:spcAft>
                <a:spcPts val="0"/>
              </a:spcAft>
              <a:buNone/>
              <a:defRPr sz="1600"/>
            </a:lvl6pPr>
            <a:lvl7pPr lvl="6" rtl="0" algn="ctr">
              <a:lnSpc>
                <a:spcPct val="100000"/>
              </a:lnSpc>
              <a:spcBef>
                <a:spcPts val="500"/>
              </a:spcBef>
              <a:spcAft>
                <a:spcPts val="0"/>
              </a:spcAft>
              <a:buNone/>
              <a:defRPr sz="1600"/>
            </a:lvl7pPr>
            <a:lvl8pPr lvl="7" rtl="0" algn="ctr">
              <a:lnSpc>
                <a:spcPct val="100000"/>
              </a:lnSpc>
              <a:spcBef>
                <a:spcPts val="500"/>
              </a:spcBef>
              <a:spcAft>
                <a:spcPts val="0"/>
              </a:spcAft>
              <a:buNone/>
              <a:defRPr sz="1600"/>
            </a:lvl8pPr>
            <a:lvl9pPr lvl="8" rtl="0" algn="ctr">
              <a:lnSpc>
                <a:spcPct val="100000"/>
              </a:lnSpc>
              <a:spcBef>
                <a:spcPts val="500"/>
              </a:spcBef>
              <a:spcAft>
                <a:spcPts val="500"/>
              </a:spcAft>
              <a:buNone/>
              <a:defRPr sz="1600"/>
            </a:lvl9pPr>
          </a:lstStyle>
          <a:p/>
        </p:txBody>
      </p:sp>
      <p:sp>
        <p:nvSpPr>
          <p:cNvPr id="3134" name="Google Shape;3134;p248"/>
          <p:cNvSpPr txBox="1"/>
          <p:nvPr>
            <p:ph idx="6" type="subTitle"/>
          </p:nvPr>
        </p:nvSpPr>
        <p:spPr>
          <a:xfrm>
            <a:off x="8075400" y="3829675"/>
            <a:ext cx="3014400" cy="8856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a:lvl2pPr>
            <a:lvl3pPr lvl="2" rtl="0" algn="ctr">
              <a:lnSpc>
                <a:spcPct val="100000"/>
              </a:lnSpc>
              <a:spcBef>
                <a:spcPts val="500"/>
              </a:spcBef>
              <a:spcAft>
                <a:spcPts val="0"/>
              </a:spcAft>
              <a:buNone/>
              <a:defRPr/>
            </a:lvl3pPr>
            <a:lvl4pPr lvl="3" rtl="0" algn="ctr">
              <a:lnSpc>
                <a:spcPct val="100000"/>
              </a:lnSpc>
              <a:spcBef>
                <a:spcPts val="500"/>
              </a:spcBef>
              <a:spcAft>
                <a:spcPts val="0"/>
              </a:spcAft>
              <a:buNone/>
              <a:defRPr/>
            </a:lvl4pPr>
            <a:lvl5pPr lvl="4" rtl="0" algn="ctr">
              <a:lnSpc>
                <a:spcPct val="100000"/>
              </a:lnSpc>
              <a:spcBef>
                <a:spcPts val="500"/>
              </a:spcBef>
              <a:spcAft>
                <a:spcPts val="0"/>
              </a:spcAft>
              <a:buNone/>
              <a:defRPr/>
            </a:lvl5pPr>
            <a:lvl6pPr lvl="5" rtl="0" algn="ctr">
              <a:lnSpc>
                <a:spcPct val="100000"/>
              </a:lnSpc>
              <a:spcBef>
                <a:spcPts val="500"/>
              </a:spcBef>
              <a:spcAft>
                <a:spcPts val="0"/>
              </a:spcAft>
              <a:buNone/>
              <a:defRPr/>
            </a:lvl6pPr>
            <a:lvl7pPr lvl="6" rtl="0" algn="ctr">
              <a:lnSpc>
                <a:spcPct val="100000"/>
              </a:lnSpc>
              <a:spcBef>
                <a:spcPts val="500"/>
              </a:spcBef>
              <a:spcAft>
                <a:spcPts val="0"/>
              </a:spcAft>
              <a:buNone/>
              <a:defRPr/>
            </a:lvl7pPr>
            <a:lvl8pPr lvl="7" rtl="0" algn="ctr">
              <a:lnSpc>
                <a:spcPct val="100000"/>
              </a:lnSpc>
              <a:spcBef>
                <a:spcPts val="500"/>
              </a:spcBef>
              <a:spcAft>
                <a:spcPts val="0"/>
              </a:spcAft>
              <a:buNone/>
              <a:defRPr/>
            </a:lvl8pPr>
            <a:lvl9pPr lvl="8" rtl="0" algn="ctr">
              <a:lnSpc>
                <a:spcPct val="100000"/>
              </a:lnSpc>
              <a:spcBef>
                <a:spcPts val="500"/>
              </a:spcBef>
              <a:spcAft>
                <a:spcPts val="500"/>
              </a:spcAft>
              <a:buNone/>
              <a:defRPr/>
            </a:lvl9pPr>
          </a:lstStyle>
          <a:p/>
        </p:txBody>
      </p:sp>
      <p:sp>
        <p:nvSpPr>
          <p:cNvPr id="3135" name="Google Shape;3135;p248"/>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9pPr>
          </a:lstStyle>
          <a:p/>
        </p:txBody>
      </p:sp>
      <p:sp>
        <p:nvSpPr>
          <p:cNvPr id="3136" name="Google Shape;3136;p248"/>
          <p:cNvSpPr txBox="1"/>
          <p:nvPr>
            <p:ph idx="7" type="subTitle"/>
          </p:nvPr>
        </p:nvSpPr>
        <p:spPr>
          <a:xfrm>
            <a:off x="1102200" y="1239700"/>
            <a:ext cx="1007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p:cSld name="CUSTOM_4_13_1_1">
    <p:spTree>
      <p:nvGrpSpPr>
        <p:cNvPr id="3137" name="Shape 3137"/>
        <p:cNvGrpSpPr/>
        <p:nvPr/>
      </p:nvGrpSpPr>
      <p:grpSpPr>
        <a:xfrm>
          <a:off x="0" y="0"/>
          <a:ext cx="0" cy="0"/>
          <a:chOff x="0" y="0"/>
          <a:chExt cx="0" cy="0"/>
        </a:xfrm>
      </p:grpSpPr>
      <p:sp>
        <p:nvSpPr>
          <p:cNvPr id="3138" name="Google Shape;3138;p249"/>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3139" name="Google Shape;3139;p24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140" name="Google Shape;3140;p249"/>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3141" name="Google Shape;3141;p249"/>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3142" name="Google Shape;3142;p24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143" name="Google Shape;3143;p24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144" name="Google Shape;3144;p24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3145" name="Google Shape;3145;p249"/>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3146" name="Google Shape;3146;p249"/>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147" name="Google Shape;3147;p249"/>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148" name="Google Shape;3148;p249"/>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149" name="Google Shape;3149;p249"/>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150" name="Google Shape;3150;p249"/>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249"/>
          <p:cNvSpPr/>
          <p:nvPr/>
        </p:nvSpPr>
        <p:spPr>
          <a:xfrm>
            <a:off x="10460025" y="310550"/>
            <a:ext cx="12813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ype="titleOnly">
  <p:cSld name="TITLE_ONLY">
    <p:bg>
      <p:bgPr>
        <a:blipFill>
          <a:blip r:embed="rId2">
            <a:alphaModFix/>
          </a:blip>
          <a:stretch>
            <a:fillRect/>
          </a:stretch>
        </a:blipFill>
      </p:bgPr>
    </p:bg>
    <p:spTree>
      <p:nvGrpSpPr>
        <p:cNvPr id="3152" name="Shape 3152"/>
        <p:cNvGrpSpPr/>
        <p:nvPr/>
      </p:nvGrpSpPr>
      <p:grpSpPr>
        <a:xfrm>
          <a:off x="0" y="0"/>
          <a:ext cx="0" cy="0"/>
          <a:chOff x="0" y="0"/>
          <a:chExt cx="0" cy="0"/>
        </a:xfrm>
      </p:grpSpPr>
      <p:sp>
        <p:nvSpPr>
          <p:cNvPr id="3153" name="Google Shape;3153;p250"/>
          <p:cNvSpPr/>
          <p:nvPr/>
        </p:nvSpPr>
        <p:spPr>
          <a:xfrm>
            <a:off x="9402734" y="3798966"/>
            <a:ext cx="2789100" cy="2473500"/>
          </a:xfrm>
          <a:prstGeom prst="rect">
            <a:avLst/>
          </a:pr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54" name="Google Shape;3154;p250"/>
          <p:cNvSpPr/>
          <p:nvPr/>
        </p:nvSpPr>
        <p:spPr>
          <a:xfrm>
            <a:off x="202188" y="6459938"/>
            <a:ext cx="1213200" cy="2121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
        <p:nvSpPr>
          <p:cNvPr id="3155" name="Google Shape;3155;p250"/>
          <p:cNvSpPr txBox="1"/>
          <p:nvPr>
            <p:ph idx="12" type="sldNum"/>
          </p:nvPr>
        </p:nvSpPr>
        <p:spPr>
          <a:xfrm>
            <a:off x="11409045" y="6333134"/>
            <a:ext cx="7317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0">
  <p:cSld name="CUSTOM_4_31">
    <p:spTree>
      <p:nvGrpSpPr>
        <p:cNvPr id="3156" name="Shape 3156"/>
        <p:cNvGrpSpPr/>
        <p:nvPr/>
      </p:nvGrpSpPr>
      <p:grpSpPr>
        <a:xfrm>
          <a:off x="0" y="0"/>
          <a:ext cx="0" cy="0"/>
          <a:chOff x="0" y="0"/>
          <a:chExt cx="0" cy="0"/>
        </a:xfrm>
      </p:grpSpPr>
      <p:sp>
        <p:nvSpPr>
          <p:cNvPr id="3157" name="Google Shape;3157;p251"/>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500">
                <a:solidFill>
                  <a:srgbClr val="000000"/>
                </a:solidFill>
              </a:defRPr>
            </a:lvl1pPr>
            <a:lvl2pPr lvl="1" rtl="0" algn="ctr">
              <a:lnSpc>
                <a:spcPct val="130000"/>
              </a:lnSpc>
              <a:spcBef>
                <a:spcPts val="0"/>
              </a:spcBef>
              <a:spcAft>
                <a:spcPts val="0"/>
              </a:spcAft>
              <a:buNone/>
              <a:defRPr sz="2500">
                <a:solidFill>
                  <a:srgbClr val="000000"/>
                </a:solidFill>
              </a:defRPr>
            </a:lvl2pPr>
            <a:lvl3pPr lvl="2" rtl="0" algn="ctr">
              <a:lnSpc>
                <a:spcPct val="130000"/>
              </a:lnSpc>
              <a:spcBef>
                <a:spcPts val="0"/>
              </a:spcBef>
              <a:spcAft>
                <a:spcPts val="0"/>
              </a:spcAft>
              <a:buNone/>
              <a:defRPr sz="2500">
                <a:solidFill>
                  <a:srgbClr val="000000"/>
                </a:solidFill>
              </a:defRPr>
            </a:lvl3pPr>
            <a:lvl4pPr lvl="3" rtl="0" algn="ctr">
              <a:lnSpc>
                <a:spcPct val="130000"/>
              </a:lnSpc>
              <a:spcBef>
                <a:spcPts val="0"/>
              </a:spcBef>
              <a:spcAft>
                <a:spcPts val="0"/>
              </a:spcAft>
              <a:buNone/>
              <a:defRPr sz="2500">
                <a:solidFill>
                  <a:srgbClr val="000000"/>
                </a:solidFill>
              </a:defRPr>
            </a:lvl4pPr>
            <a:lvl5pPr lvl="4" rtl="0" algn="ctr">
              <a:lnSpc>
                <a:spcPct val="130000"/>
              </a:lnSpc>
              <a:spcBef>
                <a:spcPts val="0"/>
              </a:spcBef>
              <a:spcAft>
                <a:spcPts val="0"/>
              </a:spcAft>
              <a:buNone/>
              <a:defRPr sz="2500">
                <a:solidFill>
                  <a:srgbClr val="000000"/>
                </a:solidFill>
              </a:defRPr>
            </a:lvl5pPr>
            <a:lvl6pPr lvl="5" rtl="0" algn="ctr">
              <a:lnSpc>
                <a:spcPct val="130000"/>
              </a:lnSpc>
              <a:spcBef>
                <a:spcPts val="0"/>
              </a:spcBef>
              <a:spcAft>
                <a:spcPts val="0"/>
              </a:spcAft>
              <a:buNone/>
              <a:defRPr sz="2500">
                <a:solidFill>
                  <a:srgbClr val="000000"/>
                </a:solidFill>
              </a:defRPr>
            </a:lvl6pPr>
            <a:lvl7pPr lvl="6" rtl="0" algn="ctr">
              <a:lnSpc>
                <a:spcPct val="130000"/>
              </a:lnSpc>
              <a:spcBef>
                <a:spcPts val="0"/>
              </a:spcBef>
              <a:spcAft>
                <a:spcPts val="0"/>
              </a:spcAft>
              <a:buNone/>
              <a:defRPr sz="2500">
                <a:solidFill>
                  <a:srgbClr val="000000"/>
                </a:solidFill>
              </a:defRPr>
            </a:lvl7pPr>
            <a:lvl8pPr lvl="7" rtl="0" algn="ctr">
              <a:lnSpc>
                <a:spcPct val="130000"/>
              </a:lnSpc>
              <a:spcBef>
                <a:spcPts val="0"/>
              </a:spcBef>
              <a:spcAft>
                <a:spcPts val="0"/>
              </a:spcAft>
              <a:buNone/>
              <a:defRPr sz="2500">
                <a:solidFill>
                  <a:srgbClr val="000000"/>
                </a:solidFill>
              </a:defRPr>
            </a:lvl8pPr>
            <a:lvl9pPr lvl="8" rtl="0" algn="ctr">
              <a:lnSpc>
                <a:spcPct val="130000"/>
              </a:lnSpc>
              <a:spcBef>
                <a:spcPts val="0"/>
              </a:spcBef>
              <a:spcAft>
                <a:spcPts val="0"/>
              </a:spcAft>
              <a:buNone/>
              <a:defRPr sz="2500">
                <a:solidFill>
                  <a:srgbClr val="000000"/>
                </a:solidFill>
              </a:defRPr>
            </a:lvl9pPr>
          </a:lstStyle>
          <a:p/>
        </p:txBody>
      </p:sp>
      <p:cxnSp>
        <p:nvCxnSpPr>
          <p:cNvPr id="3158" name="Google Shape;3158;p25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159" name="Google Shape;3159;p251"/>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160" name="Google Shape;3160;p25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3161" name="Google Shape;3161;p251"/>
          <p:cNvSpPr txBox="1"/>
          <p:nvPr/>
        </p:nvSpPr>
        <p:spPr>
          <a:xfrm>
            <a:off x="10068030" y="269836"/>
            <a:ext cx="16188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800">
                <a:solidFill>
                  <a:srgbClr val="666666"/>
                </a:solidFill>
                <a:latin typeface="Overpass"/>
                <a:ea typeface="Overpass"/>
                <a:cs typeface="Overpass"/>
                <a:sym typeface="Overpass"/>
              </a:rPr>
              <a:t>CONFIDENTIAL </a:t>
            </a:r>
            <a:r>
              <a:rPr lang="en" sz="800">
                <a:solidFill>
                  <a:srgbClr val="666666"/>
                </a:solidFill>
                <a:latin typeface="Overpass Light"/>
                <a:ea typeface="Overpass Light"/>
                <a:cs typeface="Overpass Light"/>
                <a:sym typeface="Overpass Light"/>
              </a:rPr>
              <a:t>INTERNAL USE</a:t>
            </a:r>
            <a:endParaRPr sz="800">
              <a:solidFill>
                <a:srgbClr val="666666"/>
              </a:solidFill>
              <a:latin typeface="Overpass Light"/>
              <a:ea typeface="Overpass Light"/>
              <a:cs typeface="Overpass Light"/>
              <a:sym typeface="Overpass Light"/>
            </a:endParaRPr>
          </a:p>
        </p:txBody>
      </p:sp>
      <p:pic>
        <p:nvPicPr>
          <p:cNvPr id="3162" name="Google Shape;3162;p25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163" name="Google Shape;3163;p251"/>
          <p:cNvSpPr txBox="1"/>
          <p:nvPr>
            <p:ph idx="1"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500">
                <a:solidFill>
                  <a:srgbClr val="4D4D4F"/>
                </a:solidFill>
              </a:defRPr>
            </a:lvl1pPr>
            <a:lvl2pPr lvl="1" rtl="0">
              <a:lnSpc>
                <a:spcPct val="142000"/>
              </a:lnSpc>
              <a:spcBef>
                <a:spcPts val="0"/>
              </a:spcBef>
              <a:spcAft>
                <a:spcPts val="0"/>
              </a:spcAft>
              <a:buNone/>
              <a:defRPr sz="500">
                <a:solidFill>
                  <a:srgbClr val="4D4D4F"/>
                </a:solidFill>
              </a:defRPr>
            </a:lvl2pPr>
            <a:lvl3pPr lvl="2" rtl="0">
              <a:lnSpc>
                <a:spcPct val="142000"/>
              </a:lnSpc>
              <a:spcBef>
                <a:spcPts val="0"/>
              </a:spcBef>
              <a:spcAft>
                <a:spcPts val="0"/>
              </a:spcAft>
              <a:buNone/>
              <a:defRPr sz="500">
                <a:solidFill>
                  <a:srgbClr val="4D4D4F"/>
                </a:solidFill>
              </a:defRPr>
            </a:lvl3pPr>
            <a:lvl4pPr lvl="3" rtl="0">
              <a:lnSpc>
                <a:spcPct val="142000"/>
              </a:lnSpc>
              <a:spcBef>
                <a:spcPts val="0"/>
              </a:spcBef>
              <a:spcAft>
                <a:spcPts val="0"/>
              </a:spcAft>
              <a:buNone/>
              <a:defRPr sz="500">
                <a:solidFill>
                  <a:srgbClr val="4D4D4F"/>
                </a:solidFill>
              </a:defRPr>
            </a:lvl4pPr>
            <a:lvl5pPr lvl="4" rtl="0">
              <a:lnSpc>
                <a:spcPct val="142000"/>
              </a:lnSpc>
              <a:spcBef>
                <a:spcPts val="0"/>
              </a:spcBef>
              <a:spcAft>
                <a:spcPts val="0"/>
              </a:spcAft>
              <a:buNone/>
              <a:defRPr sz="500">
                <a:solidFill>
                  <a:srgbClr val="4D4D4F"/>
                </a:solidFill>
              </a:defRPr>
            </a:lvl5pPr>
            <a:lvl6pPr lvl="5" rtl="0">
              <a:lnSpc>
                <a:spcPct val="142000"/>
              </a:lnSpc>
              <a:spcBef>
                <a:spcPts val="0"/>
              </a:spcBef>
              <a:spcAft>
                <a:spcPts val="0"/>
              </a:spcAft>
              <a:buNone/>
              <a:defRPr sz="500">
                <a:solidFill>
                  <a:srgbClr val="4D4D4F"/>
                </a:solidFill>
              </a:defRPr>
            </a:lvl6pPr>
            <a:lvl7pPr lvl="6" rtl="0">
              <a:lnSpc>
                <a:spcPct val="142000"/>
              </a:lnSpc>
              <a:spcBef>
                <a:spcPts val="0"/>
              </a:spcBef>
              <a:spcAft>
                <a:spcPts val="0"/>
              </a:spcAft>
              <a:buNone/>
              <a:defRPr sz="500">
                <a:solidFill>
                  <a:srgbClr val="4D4D4F"/>
                </a:solidFill>
              </a:defRPr>
            </a:lvl7pPr>
            <a:lvl8pPr lvl="7" rtl="0">
              <a:lnSpc>
                <a:spcPct val="142000"/>
              </a:lnSpc>
              <a:spcBef>
                <a:spcPts val="0"/>
              </a:spcBef>
              <a:spcAft>
                <a:spcPts val="0"/>
              </a:spcAft>
              <a:buNone/>
              <a:defRPr sz="500">
                <a:solidFill>
                  <a:srgbClr val="4D4D4F"/>
                </a:solidFill>
              </a:defRPr>
            </a:lvl8pPr>
            <a:lvl9pPr lvl="8" rtl="0">
              <a:lnSpc>
                <a:spcPct val="142000"/>
              </a:lnSpc>
              <a:spcBef>
                <a:spcPts val="0"/>
              </a:spcBef>
              <a:spcAft>
                <a:spcPts val="0"/>
              </a:spcAft>
              <a:buNone/>
              <a:defRPr sz="500">
                <a:solidFill>
                  <a:srgbClr val="4D4D4F"/>
                </a:solidFill>
              </a:defRPr>
            </a:lvl9pPr>
          </a:lstStyle>
          <a:p/>
        </p:txBody>
      </p:sp>
      <p:sp>
        <p:nvSpPr>
          <p:cNvPr id="3164" name="Google Shape;3164;p251"/>
          <p:cNvSpPr txBox="1"/>
          <p:nvPr/>
        </p:nvSpPr>
        <p:spPr>
          <a:xfrm>
            <a:off x="634300" y="340636"/>
            <a:ext cx="29445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4D4D4F"/>
                </a:solidFill>
                <a:latin typeface="Overpass"/>
                <a:ea typeface="Overpass"/>
                <a:cs typeface="Overpass"/>
                <a:sym typeface="Overpass"/>
              </a:rPr>
              <a:t>2019 RED HAT TECH EXCHANGE</a:t>
            </a:r>
            <a:endParaRPr b="1" sz="800">
              <a:solidFill>
                <a:srgbClr val="4D4D4F"/>
              </a:solidFill>
              <a:latin typeface="Overpass"/>
              <a:ea typeface="Overpass"/>
              <a:cs typeface="Overpass"/>
              <a:sym typeface="Overpass"/>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2">
  <p:cSld name="CUSTOM_1_3">
    <p:spTree>
      <p:nvGrpSpPr>
        <p:cNvPr id="3165" name="Shape 3165"/>
        <p:cNvGrpSpPr/>
        <p:nvPr/>
      </p:nvGrpSpPr>
      <p:grpSpPr>
        <a:xfrm>
          <a:off x="0" y="0"/>
          <a:ext cx="0" cy="0"/>
          <a:chOff x="0" y="0"/>
          <a:chExt cx="0" cy="0"/>
        </a:xfrm>
      </p:grpSpPr>
      <p:sp>
        <p:nvSpPr>
          <p:cNvPr id="3166" name="Google Shape;3166;p252"/>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67" name="Google Shape;3167;p252"/>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3168" name="Google Shape;3168;p252"/>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500"/>
              <a:buFont typeface="Proxima Nova"/>
              <a:buNone/>
              <a:defRPr b="0">
                <a:solidFill>
                  <a:schemeClr val="dk1"/>
                </a:solidFill>
                <a:latin typeface="Proxima Nova"/>
                <a:ea typeface="Proxima Nova"/>
                <a:cs typeface="Proxima Nova"/>
                <a:sym typeface="Proxima Nova"/>
              </a:defRPr>
            </a:lvl9pPr>
          </a:lstStyle>
          <a:p/>
        </p:txBody>
      </p:sp>
      <p:sp>
        <p:nvSpPr>
          <p:cNvPr id="3169" name="Google Shape;3169;p252"/>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1">
  <p:cSld name="CUSTOM_5">
    <p:spTree>
      <p:nvGrpSpPr>
        <p:cNvPr id="3170" name="Shape 3170"/>
        <p:cNvGrpSpPr/>
        <p:nvPr/>
      </p:nvGrpSpPr>
      <p:grpSpPr>
        <a:xfrm>
          <a:off x="0" y="0"/>
          <a:ext cx="0" cy="0"/>
          <a:chOff x="0" y="0"/>
          <a:chExt cx="0" cy="0"/>
        </a:xfrm>
      </p:grpSpPr>
      <p:sp>
        <p:nvSpPr>
          <p:cNvPr id="3171" name="Google Shape;3171;p253"/>
          <p:cNvSpPr txBox="1"/>
          <p:nvPr>
            <p:ph type="title"/>
          </p:nvPr>
        </p:nvSpPr>
        <p:spPr>
          <a:xfrm>
            <a:off x="1102200" y="2273179"/>
            <a:ext cx="9987600" cy="1417500"/>
          </a:xfrm>
          <a:prstGeom prst="rect">
            <a:avLst/>
          </a:prstGeom>
        </p:spPr>
        <p:txBody>
          <a:bodyPr anchorCtr="0" anchor="ctr" bIns="0" lIns="0" spcFirstLastPara="1" rIns="0" wrap="square" tIns="0">
            <a:noAutofit/>
          </a:bodyPr>
          <a:lstStyle>
            <a:lvl1pPr lvl="0" rtl="0" algn="ctr">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172" name="Google Shape;3172;p253"/>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3">
  <p:cSld name="CUSTOM_4_32">
    <p:spTree>
      <p:nvGrpSpPr>
        <p:cNvPr id="3173" name="Shape 3173"/>
        <p:cNvGrpSpPr/>
        <p:nvPr/>
      </p:nvGrpSpPr>
      <p:grpSpPr>
        <a:xfrm>
          <a:off x="0" y="0"/>
          <a:ext cx="0" cy="0"/>
          <a:chOff x="0" y="0"/>
          <a:chExt cx="0" cy="0"/>
        </a:xfrm>
      </p:grpSpPr>
      <p:sp>
        <p:nvSpPr>
          <p:cNvPr id="3174" name="Google Shape;3174;p254"/>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175" name="Google Shape;3175;p254"/>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176" name="Google Shape;3176;p2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177" name="Google Shape;3177;p254"/>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178" name="Google Shape;3178;p25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179" name="Google Shape;3179;p25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180" name="Google Shape;3180;p254"/>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4">
  <p:cSld name="CUSTOM_4_33">
    <p:spTree>
      <p:nvGrpSpPr>
        <p:cNvPr id="3181" name="Shape 3181"/>
        <p:cNvGrpSpPr/>
        <p:nvPr/>
      </p:nvGrpSpPr>
      <p:grpSpPr>
        <a:xfrm>
          <a:off x="0" y="0"/>
          <a:ext cx="0" cy="0"/>
          <a:chOff x="0" y="0"/>
          <a:chExt cx="0" cy="0"/>
        </a:xfrm>
      </p:grpSpPr>
      <p:sp>
        <p:nvSpPr>
          <p:cNvPr id="3182" name="Google Shape;3182;p255"/>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500">
                <a:solidFill>
                  <a:srgbClr val="000000"/>
                </a:solidFill>
              </a:defRPr>
            </a:lvl1pPr>
            <a:lvl2pPr lvl="1" rtl="0" algn="ctr">
              <a:lnSpc>
                <a:spcPct val="130000"/>
              </a:lnSpc>
              <a:spcBef>
                <a:spcPts val="0"/>
              </a:spcBef>
              <a:spcAft>
                <a:spcPts val="0"/>
              </a:spcAft>
              <a:buNone/>
              <a:defRPr sz="2500">
                <a:solidFill>
                  <a:srgbClr val="000000"/>
                </a:solidFill>
              </a:defRPr>
            </a:lvl2pPr>
            <a:lvl3pPr lvl="2" rtl="0" algn="ctr">
              <a:lnSpc>
                <a:spcPct val="130000"/>
              </a:lnSpc>
              <a:spcBef>
                <a:spcPts val="0"/>
              </a:spcBef>
              <a:spcAft>
                <a:spcPts val="0"/>
              </a:spcAft>
              <a:buNone/>
              <a:defRPr sz="2500">
                <a:solidFill>
                  <a:srgbClr val="000000"/>
                </a:solidFill>
              </a:defRPr>
            </a:lvl3pPr>
            <a:lvl4pPr lvl="3" rtl="0" algn="ctr">
              <a:lnSpc>
                <a:spcPct val="130000"/>
              </a:lnSpc>
              <a:spcBef>
                <a:spcPts val="0"/>
              </a:spcBef>
              <a:spcAft>
                <a:spcPts val="0"/>
              </a:spcAft>
              <a:buNone/>
              <a:defRPr sz="2500">
                <a:solidFill>
                  <a:srgbClr val="000000"/>
                </a:solidFill>
              </a:defRPr>
            </a:lvl4pPr>
            <a:lvl5pPr lvl="4" rtl="0" algn="ctr">
              <a:lnSpc>
                <a:spcPct val="130000"/>
              </a:lnSpc>
              <a:spcBef>
                <a:spcPts val="0"/>
              </a:spcBef>
              <a:spcAft>
                <a:spcPts val="0"/>
              </a:spcAft>
              <a:buNone/>
              <a:defRPr sz="2500">
                <a:solidFill>
                  <a:srgbClr val="000000"/>
                </a:solidFill>
              </a:defRPr>
            </a:lvl5pPr>
            <a:lvl6pPr lvl="5" rtl="0" algn="ctr">
              <a:lnSpc>
                <a:spcPct val="130000"/>
              </a:lnSpc>
              <a:spcBef>
                <a:spcPts val="0"/>
              </a:spcBef>
              <a:spcAft>
                <a:spcPts val="0"/>
              </a:spcAft>
              <a:buNone/>
              <a:defRPr sz="2500">
                <a:solidFill>
                  <a:srgbClr val="000000"/>
                </a:solidFill>
              </a:defRPr>
            </a:lvl6pPr>
            <a:lvl7pPr lvl="6" rtl="0" algn="ctr">
              <a:lnSpc>
                <a:spcPct val="130000"/>
              </a:lnSpc>
              <a:spcBef>
                <a:spcPts val="0"/>
              </a:spcBef>
              <a:spcAft>
                <a:spcPts val="0"/>
              </a:spcAft>
              <a:buNone/>
              <a:defRPr sz="2500">
                <a:solidFill>
                  <a:srgbClr val="000000"/>
                </a:solidFill>
              </a:defRPr>
            </a:lvl7pPr>
            <a:lvl8pPr lvl="7" rtl="0" algn="ctr">
              <a:lnSpc>
                <a:spcPct val="130000"/>
              </a:lnSpc>
              <a:spcBef>
                <a:spcPts val="0"/>
              </a:spcBef>
              <a:spcAft>
                <a:spcPts val="0"/>
              </a:spcAft>
              <a:buNone/>
              <a:defRPr sz="2500">
                <a:solidFill>
                  <a:srgbClr val="000000"/>
                </a:solidFill>
              </a:defRPr>
            </a:lvl8pPr>
            <a:lvl9pPr lvl="8" rtl="0" algn="ctr">
              <a:lnSpc>
                <a:spcPct val="130000"/>
              </a:lnSpc>
              <a:spcBef>
                <a:spcPts val="0"/>
              </a:spcBef>
              <a:spcAft>
                <a:spcPts val="0"/>
              </a:spcAft>
              <a:buNone/>
              <a:defRPr sz="2500">
                <a:solidFill>
                  <a:srgbClr val="000000"/>
                </a:solidFill>
              </a:defRPr>
            </a:lvl9pPr>
          </a:lstStyle>
          <a:p/>
        </p:txBody>
      </p:sp>
      <p:cxnSp>
        <p:nvCxnSpPr>
          <p:cNvPr id="3183" name="Google Shape;3183;p25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184" name="Google Shape;3184;p255"/>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185" name="Google Shape;3185;p25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sp>
        <p:nvSpPr>
          <p:cNvPr id="3186" name="Google Shape;3186;p255"/>
          <p:cNvSpPr txBox="1"/>
          <p:nvPr/>
        </p:nvSpPr>
        <p:spPr>
          <a:xfrm>
            <a:off x="10068030" y="269836"/>
            <a:ext cx="1618800" cy="298800"/>
          </a:xfrm>
          <a:prstGeom prst="rect">
            <a:avLst/>
          </a:prstGeom>
          <a:noFill/>
          <a:ln>
            <a:noFill/>
          </a:ln>
        </p:spPr>
        <p:txBody>
          <a:bodyPr anchorCtr="0" anchor="b" bIns="0" lIns="0" spcFirstLastPara="1" rIns="0" wrap="square" tIns="0">
            <a:noAutofit/>
          </a:bodyPr>
          <a:lstStyle/>
          <a:p>
            <a:pPr indent="0" lvl="0" marL="0" rtl="0" algn="r">
              <a:lnSpc>
                <a:spcPct val="150000"/>
              </a:lnSpc>
              <a:spcBef>
                <a:spcPts val="0"/>
              </a:spcBef>
              <a:spcAft>
                <a:spcPts val="0"/>
              </a:spcAft>
              <a:buNone/>
            </a:pPr>
            <a:r>
              <a:rPr b="1" lang="en" sz="800">
                <a:solidFill>
                  <a:srgbClr val="666666"/>
                </a:solidFill>
                <a:latin typeface="Overpass"/>
                <a:ea typeface="Overpass"/>
                <a:cs typeface="Overpass"/>
                <a:sym typeface="Overpass"/>
              </a:rPr>
              <a:t>CONFIDENTIAL </a:t>
            </a:r>
            <a:r>
              <a:rPr lang="en" sz="800">
                <a:solidFill>
                  <a:srgbClr val="666666"/>
                </a:solidFill>
                <a:latin typeface="Overpass Light"/>
                <a:ea typeface="Overpass Light"/>
                <a:cs typeface="Overpass Light"/>
                <a:sym typeface="Overpass Light"/>
              </a:rPr>
              <a:t>INTERNAL USE</a:t>
            </a:r>
            <a:endParaRPr sz="800">
              <a:solidFill>
                <a:srgbClr val="666666"/>
              </a:solidFill>
              <a:latin typeface="Overpass Light"/>
              <a:ea typeface="Overpass Light"/>
              <a:cs typeface="Overpass Light"/>
              <a:sym typeface="Overpass Light"/>
            </a:endParaRPr>
          </a:p>
        </p:txBody>
      </p:sp>
      <p:pic>
        <p:nvPicPr>
          <p:cNvPr id="3187" name="Google Shape;3187;p25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188" name="Google Shape;3188;p255"/>
          <p:cNvSpPr txBox="1"/>
          <p:nvPr>
            <p:ph idx="1"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500">
                <a:solidFill>
                  <a:srgbClr val="4D4D4F"/>
                </a:solidFill>
              </a:defRPr>
            </a:lvl1pPr>
            <a:lvl2pPr lvl="1" rtl="0">
              <a:lnSpc>
                <a:spcPct val="142000"/>
              </a:lnSpc>
              <a:spcBef>
                <a:spcPts val="0"/>
              </a:spcBef>
              <a:spcAft>
                <a:spcPts val="0"/>
              </a:spcAft>
              <a:buNone/>
              <a:defRPr sz="500">
                <a:solidFill>
                  <a:srgbClr val="4D4D4F"/>
                </a:solidFill>
              </a:defRPr>
            </a:lvl2pPr>
            <a:lvl3pPr lvl="2" rtl="0">
              <a:lnSpc>
                <a:spcPct val="142000"/>
              </a:lnSpc>
              <a:spcBef>
                <a:spcPts val="0"/>
              </a:spcBef>
              <a:spcAft>
                <a:spcPts val="0"/>
              </a:spcAft>
              <a:buNone/>
              <a:defRPr sz="500">
                <a:solidFill>
                  <a:srgbClr val="4D4D4F"/>
                </a:solidFill>
              </a:defRPr>
            </a:lvl3pPr>
            <a:lvl4pPr lvl="3" rtl="0">
              <a:lnSpc>
                <a:spcPct val="142000"/>
              </a:lnSpc>
              <a:spcBef>
                <a:spcPts val="0"/>
              </a:spcBef>
              <a:spcAft>
                <a:spcPts val="0"/>
              </a:spcAft>
              <a:buNone/>
              <a:defRPr sz="500">
                <a:solidFill>
                  <a:srgbClr val="4D4D4F"/>
                </a:solidFill>
              </a:defRPr>
            </a:lvl4pPr>
            <a:lvl5pPr lvl="4" rtl="0">
              <a:lnSpc>
                <a:spcPct val="142000"/>
              </a:lnSpc>
              <a:spcBef>
                <a:spcPts val="0"/>
              </a:spcBef>
              <a:spcAft>
                <a:spcPts val="0"/>
              </a:spcAft>
              <a:buNone/>
              <a:defRPr sz="500">
                <a:solidFill>
                  <a:srgbClr val="4D4D4F"/>
                </a:solidFill>
              </a:defRPr>
            </a:lvl5pPr>
            <a:lvl6pPr lvl="5" rtl="0">
              <a:lnSpc>
                <a:spcPct val="142000"/>
              </a:lnSpc>
              <a:spcBef>
                <a:spcPts val="0"/>
              </a:spcBef>
              <a:spcAft>
                <a:spcPts val="0"/>
              </a:spcAft>
              <a:buNone/>
              <a:defRPr sz="500">
                <a:solidFill>
                  <a:srgbClr val="4D4D4F"/>
                </a:solidFill>
              </a:defRPr>
            </a:lvl6pPr>
            <a:lvl7pPr lvl="6" rtl="0">
              <a:lnSpc>
                <a:spcPct val="142000"/>
              </a:lnSpc>
              <a:spcBef>
                <a:spcPts val="0"/>
              </a:spcBef>
              <a:spcAft>
                <a:spcPts val="0"/>
              </a:spcAft>
              <a:buNone/>
              <a:defRPr sz="500">
                <a:solidFill>
                  <a:srgbClr val="4D4D4F"/>
                </a:solidFill>
              </a:defRPr>
            </a:lvl7pPr>
            <a:lvl8pPr lvl="7" rtl="0">
              <a:lnSpc>
                <a:spcPct val="142000"/>
              </a:lnSpc>
              <a:spcBef>
                <a:spcPts val="0"/>
              </a:spcBef>
              <a:spcAft>
                <a:spcPts val="0"/>
              </a:spcAft>
              <a:buNone/>
              <a:defRPr sz="500">
                <a:solidFill>
                  <a:srgbClr val="4D4D4F"/>
                </a:solidFill>
              </a:defRPr>
            </a:lvl8pPr>
            <a:lvl9pPr lvl="8" rtl="0">
              <a:lnSpc>
                <a:spcPct val="142000"/>
              </a:lnSpc>
              <a:spcBef>
                <a:spcPts val="0"/>
              </a:spcBef>
              <a:spcAft>
                <a:spcPts val="0"/>
              </a:spcAft>
              <a:buNone/>
              <a:defRPr sz="500">
                <a:solidFill>
                  <a:srgbClr val="4D4D4F"/>
                </a:solidFill>
              </a:defRPr>
            </a:lvl9pPr>
          </a:lstStyle>
          <a:p/>
        </p:txBody>
      </p:sp>
      <p:sp>
        <p:nvSpPr>
          <p:cNvPr id="3189" name="Google Shape;3189;p255"/>
          <p:cNvSpPr txBox="1"/>
          <p:nvPr/>
        </p:nvSpPr>
        <p:spPr>
          <a:xfrm>
            <a:off x="634300" y="340636"/>
            <a:ext cx="2944500" cy="2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4D4D4F"/>
                </a:solidFill>
                <a:latin typeface="Overpass"/>
                <a:ea typeface="Overpass"/>
                <a:cs typeface="Overpass"/>
                <a:sym typeface="Overpass"/>
              </a:rPr>
              <a:t>2019 RED HAT TECH EXCHANGE</a:t>
            </a:r>
            <a:endParaRPr b="1" sz="800">
              <a:solidFill>
                <a:srgbClr val="4D4D4F"/>
              </a:solidFill>
              <a:latin typeface="Overpass"/>
              <a:ea typeface="Overpass"/>
              <a:cs typeface="Overpass"/>
              <a:sym typeface="Overpass"/>
            </a:endParaRPr>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op, graphic bottom">
  <p:cSld name="CUSTOM_3_2">
    <p:spTree>
      <p:nvGrpSpPr>
        <p:cNvPr id="3190" name="Shape 3190"/>
        <p:cNvGrpSpPr/>
        <p:nvPr/>
      </p:nvGrpSpPr>
      <p:grpSpPr>
        <a:xfrm>
          <a:off x="0" y="0"/>
          <a:ext cx="0" cy="0"/>
          <a:chOff x="0" y="0"/>
          <a:chExt cx="0" cy="0"/>
        </a:xfrm>
      </p:grpSpPr>
      <p:sp>
        <p:nvSpPr>
          <p:cNvPr id="3191" name="Google Shape;3191;p256"/>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92" name="Google Shape;3192;p256"/>
          <p:cNvSpPr txBox="1"/>
          <p:nvPr>
            <p:ph idx="1" type="body"/>
          </p:nvPr>
        </p:nvSpPr>
        <p:spPr>
          <a:xfrm>
            <a:off x="1102200" y="2072425"/>
            <a:ext cx="9987600" cy="524700"/>
          </a:xfrm>
          <a:prstGeom prst="rect">
            <a:avLst/>
          </a:prstGeom>
        </p:spPr>
        <p:txBody>
          <a:bodyPr anchorCtr="0" anchor="b" bIns="0" lIns="0" spcFirstLastPara="1" rIns="0" wrap="square" tIns="0">
            <a:noAutofit/>
          </a:bodyPr>
          <a:lstStyle>
            <a:lvl1pPr indent="-330200" lvl="0" marL="457200" rtl="0" algn="ctr">
              <a:spcBef>
                <a:spcPts val="0"/>
              </a:spcBef>
              <a:spcAft>
                <a:spcPts val="0"/>
              </a:spcAft>
              <a:buSzPts val="1600"/>
              <a:buChar char="▸"/>
              <a:defRPr sz="1900"/>
            </a:lvl1pPr>
            <a:lvl2pPr indent="-323850" lvl="1" marL="914400" rtl="0" algn="ctr">
              <a:spcBef>
                <a:spcPts val="0"/>
              </a:spcBef>
              <a:spcAft>
                <a:spcPts val="0"/>
              </a:spcAft>
              <a:buSzPts val="1500"/>
              <a:buChar char="･"/>
              <a:defRPr sz="1900"/>
            </a:lvl2pPr>
            <a:lvl3pPr indent="-323850" lvl="2" marL="1371600" rtl="0" algn="ctr">
              <a:spcBef>
                <a:spcPts val="0"/>
              </a:spcBef>
              <a:spcAft>
                <a:spcPts val="0"/>
              </a:spcAft>
              <a:buSzPts val="1500"/>
              <a:buChar char="･"/>
              <a:defRPr sz="1900"/>
            </a:lvl3pPr>
            <a:lvl4pPr indent="-323850" lvl="3" marL="1828800" rtl="0" algn="ctr">
              <a:spcBef>
                <a:spcPts val="0"/>
              </a:spcBef>
              <a:spcAft>
                <a:spcPts val="0"/>
              </a:spcAft>
              <a:buSzPts val="1500"/>
              <a:buChar char="･"/>
              <a:defRPr sz="1900"/>
            </a:lvl4pPr>
            <a:lvl5pPr indent="-323850" lvl="4" marL="2286000" rtl="0" algn="ctr">
              <a:spcBef>
                <a:spcPts val="0"/>
              </a:spcBef>
              <a:spcAft>
                <a:spcPts val="0"/>
              </a:spcAft>
              <a:buSzPts val="1500"/>
              <a:buChar char="･"/>
              <a:defRPr sz="1900"/>
            </a:lvl5pPr>
            <a:lvl6pPr indent="-323850" lvl="5" marL="2743200" rtl="0" algn="ctr">
              <a:spcBef>
                <a:spcPts val="0"/>
              </a:spcBef>
              <a:spcAft>
                <a:spcPts val="0"/>
              </a:spcAft>
              <a:buSzPts val="1500"/>
              <a:buChar char="･"/>
              <a:defRPr sz="1900"/>
            </a:lvl6pPr>
            <a:lvl7pPr indent="-323850" lvl="6" marL="3200400" rtl="0" algn="ctr">
              <a:spcBef>
                <a:spcPts val="0"/>
              </a:spcBef>
              <a:spcAft>
                <a:spcPts val="0"/>
              </a:spcAft>
              <a:buSzPts val="1500"/>
              <a:buChar char="･"/>
              <a:defRPr sz="1900"/>
            </a:lvl7pPr>
            <a:lvl8pPr indent="-323850" lvl="7" marL="3657600" rtl="0" algn="ctr">
              <a:spcBef>
                <a:spcPts val="0"/>
              </a:spcBef>
              <a:spcAft>
                <a:spcPts val="0"/>
              </a:spcAft>
              <a:buSzPts val="1500"/>
              <a:buChar char="･"/>
              <a:defRPr sz="1900"/>
            </a:lvl8pPr>
            <a:lvl9pPr indent="-323850" lvl="8" marL="4114800" rtl="0" algn="ctr">
              <a:spcBef>
                <a:spcPts val="0"/>
              </a:spcBef>
              <a:spcAft>
                <a:spcPts val="0"/>
              </a:spcAft>
              <a:buSzPts val="1500"/>
              <a:buChar char="･"/>
              <a:defRPr sz="1900"/>
            </a:lvl9pPr>
          </a:lstStyle>
          <a:p/>
        </p:txBody>
      </p:sp>
      <p:sp>
        <p:nvSpPr>
          <p:cNvPr id="3193" name="Google Shape;3193;p256"/>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p:txBody>
      </p:sp>
      <p:sp>
        <p:nvSpPr>
          <p:cNvPr id="3194" name="Google Shape;3194;p256"/>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3">
  <p:cSld name="CUSTOM_1_4">
    <p:spTree>
      <p:nvGrpSpPr>
        <p:cNvPr id="3195" name="Shape 3195"/>
        <p:cNvGrpSpPr/>
        <p:nvPr/>
      </p:nvGrpSpPr>
      <p:grpSpPr>
        <a:xfrm>
          <a:off x="0" y="0"/>
          <a:ext cx="0" cy="0"/>
          <a:chOff x="0" y="0"/>
          <a:chExt cx="0" cy="0"/>
        </a:xfrm>
      </p:grpSpPr>
      <p:sp>
        <p:nvSpPr>
          <p:cNvPr id="3196" name="Google Shape;3196;p257"/>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97" name="Google Shape;3197;p257"/>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Char char="▸"/>
              <a:defRPr/>
            </a:lvl1pPr>
            <a:lvl2pPr indent="-311150" lvl="1" marL="914400" rtl="0">
              <a:spcBef>
                <a:spcPts val="500"/>
              </a:spcBef>
              <a:spcAft>
                <a:spcPts val="0"/>
              </a:spcAft>
              <a:buSzPts val="1300"/>
              <a:buChar char="･"/>
              <a:defRPr/>
            </a:lvl2pPr>
            <a:lvl3pPr indent="-311150" lvl="2" marL="1371600" rtl="0">
              <a:spcBef>
                <a:spcPts val="500"/>
              </a:spcBef>
              <a:spcAft>
                <a:spcPts val="0"/>
              </a:spcAft>
              <a:buSzPts val="1300"/>
              <a:buChar char="･"/>
              <a:defRPr/>
            </a:lvl3pPr>
            <a:lvl4pPr indent="-311150" lvl="3" marL="1828800" rtl="0">
              <a:spcBef>
                <a:spcPts val="500"/>
              </a:spcBef>
              <a:spcAft>
                <a:spcPts val="0"/>
              </a:spcAft>
              <a:buSzPts val="1300"/>
              <a:buChar char="･"/>
              <a:defRPr/>
            </a:lvl4pPr>
            <a:lvl5pPr indent="-311150" lvl="4" marL="2286000" rtl="0">
              <a:spcBef>
                <a:spcPts val="500"/>
              </a:spcBef>
              <a:spcAft>
                <a:spcPts val="0"/>
              </a:spcAft>
              <a:buSzPts val="1300"/>
              <a:buChar char="･"/>
              <a:defRPr/>
            </a:lvl5pPr>
            <a:lvl6pPr indent="-311150" lvl="5" marL="2743200" rtl="0">
              <a:spcBef>
                <a:spcPts val="500"/>
              </a:spcBef>
              <a:spcAft>
                <a:spcPts val="0"/>
              </a:spcAft>
              <a:buSzPts val="1300"/>
              <a:buChar char="･"/>
              <a:defRPr/>
            </a:lvl6pPr>
            <a:lvl7pPr indent="-311150" lvl="6" marL="3200400" rtl="0">
              <a:spcBef>
                <a:spcPts val="500"/>
              </a:spcBef>
              <a:spcAft>
                <a:spcPts val="0"/>
              </a:spcAft>
              <a:buSzPts val="1300"/>
              <a:buChar char="･"/>
              <a:defRPr/>
            </a:lvl7pPr>
            <a:lvl8pPr indent="-311150" lvl="7" marL="3657600" rtl="0">
              <a:spcBef>
                <a:spcPts val="500"/>
              </a:spcBef>
              <a:spcAft>
                <a:spcPts val="0"/>
              </a:spcAft>
              <a:buSzPts val="1300"/>
              <a:buChar char="･"/>
              <a:defRPr/>
            </a:lvl8pPr>
            <a:lvl9pPr indent="-311150" lvl="8" marL="4114800" rtl="0">
              <a:spcBef>
                <a:spcPts val="500"/>
              </a:spcBef>
              <a:spcAft>
                <a:spcPts val="500"/>
              </a:spcAft>
              <a:buSzPts val="1300"/>
              <a:buChar char="･"/>
              <a:defRPr/>
            </a:lvl9pPr>
          </a:lstStyle>
          <a:p/>
        </p:txBody>
      </p:sp>
      <p:sp>
        <p:nvSpPr>
          <p:cNvPr id="3198" name="Google Shape;3198;p257"/>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p:txBody>
      </p:sp>
      <p:sp>
        <p:nvSpPr>
          <p:cNvPr id="3199" name="Google Shape;3199;p257"/>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top, text bottom 1">
  <p:cSld name="CUSTOM_3_1_3">
    <p:spTree>
      <p:nvGrpSpPr>
        <p:cNvPr id="3200" name="Shape 3200"/>
        <p:cNvGrpSpPr/>
        <p:nvPr/>
      </p:nvGrpSpPr>
      <p:grpSpPr>
        <a:xfrm>
          <a:off x="0" y="0"/>
          <a:ext cx="0" cy="0"/>
          <a:chOff x="0" y="0"/>
          <a:chExt cx="0" cy="0"/>
        </a:xfrm>
      </p:grpSpPr>
      <p:sp>
        <p:nvSpPr>
          <p:cNvPr id="3201" name="Google Shape;3201;p258"/>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02" name="Google Shape;3202;p258"/>
          <p:cNvSpPr txBox="1"/>
          <p:nvPr>
            <p:ph idx="1" type="body"/>
          </p:nvPr>
        </p:nvSpPr>
        <p:spPr>
          <a:xfrm>
            <a:off x="1102200" y="5212665"/>
            <a:ext cx="9987600" cy="5247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900"/>
            </a:lvl1pPr>
            <a:lvl2pPr indent="-323850" lvl="1" marL="914400" rtl="0" algn="ctr">
              <a:spcBef>
                <a:spcPts val="0"/>
              </a:spcBef>
              <a:spcAft>
                <a:spcPts val="0"/>
              </a:spcAft>
              <a:buSzPts val="1500"/>
              <a:buChar char="･"/>
              <a:defRPr sz="1900"/>
            </a:lvl2pPr>
            <a:lvl3pPr indent="-323850" lvl="2" marL="1371600" rtl="0" algn="ctr">
              <a:spcBef>
                <a:spcPts val="0"/>
              </a:spcBef>
              <a:spcAft>
                <a:spcPts val="0"/>
              </a:spcAft>
              <a:buSzPts val="1500"/>
              <a:buChar char="･"/>
              <a:defRPr sz="1900"/>
            </a:lvl3pPr>
            <a:lvl4pPr indent="-323850" lvl="3" marL="1828800" rtl="0" algn="ctr">
              <a:spcBef>
                <a:spcPts val="0"/>
              </a:spcBef>
              <a:spcAft>
                <a:spcPts val="0"/>
              </a:spcAft>
              <a:buSzPts val="1500"/>
              <a:buChar char="･"/>
              <a:defRPr sz="1900"/>
            </a:lvl4pPr>
            <a:lvl5pPr indent="-323850" lvl="4" marL="2286000" rtl="0" algn="ctr">
              <a:spcBef>
                <a:spcPts val="0"/>
              </a:spcBef>
              <a:spcAft>
                <a:spcPts val="0"/>
              </a:spcAft>
              <a:buSzPts val="1500"/>
              <a:buChar char="･"/>
              <a:defRPr sz="1900"/>
            </a:lvl5pPr>
            <a:lvl6pPr indent="-323850" lvl="5" marL="2743200" rtl="0" algn="ctr">
              <a:spcBef>
                <a:spcPts val="0"/>
              </a:spcBef>
              <a:spcAft>
                <a:spcPts val="0"/>
              </a:spcAft>
              <a:buSzPts val="1500"/>
              <a:buChar char="･"/>
              <a:defRPr sz="1900"/>
            </a:lvl6pPr>
            <a:lvl7pPr indent="-323850" lvl="6" marL="3200400" rtl="0" algn="ctr">
              <a:spcBef>
                <a:spcPts val="0"/>
              </a:spcBef>
              <a:spcAft>
                <a:spcPts val="0"/>
              </a:spcAft>
              <a:buSzPts val="1500"/>
              <a:buChar char="･"/>
              <a:defRPr sz="1900"/>
            </a:lvl7pPr>
            <a:lvl8pPr indent="-323850" lvl="7" marL="3657600" rtl="0" algn="ctr">
              <a:spcBef>
                <a:spcPts val="0"/>
              </a:spcBef>
              <a:spcAft>
                <a:spcPts val="0"/>
              </a:spcAft>
              <a:buSzPts val="1500"/>
              <a:buChar char="･"/>
              <a:defRPr sz="1900"/>
            </a:lvl8pPr>
            <a:lvl9pPr indent="-323850" lvl="8" marL="4114800" rtl="0" algn="ctr">
              <a:spcBef>
                <a:spcPts val="0"/>
              </a:spcBef>
              <a:spcAft>
                <a:spcPts val="0"/>
              </a:spcAft>
              <a:buSzPts val="1500"/>
              <a:buChar char="･"/>
              <a:defRPr sz="1900"/>
            </a:lvl9pPr>
          </a:lstStyle>
          <a:p/>
        </p:txBody>
      </p:sp>
      <p:sp>
        <p:nvSpPr>
          <p:cNvPr id="3203" name="Google Shape;3203;p258"/>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Clr>
                <a:schemeClr val="dk1"/>
              </a:buClr>
              <a:buSzPts val="3500"/>
              <a:buNone/>
              <a:defRPr b="0">
                <a:solidFill>
                  <a:schemeClr val="dk1"/>
                </a:solidFill>
              </a:defRPr>
            </a:lvl2pPr>
            <a:lvl3pPr lvl="2" rtl="0">
              <a:spcBef>
                <a:spcPts val="0"/>
              </a:spcBef>
              <a:spcAft>
                <a:spcPts val="0"/>
              </a:spcAft>
              <a:buClr>
                <a:schemeClr val="dk1"/>
              </a:buClr>
              <a:buSzPts val="3500"/>
              <a:buNone/>
              <a:defRPr b="0">
                <a:solidFill>
                  <a:schemeClr val="dk1"/>
                </a:solidFill>
              </a:defRPr>
            </a:lvl3pPr>
            <a:lvl4pPr lvl="3" rtl="0">
              <a:spcBef>
                <a:spcPts val="0"/>
              </a:spcBef>
              <a:spcAft>
                <a:spcPts val="0"/>
              </a:spcAft>
              <a:buClr>
                <a:schemeClr val="dk1"/>
              </a:buClr>
              <a:buSzPts val="3500"/>
              <a:buNone/>
              <a:defRPr b="0">
                <a:solidFill>
                  <a:schemeClr val="dk1"/>
                </a:solidFill>
              </a:defRPr>
            </a:lvl4pPr>
            <a:lvl5pPr lvl="4" rtl="0">
              <a:spcBef>
                <a:spcPts val="0"/>
              </a:spcBef>
              <a:spcAft>
                <a:spcPts val="0"/>
              </a:spcAft>
              <a:buClr>
                <a:schemeClr val="dk1"/>
              </a:buClr>
              <a:buSzPts val="3500"/>
              <a:buNone/>
              <a:defRPr b="0">
                <a:solidFill>
                  <a:schemeClr val="dk1"/>
                </a:solidFill>
              </a:defRPr>
            </a:lvl5pPr>
            <a:lvl6pPr lvl="5" rtl="0">
              <a:spcBef>
                <a:spcPts val="0"/>
              </a:spcBef>
              <a:spcAft>
                <a:spcPts val="0"/>
              </a:spcAft>
              <a:buClr>
                <a:schemeClr val="dk1"/>
              </a:buClr>
              <a:buSzPts val="3500"/>
              <a:buNone/>
              <a:defRPr b="0">
                <a:solidFill>
                  <a:schemeClr val="dk1"/>
                </a:solidFill>
              </a:defRPr>
            </a:lvl6pPr>
            <a:lvl7pPr lvl="6" rtl="0">
              <a:spcBef>
                <a:spcPts val="0"/>
              </a:spcBef>
              <a:spcAft>
                <a:spcPts val="0"/>
              </a:spcAft>
              <a:buClr>
                <a:schemeClr val="dk1"/>
              </a:buClr>
              <a:buSzPts val="3500"/>
              <a:buNone/>
              <a:defRPr b="0">
                <a:solidFill>
                  <a:schemeClr val="dk1"/>
                </a:solidFill>
              </a:defRPr>
            </a:lvl7pPr>
            <a:lvl8pPr lvl="7" rtl="0">
              <a:spcBef>
                <a:spcPts val="0"/>
              </a:spcBef>
              <a:spcAft>
                <a:spcPts val="0"/>
              </a:spcAft>
              <a:buClr>
                <a:schemeClr val="dk1"/>
              </a:buClr>
              <a:buSzPts val="3500"/>
              <a:buNone/>
              <a:defRPr b="0">
                <a:solidFill>
                  <a:schemeClr val="dk1"/>
                </a:solidFill>
              </a:defRPr>
            </a:lvl8pPr>
            <a:lvl9pPr lvl="8" rtl="0">
              <a:spcBef>
                <a:spcPts val="0"/>
              </a:spcBef>
              <a:spcAft>
                <a:spcPts val="0"/>
              </a:spcAft>
              <a:buClr>
                <a:schemeClr val="dk1"/>
              </a:buClr>
              <a:buSzPts val="3500"/>
              <a:buNone/>
              <a:defRPr b="0">
                <a:solidFill>
                  <a:schemeClr val="dk1"/>
                </a:solidFill>
              </a:defRPr>
            </a:lvl9pPr>
          </a:lstStyle>
          <a:p/>
        </p:txBody>
      </p:sp>
      <p:sp>
        <p:nvSpPr>
          <p:cNvPr id="3204" name="Google Shape;3204;p258"/>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top, graphic bottom 1">
  <p:cSld name="CUSTOM_3_3">
    <p:spTree>
      <p:nvGrpSpPr>
        <p:cNvPr id="3205" name="Shape 3205"/>
        <p:cNvGrpSpPr/>
        <p:nvPr/>
      </p:nvGrpSpPr>
      <p:grpSpPr>
        <a:xfrm>
          <a:off x="0" y="0"/>
          <a:ext cx="0" cy="0"/>
          <a:chOff x="0" y="0"/>
          <a:chExt cx="0" cy="0"/>
        </a:xfrm>
      </p:grpSpPr>
      <p:sp>
        <p:nvSpPr>
          <p:cNvPr id="3206" name="Google Shape;3206;p259"/>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07" name="Google Shape;3207;p259"/>
          <p:cNvSpPr txBox="1"/>
          <p:nvPr>
            <p:ph idx="1" type="body"/>
          </p:nvPr>
        </p:nvSpPr>
        <p:spPr>
          <a:xfrm>
            <a:off x="1102200" y="2072425"/>
            <a:ext cx="9987600" cy="524700"/>
          </a:xfrm>
          <a:prstGeom prst="rect">
            <a:avLst/>
          </a:prstGeom>
        </p:spPr>
        <p:txBody>
          <a:bodyPr anchorCtr="0" anchor="b" bIns="0" lIns="0" spcFirstLastPara="1" rIns="0" wrap="square" tIns="0">
            <a:noAutofit/>
          </a:bodyPr>
          <a:lstStyle>
            <a:lvl1pPr indent="-330200" lvl="0" marL="457200" rtl="0" algn="ctr">
              <a:spcBef>
                <a:spcPts val="0"/>
              </a:spcBef>
              <a:spcAft>
                <a:spcPts val="0"/>
              </a:spcAft>
              <a:buSzPts val="1600"/>
              <a:buChar char="▸"/>
              <a:defRPr sz="1900"/>
            </a:lvl1pPr>
            <a:lvl2pPr indent="-323850" lvl="1" marL="914400" rtl="0" algn="ctr">
              <a:spcBef>
                <a:spcPts val="0"/>
              </a:spcBef>
              <a:spcAft>
                <a:spcPts val="0"/>
              </a:spcAft>
              <a:buSzPts val="1500"/>
              <a:buChar char="･"/>
              <a:defRPr sz="1900"/>
            </a:lvl2pPr>
            <a:lvl3pPr indent="-323850" lvl="2" marL="1371600" rtl="0" algn="ctr">
              <a:spcBef>
                <a:spcPts val="0"/>
              </a:spcBef>
              <a:spcAft>
                <a:spcPts val="0"/>
              </a:spcAft>
              <a:buSzPts val="1500"/>
              <a:buChar char="･"/>
              <a:defRPr sz="1900"/>
            </a:lvl3pPr>
            <a:lvl4pPr indent="-323850" lvl="3" marL="1828800" rtl="0" algn="ctr">
              <a:spcBef>
                <a:spcPts val="0"/>
              </a:spcBef>
              <a:spcAft>
                <a:spcPts val="0"/>
              </a:spcAft>
              <a:buSzPts val="1500"/>
              <a:buChar char="･"/>
              <a:defRPr sz="1900"/>
            </a:lvl4pPr>
            <a:lvl5pPr indent="-323850" lvl="4" marL="2286000" rtl="0" algn="ctr">
              <a:spcBef>
                <a:spcPts val="0"/>
              </a:spcBef>
              <a:spcAft>
                <a:spcPts val="0"/>
              </a:spcAft>
              <a:buSzPts val="1500"/>
              <a:buChar char="･"/>
              <a:defRPr sz="1900"/>
            </a:lvl5pPr>
            <a:lvl6pPr indent="-323850" lvl="5" marL="2743200" rtl="0" algn="ctr">
              <a:spcBef>
                <a:spcPts val="0"/>
              </a:spcBef>
              <a:spcAft>
                <a:spcPts val="0"/>
              </a:spcAft>
              <a:buSzPts val="1500"/>
              <a:buChar char="･"/>
              <a:defRPr sz="1900"/>
            </a:lvl6pPr>
            <a:lvl7pPr indent="-323850" lvl="6" marL="3200400" rtl="0" algn="ctr">
              <a:spcBef>
                <a:spcPts val="0"/>
              </a:spcBef>
              <a:spcAft>
                <a:spcPts val="0"/>
              </a:spcAft>
              <a:buSzPts val="1500"/>
              <a:buChar char="･"/>
              <a:defRPr sz="1900"/>
            </a:lvl7pPr>
            <a:lvl8pPr indent="-323850" lvl="7" marL="3657600" rtl="0" algn="ctr">
              <a:spcBef>
                <a:spcPts val="0"/>
              </a:spcBef>
              <a:spcAft>
                <a:spcPts val="0"/>
              </a:spcAft>
              <a:buSzPts val="1500"/>
              <a:buChar char="･"/>
              <a:defRPr sz="1900"/>
            </a:lvl8pPr>
            <a:lvl9pPr indent="-323850" lvl="8" marL="4114800" rtl="0" algn="ctr">
              <a:spcBef>
                <a:spcPts val="0"/>
              </a:spcBef>
              <a:spcAft>
                <a:spcPts val="0"/>
              </a:spcAft>
              <a:buSzPts val="1500"/>
              <a:buChar char="･"/>
              <a:defRPr sz="1900"/>
            </a:lvl9pPr>
          </a:lstStyle>
          <a:p/>
        </p:txBody>
      </p:sp>
      <p:sp>
        <p:nvSpPr>
          <p:cNvPr id="3208" name="Google Shape;3208;p259"/>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p:txBody>
      </p:sp>
      <p:sp>
        <p:nvSpPr>
          <p:cNvPr id="3209" name="Google Shape;3209;p259"/>
          <p:cNvSpPr txBox="1"/>
          <p:nvPr>
            <p:ph idx="2"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4">
  <p:cSld name="text only">
    <p:spTree>
      <p:nvGrpSpPr>
        <p:cNvPr id="3210" name="Shape 3210"/>
        <p:cNvGrpSpPr/>
        <p:nvPr/>
      </p:nvGrpSpPr>
      <p:grpSpPr>
        <a:xfrm>
          <a:off x="0" y="0"/>
          <a:ext cx="0" cy="0"/>
          <a:chOff x="0" y="0"/>
          <a:chExt cx="0" cy="0"/>
        </a:xfrm>
      </p:grpSpPr>
      <p:sp>
        <p:nvSpPr>
          <p:cNvPr id="3211" name="Google Shape;3211;p260"/>
          <p:cNvSpPr txBox="1"/>
          <p:nvPr>
            <p:ph idx="1" type="body"/>
          </p:nvPr>
        </p:nvSpPr>
        <p:spPr>
          <a:xfrm>
            <a:off x="914400" y="1397000"/>
            <a:ext cx="10363200" cy="381300"/>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463550" lvl="1" marL="914400" marR="0" rtl="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2pPr>
            <a:lvl3pPr indent="-431800" lvl="2" marL="1371600" marR="0" rtl="0" algn="l">
              <a:spcBef>
                <a:spcPts val="7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3pPr>
            <a:lvl4pPr indent="-400050" lvl="3" marL="18288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3212" name="Google Shape;3212;p260"/>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sz="1100">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3213" name="Google Shape;3213;p260"/>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spcAft>
                <a:spcPts val="0"/>
              </a:spcAft>
              <a:buNone/>
              <a:defRPr sz="1100">
                <a:solidFill>
                  <a:schemeClr val="dk1"/>
                </a:solidFill>
                <a:latin typeface="Arial"/>
                <a:ea typeface="Arial"/>
                <a:cs typeface="Arial"/>
                <a:sym typeface="Arial"/>
              </a:defRPr>
            </a:lvl1pPr>
            <a:lvl2pPr indent="0" lvl="1" marL="0" marR="0" rtl="0" algn="r">
              <a:spcBef>
                <a:spcPts val="0"/>
              </a:spcBef>
              <a:spcAft>
                <a:spcPts val="0"/>
              </a:spcAft>
              <a:buNone/>
              <a:defRPr sz="1100">
                <a:solidFill>
                  <a:schemeClr val="dk1"/>
                </a:solidFill>
                <a:latin typeface="Arial"/>
                <a:ea typeface="Arial"/>
                <a:cs typeface="Arial"/>
                <a:sym typeface="Arial"/>
              </a:defRPr>
            </a:lvl2pPr>
            <a:lvl3pPr indent="0" lvl="2" marL="0" marR="0" rtl="0" algn="r">
              <a:spcBef>
                <a:spcPts val="0"/>
              </a:spcBef>
              <a:spcAft>
                <a:spcPts val="0"/>
              </a:spcAft>
              <a:buNone/>
              <a:defRPr sz="1100">
                <a:solidFill>
                  <a:schemeClr val="dk1"/>
                </a:solidFill>
                <a:latin typeface="Arial"/>
                <a:ea typeface="Arial"/>
                <a:cs typeface="Arial"/>
                <a:sym typeface="Arial"/>
              </a:defRPr>
            </a:lvl3pPr>
            <a:lvl4pPr indent="0" lvl="3" marL="0" marR="0" rtl="0" algn="r">
              <a:spcBef>
                <a:spcPts val="0"/>
              </a:spcBef>
              <a:spcAft>
                <a:spcPts val="0"/>
              </a:spcAft>
              <a:buNone/>
              <a:defRPr sz="1100">
                <a:solidFill>
                  <a:schemeClr val="dk1"/>
                </a:solidFill>
                <a:latin typeface="Arial"/>
                <a:ea typeface="Arial"/>
                <a:cs typeface="Arial"/>
                <a:sym typeface="Arial"/>
              </a:defRPr>
            </a:lvl4pPr>
            <a:lvl5pPr indent="0" lvl="4" marL="0" marR="0" rtl="0" algn="r">
              <a:spcBef>
                <a:spcPts val="0"/>
              </a:spcBef>
              <a:spcAft>
                <a:spcPts val="0"/>
              </a:spcAft>
              <a:buNone/>
              <a:defRPr sz="1100">
                <a:solidFill>
                  <a:schemeClr val="dk1"/>
                </a:solidFill>
                <a:latin typeface="Arial"/>
                <a:ea typeface="Arial"/>
                <a:cs typeface="Arial"/>
                <a:sym typeface="Arial"/>
              </a:defRPr>
            </a:lvl5pPr>
            <a:lvl6pPr indent="0" lvl="5" marL="0" marR="0" rtl="0" algn="r">
              <a:spcBef>
                <a:spcPts val="0"/>
              </a:spcBef>
              <a:spcAft>
                <a:spcPts val="0"/>
              </a:spcAft>
              <a:buNone/>
              <a:defRPr sz="1100">
                <a:solidFill>
                  <a:schemeClr val="dk1"/>
                </a:solidFill>
                <a:latin typeface="Arial"/>
                <a:ea typeface="Arial"/>
                <a:cs typeface="Arial"/>
                <a:sym typeface="Arial"/>
              </a:defRPr>
            </a:lvl6pPr>
            <a:lvl7pPr indent="0" lvl="6" marL="0" marR="0" rtl="0" algn="r">
              <a:spcBef>
                <a:spcPts val="0"/>
              </a:spcBef>
              <a:spcAft>
                <a:spcPts val="0"/>
              </a:spcAft>
              <a:buNone/>
              <a:defRPr sz="1100">
                <a:solidFill>
                  <a:schemeClr val="dk1"/>
                </a:solidFill>
                <a:latin typeface="Arial"/>
                <a:ea typeface="Arial"/>
                <a:cs typeface="Arial"/>
                <a:sym typeface="Arial"/>
              </a:defRPr>
            </a:lvl7pPr>
            <a:lvl8pPr indent="0" lvl="7" marL="0" marR="0" rtl="0" algn="r">
              <a:spcBef>
                <a:spcPts val="0"/>
              </a:spcBef>
              <a:spcAft>
                <a:spcPts val="0"/>
              </a:spcAft>
              <a:buNone/>
              <a:defRPr sz="1100">
                <a:solidFill>
                  <a:schemeClr val="dk1"/>
                </a:solidFill>
                <a:latin typeface="Arial"/>
                <a:ea typeface="Arial"/>
                <a:cs typeface="Arial"/>
                <a:sym typeface="Arial"/>
              </a:defRPr>
            </a:lvl8pPr>
            <a:lvl9pPr indent="0" lvl="8" marL="0" marR="0" rtl="0" algn="r">
              <a:spcBef>
                <a:spcPts val="0"/>
              </a:spcBef>
              <a:spcAft>
                <a:spcPts val="0"/>
              </a:spcAft>
              <a:buNone/>
              <a:defRPr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14" name="Google Shape;3214;p260"/>
          <p:cNvSpPr txBox="1"/>
          <p:nvPr>
            <p:ph type="title"/>
          </p:nvPr>
        </p:nvSpPr>
        <p:spPr>
          <a:xfrm>
            <a:off x="914400" y="0"/>
            <a:ext cx="10363200" cy="1371600"/>
          </a:xfrm>
          <a:prstGeom prst="rect">
            <a:avLst/>
          </a:prstGeom>
          <a:noFill/>
          <a:ln>
            <a:noFill/>
          </a:ln>
        </p:spPr>
        <p:txBody>
          <a:bodyPr anchorCtr="0" anchor="b" bIns="0" lIns="0" spcFirstLastPara="1" rIns="0" wrap="square" tIns="0">
            <a:noAutofit/>
          </a:bodyPr>
          <a:lstStyle>
            <a:lvl1pPr indent="0" lvl="0" marL="0" marR="0" rtl="0" algn="l">
              <a:spcBef>
                <a:spcPts val="0"/>
              </a:spcBef>
              <a:spcAft>
                <a:spcPts val="0"/>
              </a:spcAft>
              <a:buSzPts val="3500"/>
              <a:buNone/>
              <a:defRPr b="0" i="0" sz="3700" u="none" cap="none" strike="noStrike">
                <a:solidFill>
                  <a:srgbClr val="000000"/>
                </a:solidFill>
                <a:latin typeface="Arial"/>
                <a:ea typeface="Arial"/>
                <a:cs typeface="Arial"/>
                <a:sym typeface="Arial"/>
              </a:defRPr>
            </a:lvl1pPr>
            <a:lvl2pPr indent="0" lvl="1"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3500"/>
              <a:buNone/>
              <a:defRPr b="0" i="0" sz="5900" u="none" cap="none" strike="noStrike">
                <a:solidFill>
                  <a:schemeClr val="dk1"/>
                </a:solidFill>
                <a:latin typeface="Calibri"/>
                <a:ea typeface="Calibri"/>
                <a:cs typeface="Calibri"/>
                <a:sym typeface="Calibri"/>
              </a:defRPr>
            </a:lvl9pPr>
          </a:lstStyle>
          <a:p/>
        </p:txBody>
      </p:sp>
      <p:sp>
        <p:nvSpPr>
          <p:cNvPr id="3215" name="Google Shape;3215;p260"/>
          <p:cNvSpPr txBox="1"/>
          <p:nvPr>
            <p:ph idx="2" type="body"/>
          </p:nvPr>
        </p:nvSpPr>
        <p:spPr>
          <a:xfrm>
            <a:off x="914400" y="2209800"/>
            <a:ext cx="10363200" cy="990300"/>
          </a:xfrm>
          <a:prstGeom prst="rect">
            <a:avLst/>
          </a:prstGeom>
          <a:noFill/>
          <a:ln>
            <a:noFill/>
          </a:ln>
        </p:spPr>
        <p:txBody>
          <a:bodyPr anchorCtr="0" anchor="b" bIns="0" lIns="0" spcFirstLastPara="1" rIns="0" wrap="square" tIns="0">
            <a:noAutofit/>
          </a:bodyPr>
          <a:lstStyle>
            <a:lvl1pPr indent="-228600" lvl="0" marL="457200" marR="0" rtl="0" algn="l">
              <a:lnSpc>
                <a:spcPct val="110000"/>
              </a:lnSpc>
              <a:spcBef>
                <a:spcPts val="40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381000" lvl="1" marL="9144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3216" name="Google Shape;3216;p260"/>
          <p:cNvSpPr txBox="1"/>
          <p:nvPr>
            <p:ph idx="3" type="body"/>
          </p:nvPr>
        </p:nvSpPr>
        <p:spPr>
          <a:xfrm>
            <a:off x="914400" y="3429000"/>
            <a:ext cx="10363200" cy="2438400"/>
          </a:xfrm>
          <a:prstGeom prst="rect">
            <a:avLst/>
          </a:prstGeom>
          <a:noFill/>
          <a:ln>
            <a:noFill/>
          </a:ln>
        </p:spPr>
        <p:txBody>
          <a:bodyPr anchorCtr="0" anchor="t" bIns="0" lIns="0" spcFirstLastPara="1" rIns="0" wrap="square" tIns="0">
            <a:noAutofit/>
          </a:bodyPr>
          <a:lstStyle>
            <a:lvl1pPr indent="-330200" lvl="0" marL="4572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1pPr>
            <a:lvl2pPr indent="-330200" lvl="1" marL="9144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2pPr>
            <a:lvl3pPr indent="-330200" lvl="2" marL="13716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graphics">
  <p:cSld name="CUSTOM_2_2">
    <p:spTree>
      <p:nvGrpSpPr>
        <p:cNvPr id="3217" name="Shape 3217"/>
        <p:cNvGrpSpPr/>
        <p:nvPr/>
      </p:nvGrpSpPr>
      <p:grpSpPr>
        <a:xfrm>
          <a:off x="0" y="0"/>
          <a:ext cx="0" cy="0"/>
          <a:chOff x="0" y="0"/>
          <a:chExt cx="0" cy="0"/>
        </a:xfrm>
      </p:grpSpPr>
      <p:sp>
        <p:nvSpPr>
          <p:cNvPr id="3218" name="Google Shape;3218;p261"/>
          <p:cNvSpPr txBox="1"/>
          <p:nvPr>
            <p:ph idx="12" type="sldNum"/>
          </p:nvPr>
        </p:nvSpPr>
        <p:spPr>
          <a:xfrm>
            <a:off x="137770" y="6311925"/>
            <a:ext cx="480900" cy="524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219" name="Google Shape;3219;p261"/>
          <p:cNvSpPr txBox="1"/>
          <p:nvPr>
            <p:ph idx="1" type="subTitle"/>
          </p:nvPr>
        </p:nvSpPr>
        <p:spPr>
          <a:xfrm>
            <a:off x="6624633" y="3670871"/>
            <a:ext cx="4465200" cy="6663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3220" name="Google Shape;3220;p261"/>
          <p:cNvSpPr txBox="1"/>
          <p:nvPr>
            <p:ph idx="2" type="body"/>
          </p:nvPr>
        </p:nvSpPr>
        <p:spPr>
          <a:xfrm>
            <a:off x="6624467" y="4184771"/>
            <a:ext cx="4465200" cy="1788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3221" name="Google Shape;3221;p261"/>
          <p:cNvSpPr txBox="1"/>
          <p:nvPr>
            <p:ph idx="3" type="subTitle"/>
          </p:nvPr>
        </p:nvSpPr>
        <p:spPr>
          <a:xfrm>
            <a:off x="1102200" y="3670871"/>
            <a:ext cx="4465200" cy="6663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3222" name="Google Shape;3222;p261"/>
          <p:cNvSpPr txBox="1"/>
          <p:nvPr>
            <p:ph idx="4" type="body"/>
          </p:nvPr>
        </p:nvSpPr>
        <p:spPr>
          <a:xfrm>
            <a:off x="1102033" y="4184771"/>
            <a:ext cx="4465200" cy="1788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3223" name="Google Shape;3223;p261"/>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500"/>
              <a:buNone/>
              <a:defRPr/>
            </a:lvl1pPr>
            <a:lvl2pPr lvl="1" rtl="0">
              <a:spcBef>
                <a:spcPts val="0"/>
              </a:spcBef>
              <a:spcAft>
                <a:spcPts val="0"/>
              </a:spcAft>
              <a:buClr>
                <a:schemeClr val="dk1"/>
              </a:buClr>
              <a:buSzPts val="3500"/>
              <a:buNone/>
              <a:defRPr>
                <a:solidFill>
                  <a:schemeClr val="dk1"/>
                </a:solidFill>
              </a:defRPr>
            </a:lvl2pPr>
            <a:lvl3pPr lvl="2" rtl="0">
              <a:spcBef>
                <a:spcPts val="0"/>
              </a:spcBef>
              <a:spcAft>
                <a:spcPts val="0"/>
              </a:spcAft>
              <a:buClr>
                <a:schemeClr val="dk1"/>
              </a:buClr>
              <a:buSzPts val="3500"/>
              <a:buNone/>
              <a:defRPr>
                <a:solidFill>
                  <a:schemeClr val="dk1"/>
                </a:solidFill>
              </a:defRPr>
            </a:lvl3pPr>
            <a:lvl4pPr lvl="3" rtl="0">
              <a:spcBef>
                <a:spcPts val="0"/>
              </a:spcBef>
              <a:spcAft>
                <a:spcPts val="0"/>
              </a:spcAft>
              <a:buClr>
                <a:schemeClr val="dk1"/>
              </a:buClr>
              <a:buSzPts val="3500"/>
              <a:buNone/>
              <a:defRPr>
                <a:solidFill>
                  <a:schemeClr val="dk1"/>
                </a:solidFill>
              </a:defRPr>
            </a:lvl4pPr>
            <a:lvl5pPr lvl="4" rtl="0">
              <a:spcBef>
                <a:spcPts val="0"/>
              </a:spcBef>
              <a:spcAft>
                <a:spcPts val="0"/>
              </a:spcAft>
              <a:buClr>
                <a:schemeClr val="dk1"/>
              </a:buClr>
              <a:buSzPts val="3500"/>
              <a:buNone/>
              <a:defRPr>
                <a:solidFill>
                  <a:schemeClr val="dk1"/>
                </a:solidFill>
              </a:defRPr>
            </a:lvl5pPr>
            <a:lvl6pPr lvl="5" rtl="0">
              <a:spcBef>
                <a:spcPts val="0"/>
              </a:spcBef>
              <a:spcAft>
                <a:spcPts val="0"/>
              </a:spcAft>
              <a:buClr>
                <a:schemeClr val="dk1"/>
              </a:buClr>
              <a:buSzPts val="3500"/>
              <a:buNone/>
              <a:defRPr>
                <a:solidFill>
                  <a:schemeClr val="dk1"/>
                </a:solidFill>
              </a:defRPr>
            </a:lvl6pPr>
            <a:lvl7pPr lvl="6" rtl="0">
              <a:spcBef>
                <a:spcPts val="0"/>
              </a:spcBef>
              <a:spcAft>
                <a:spcPts val="0"/>
              </a:spcAft>
              <a:buClr>
                <a:schemeClr val="dk1"/>
              </a:buClr>
              <a:buSzPts val="3500"/>
              <a:buNone/>
              <a:defRPr>
                <a:solidFill>
                  <a:schemeClr val="dk1"/>
                </a:solidFill>
              </a:defRPr>
            </a:lvl7pPr>
            <a:lvl8pPr lvl="7" rtl="0">
              <a:spcBef>
                <a:spcPts val="0"/>
              </a:spcBef>
              <a:spcAft>
                <a:spcPts val="0"/>
              </a:spcAft>
              <a:buClr>
                <a:schemeClr val="dk1"/>
              </a:buClr>
              <a:buSzPts val="3500"/>
              <a:buNone/>
              <a:defRPr>
                <a:solidFill>
                  <a:schemeClr val="dk1"/>
                </a:solidFill>
              </a:defRPr>
            </a:lvl8pPr>
            <a:lvl9pPr lvl="8" rtl="0">
              <a:spcBef>
                <a:spcPts val="0"/>
              </a:spcBef>
              <a:spcAft>
                <a:spcPts val="0"/>
              </a:spcAft>
              <a:buClr>
                <a:schemeClr val="dk1"/>
              </a:buClr>
              <a:buSzPts val="3500"/>
              <a:buNone/>
              <a:defRPr>
                <a:solidFill>
                  <a:schemeClr val="dk1"/>
                </a:solidFill>
              </a:defRPr>
            </a:lvl9pPr>
          </a:lstStyle>
          <a:p/>
        </p:txBody>
      </p:sp>
      <p:sp>
        <p:nvSpPr>
          <p:cNvPr id="3224" name="Google Shape;3224;p261"/>
          <p:cNvSpPr txBox="1"/>
          <p:nvPr>
            <p:ph idx="5"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vl1pPr>
            <a:lvl2pPr lvl="1" rtl="0">
              <a:lnSpc>
                <a:spcPct val="100000"/>
              </a:lnSpc>
              <a:spcBef>
                <a:spcPts val="500"/>
              </a:spcBef>
              <a:spcAft>
                <a:spcPts val="0"/>
              </a:spcAft>
              <a:buNone/>
              <a:defRPr/>
            </a:lvl2pPr>
            <a:lvl3pPr lvl="2" rtl="0">
              <a:lnSpc>
                <a:spcPct val="100000"/>
              </a:lnSpc>
              <a:spcBef>
                <a:spcPts val="500"/>
              </a:spcBef>
              <a:spcAft>
                <a:spcPts val="0"/>
              </a:spcAft>
              <a:buNone/>
              <a:defRPr/>
            </a:lvl3pPr>
            <a:lvl4pPr lvl="3" rtl="0">
              <a:lnSpc>
                <a:spcPct val="100000"/>
              </a:lnSpc>
              <a:spcBef>
                <a:spcPts val="500"/>
              </a:spcBef>
              <a:spcAft>
                <a:spcPts val="0"/>
              </a:spcAft>
              <a:buNone/>
              <a:defRPr/>
            </a:lvl4pPr>
            <a:lvl5pPr lvl="4" rtl="0">
              <a:lnSpc>
                <a:spcPct val="100000"/>
              </a:lnSpc>
              <a:spcBef>
                <a:spcPts val="500"/>
              </a:spcBef>
              <a:spcAft>
                <a:spcPts val="0"/>
              </a:spcAft>
              <a:buNone/>
              <a:defRPr/>
            </a:lvl5pPr>
            <a:lvl6pPr lvl="5" rtl="0">
              <a:lnSpc>
                <a:spcPct val="100000"/>
              </a:lnSpc>
              <a:spcBef>
                <a:spcPts val="500"/>
              </a:spcBef>
              <a:spcAft>
                <a:spcPts val="0"/>
              </a:spcAft>
              <a:buNone/>
              <a:defRPr/>
            </a:lvl6pPr>
            <a:lvl7pPr lvl="6" rtl="0">
              <a:lnSpc>
                <a:spcPct val="100000"/>
              </a:lnSpc>
              <a:spcBef>
                <a:spcPts val="500"/>
              </a:spcBef>
              <a:spcAft>
                <a:spcPts val="0"/>
              </a:spcAft>
              <a:buNone/>
              <a:defRPr/>
            </a:lvl7pPr>
            <a:lvl8pPr lvl="7" rtl="0">
              <a:lnSpc>
                <a:spcPct val="100000"/>
              </a:lnSpc>
              <a:spcBef>
                <a:spcPts val="500"/>
              </a:spcBef>
              <a:spcAft>
                <a:spcPts val="0"/>
              </a:spcAft>
              <a:buNone/>
              <a:defRPr/>
            </a:lvl8pPr>
            <a:lvl9pPr lvl="8" rtl="0">
              <a:lnSpc>
                <a:spcPct val="100000"/>
              </a:lnSpc>
              <a:spcBef>
                <a:spcPts val="500"/>
              </a:spcBef>
              <a:spcAft>
                <a:spcPts val="500"/>
              </a:spcAft>
              <a:buNone/>
              <a:defRPr/>
            </a:lvl9pPr>
          </a:lstStyle>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USTOM_4_2_4">
    <p:spTree>
      <p:nvGrpSpPr>
        <p:cNvPr id="3225" name="Shape 3225"/>
        <p:cNvGrpSpPr/>
        <p:nvPr/>
      </p:nvGrpSpPr>
      <p:grpSpPr>
        <a:xfrm>
          <a:off x="0" y="0"/>
          <a:ext cx="0" cy="0"/>
          <a:chOff x="0" y="0"/>
          <a:chExt cx="0" cy="0"/>
        </a:xfrm>
      </p:grpSpPr>
      <p:sp>
        <p:nvSpPr>
          <p:cNvPr id="3226" name="Google Shape;3226;p262"/>
          <p:cNvSpPr txBox="1"/>
          <p:nvPr>
            <p:ph type="title"/>
          </p:nvPr>
        </p:nvSpPr>
        <p:spPr>
          <a:xfrm>
            <a:off x="447767" y="946000"/>
            <a:ext cx="11318100" cy="967500"/>
          </a:xfrm>
          <a:prstGeom prst="rect">
            <a:avLst/>
          </a:prstGeom>
        </p:spPr>
        <p:txBody>
          <a:bodyPr anchorCtr="0" anchor="t" bIns="0" lIns="0" spcFirstLastPara="1" rIns="0" wrap="square" tIns="0">
            <a:noAutofit/>
          </a:bodyPr>
          <a:lstStyle>
            <a:lvl1pPr lvl="0" rtl="0" algn="ctr">
              <a:lnSpc>
                <a:spcPct val="115000"/>
              </a:lnSpc>
              <a:spcBef>
                <a:spcPts val="0"/>
              </a:spcBef>
              <a:spcAft>
                <a:spcPts val="0"/>
              </a:spcAft>
              <a:buNone/>
              <a:defRPr sz="4800">
                <a:solidFill>
                  <a:srgbClr val="000000"/>
                </a:solidFill>
                <a:latin typeface="Overpass"/>
                <a:ea typeface="Overpass"/>
                <a:cs typeface="Overpass"/>
                <a:sym typeface="Overpass"/>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227" name="Google Shape;3227;p26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228" name="Google Shape;3228;p26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Red Hat Text Medium"/>
              <a:buNone/>
              <a:defRPr sz="9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229" name="Google Shape;3229;p262"/>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3230" name="Google Shape;3230;p2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231" name="Google Shape;3231;p26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232" name="Google Shape;3232;p26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3233" name="Google Shape;3233;p262"/>
          <p:cNvSpPr txBox="1"/>
          <p:nvPr>
            <p:ph idx="3" type="body"/>
          </p:nvPr>
        </p:nvSpPr>
        <p:spPr>
          <a:xfrm>
            <a:off x="901600" y="1913600"/>
            <a:ext cx="10388700" cy="4256100"/>
          </a:xfrm>
          <a:prstGeom prst="rect">
            <a:avLst/>
          </a:prstGeom>
        </p:spPr>
        <p:txBody>
          <a:bodyPr anchorCtr="0" anchor="t" bIns="0" lIns="0" spcFirstLastPara="1" rIns="0" wrap="square" tIns="0">
            <a:noAutofit/>
          </a:bodyPr>
          <a:lstStyle>
            <a:lvl1pPr indent="-431800" lvl="0" marL="457200" rtl="0">
              <a:lnSpc>
                <a:spcPct val="115000"/>
              </a:lnSpc>
              <a:spcBef>
                <a:spcPts val="0"/>
              </a:spcBef>
              <a:spcAft>
                <a:spcPts val="0"/>
              </a:spcAft>
              <a:buClr>
                <a:schemeClr val="dk1"/>
              </a:buClr>
              <a:buSzPts val="3200"/>
              <a:buFont typeface="Proxima Nova"/>
              <a:buChar char="▸"/>
              <a:defRPr sz="3200">
                <a:solidFill>
                  <a:schemeClr val="dk1"/>
                </a:solidFill>
                <a:latin typeface="Proxima Nova"/>
                <a:ea typeface="Proxima Nova"/>
                <a:cs typeface="Proxima Nova"/>
                <a:sym typeface="Proxima Nova"/>
              </a:defRPr>
            </a:lvl1pPr>
            <a:lvl2pPr indent="-381000" lvl="1" marL="914400" rtl="0">
              <a:lnSpc>
                <a:spcPct val="115000"/>
              </a:lnSpc>
              <a:spcBef>
                <a:spcPts val="1100"/>
              </a:spcBef>
              <a:spcAft>
                <a:spcPts val="0"/>
              </a:spcAft>
              <a:buSzPts val="2400"/>
              <a:buFont typeface="Proxima Nova"/>
              <a:buChar char="･"/>
              <a:defRPr sz="2400">
                <a:latin typeface="Proxima Nova"/>
                <a:ea typeface="Proxima Nova"/>
                <a:cs typeface="Proxima Nova"/>
                <a:sym typeface="Proxima Nova"/>
              </a:defRPr>
            </a:lvl2pPr>
            <a:lvl3pPr indent="-349250" lvl="2" marL="1371600" rtl="0">
              <a:lnSpc>
                <a:spcPct val="115000"/>
              </a:lnSpc>
              <a:spcBef>
                <a:spcPts val="1100"/>
              </a:spcBef>
              <a:spcAft>
                <a:spcPts val="0"/>
              </a:spcAft>
              <a:buSzPts val="1900"/>
              <a:buFont typeface="Proxima Nova"/>
              <a:buChar char="･"/>
              <a:defRPr sz="1900">
                <a:latin typeface="Proxima Nova"/>
                <a:ea typeface="Proxima Nova"/>
                <a:cs typeface="Proxima Nova"/>
                <a:sym typeface="Proxima Nova"/>
              </a:defRPr>
            </a:lvl3pPr>
            <a:lvl4pPr indent="-323850" lvl="3" marL="1828800" rtl="0">
              <a:lnSpc>
                <a:spcPct val="115000"/>
              </a:lnSpc>
              <a:spcBef>
                <a:spcPts val="1100"/>
              </a:spcBef>
              <a:spcAft>
                <a:spcPts val="0"/>
              </a:spcAft>
              <a:buSzPts val="1500"/>
              <a:buFont typeface="Proxima Nova"/>
              <a:buChar char="･"/>
              <a:defRPr>
                <a:latin typeface="Proxima Nova"/>
                <a:ea typeface="Proxima Nova"/>
                <a:cs typeface="Proxima Nova"/>
                <a:sym typeface="Proxima Nova"/>
              </a:defRPr>
            </a:lvl4pPr>
            <a:lvl5pPr indent="-323850" lvl="4" marL="2286000" rtl="0">
              <a:lnSpc>
                <a:spcPct val="115000"/>
              </a:lnSpc>
              <a:spcBef>
                <a:spcPts val="1100"/>
              </a:spcBef>
              <a:spcAft>
                <a:spcPts val="0"/>
              </a:spcAft>
              <a:buSzPts val="1500"/>
              <a:buFont typeface="Proxima Nova"/>
              <a:buChar char="･"/>
              <a:defRPr sz="1500">
                <a:latin typeface="Proxima Nova"/>
                <a:ea typeface="Proxima Nova"/>
                <a:cs typeface="Proxima Nova"/>
                <a:sym typeface="Proxima Nova"/>
              </a:defRPr>
            </a:lvl5pPr>
            <a:lvl6pPr indent="-311150" lvl="5" marL="2743200" rtl="0">
              <a:lnSpc>
                <a:spcPct val="115000"/>
              </a:lnSpc>
              <a:spcBef>
                <a:spcPts val="1100"/>
              </a:spcBef>
              <a:spcAft>
                <a:spcPts val="0"/>
              </a:spcAft>
              <a:buSzPts val="1300"/>
              <a:buFont typeface="Proxima Nova"/>
              <a:buChar char="･"/>
              <a:defRPr sz="1300">
                <a:latin typeface="Proxima Nova"/>
                <a:ea typeface="Proxima Nova"/>
                <a:cs typeface="Proxima Nova"/>
                <a:sym typeface="Proxima Nova"/>
              </a:defRPr>
            </a:lvl6pPr>
            <a:lvl7pPr indent="-304800" lvl="6" marL="3200400" rtl="0">
              <a:lnSpc>
                <a:spcPct val="115000"/>
              </a:lnSpc>
              <a:spcBef>
                <a:spcPts val="1100"/>
              </a:spcBef>
              <a:spcAft>
                <a:spcPts val="0"/>
              </a:spcAft>
              <a:buSzPts val="1200"/>
              <a:buFont typeface="Proxima Nova"/>
              <a:buChar char="･"/>
              <a:defRPr sz="1200">
                <a:latin typeface="Proxima Nova"/>
                <a:ea typeface="Proxima Nova"/>
                <a:cs typeface="Proxima Nova"/>
                <a:sym typeface="Proxima Nova"/>
              </a:defRPr>
            </a:lvl7pPr>
            <a:lvl8pPr indent="-298450" lvl="7" marL="3657600" rtl="0">
              <a:lnSpc>
                <a:spcPct val="115000"/>
              </a:lnSpc>
              <a:spcBef>
                <a:spcPts val="1100"/>
              </a:spcBef>
              <a:spcAft>
                <a:spcPts val="0"/>
              </a:spcAft>
              <a:buSzPts val="1100"/>
              <a:buFont typeface="Proxima Nova"/>
              <a:buChar char="･"/>
              <a:defRPr sz="1100">
                <a:latin typeface="Proxima Nova"/>
                <a:ea typeface="Proxima Nova"/>
                <a:cs typeface="Proxima Nova"/>
                <a:sym typeface="Proxima Nova"/>
              </a:defRPr>
            </a:lvl8pPr>
            <a:lvl9pPr indent="-285750" lvl="8" marL="4114800" rtl="0">
              <a:lnSpc>
                <a:spcPct val="115000"/>
              </a:lnSpc>
              <a:spcBef>
                <a:spcPts val="1100"/>
              </a:spcBef>
              <a:spcAft>
                <a:spcPts val="1100"/>
              </a:spcAft>
              <a:buSzPts val="900"/>
              <a:buFont typeface="Proxima Nova"/>
              <a:buChar char="･"/>
              <a:defRPr sz="900">
                <a:latin typeface="Proxima Nova"/>
                <a:ea typeface="Proxima Nova"/>
                <a:cs typeface="Proxima Nova"/>
                <a:sym typeface="Proxima Nova"/>
              </a:defRPr>
            </a:lvl9pPr>
          </a:lstStyle>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2">
  <p:cSld name="CUSTOM_4_3_3">
    <p:spTree>
      <p:nvGrpSpPr>
        <p:cNvPr id="3234" name="Shape 3234"/>
        <p:cNvGrpSpPr/>
        <p:nvPr/>
      </p:nvGrpSpPr>
      <p:grpSpPr>
        <a:xfrm>
          <a:off x="0" y="0"/>
          <a:ext cx="0" cy="0"/>
          <a:chOff x="0" y="0"/>
          <a:chExt cx="0" cy="0"/>
        </a:xfrm>
      </p:grpSpPr>
      <p:cxnSp>
        <p:nvCxnSpPr>
          <p:cNvPr id="3235" name="Google Shape;3235;p26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36" name="Google Shape;3236;p263"/>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237" name="Google Shape;3237;p2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38" name="Google Shape;3238;p26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239" name="Google Shape;3239;p263"/>
          <p:cNvSpPr txBox="1"/>
          <p:nvPr>
            <p:ph idx="1"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240" name="Google Shape;3240;p263"/>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3241" name="Google Shape;3241;p263"/>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3242" name="Google Shape;3242;p263"/>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243" name="Google Shape;3243;p263"/>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244" name="Google Shape;3244;p263"/>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245" name="Google Shape;3245;p263"/>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246" name="Google Shape;3246;p263"/>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247" name="Google Shape;3247;p263"/>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248" name="Google Shape;3248;p263"/>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249" name="Google Shape;3249;p263"/>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sp>
        <p:nvSpPr>
          <p:cNvPr id="3250" name="Google Shape;3250;p263"/>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1 1">
  <p:cSld name="CUSTOM_4_2_3_2">
    <p:spTree>
      <p:nvGrpSpPr>
        <p:cNvPr id="3251" name="Shape 3251"/>
        <p:cNvGrpSpPr/>
        <p:nvPr/>
      </p:nvGrpSpPr>
      <p:grpSpPr>
        <a:xfrm>
          <a:off x="0" y="0"/>
          <a:ext cx="0" cy="0"/>
          <a:chOff x="0" y="0"/>
          <a:chExt cx="0" cy="0"/>
        </a:xfrm>
      </p:grpSpPr>
      <p:sp>
        <p:nvSpPr>
          <p:cNvPr id="3252" name="Google Shape;3252;p26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3253" name="Google Shape;3253;p26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254" name="Google Shape;3254;p26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55" name="Google Shape;3255;p264"/>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256" name="Google Shape;3256;p2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57" name="Google Shape;3257;p26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258" name="Google Shape;3258;p26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3259" name="Google Shape;3259;p264"/>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260" name="Google Shape;3260;p264"/>
          <p:cNvSpPr txBox="1"/>
          <p:nvPr>
            <p:ph idx="4" type="subTitle"/>
          </p:nvPr>
        </p:nvSpPr>
        <p:spPr>
          <a:xfrm>
            <a:off x="5662075" y="2539250"/>
            <a:ext cx="5486400" cy="31689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1">
  <p:cSld name="CUSTOM_4_13_1_2">
    <p:spTree>
      <p:nvGrpSpPr>
        <p:cNvPr id="3261" name="Shape 3261"/>
        <p:cNvGrpSpPr/>
        <p:nvPr/>
      </p:nvGrpSpPr>
      <p:grpSpPr>
        <a:xfrm>
          <a:off x="0" y="0"/>
          <a:ext cx="0" cy="0"/>
          <a:chOff x="0" y="0"/>
          <a:chExt cx="0" cy="0"/>
        </a:xfrm>
      </p:grpSpPr>
      <p:sp>
        <p:nvSpPr>
          <p:cNvPr id="3262" name="Google Shape;3262;p265"/>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3263" name="Google Shape;3263;p26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264" name="Google Shape;3264;p265"/>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3265" name="Google Shape;3265;p265"/>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3266" name="Google Shape;3266;p2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67" name="Google Shape;3267;p26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268" name="Google Shape;3268;p26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3269" name="Google Shape;3269;p265"/>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3270" name="Google Shape;3270;p265"/>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271" name="Google Shape;3271;p265"/>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272" name="Google Shape;3272;p265"/>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273" name="Google Shape;3273;p265"/>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274" name="Google Shape;3274;p265"/>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265"/>
          <p:cNvSpPr/>
          <p:nvPr/>
        </p:nvSpPr>
        <p:spPr>
          <a:xfrm>
            <a:off x="10460025" y="310550"/>
            <a:ext cx="12813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1">
  <p:cSld name="CUSTOM_4_17_3">
    <p:spTree>
      <p:nvGrpSpPr>
        <p:cNvPr id="3276" name="Shape 3276"/>
        <p:cNvGrpSpPr/>
        <p:nvPr/>
      </p:nvGrpSpPr>
      <p:grpSpPr>
        <a:xfrm>
          <a:off x="0" y="0"/>
          <a:ext cx="0" cy="0"/>
          <a:chOff x="0" y="0"/>
          <a:chExt cx="0" cy="0"/>
        </a:xfrm>
      </p:grpSpPr>
      <p:sp>
        <p:nvSpPr>
          <p:cNvPr id="3277" name="Google Shape;3277;p26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278" name="Google Shape;3278;p266"/>
          <p:cNvSpPr txBox="1"/>
          <p:nvPr>
            <p:ph type="title"/>
          </p:nvPr>
        </p:nvSpPr>
        <p:spPr>
          <a:xfrm>
            <a:off x="885050" y="1100350"/>
            <a:ext cx="10422000" cy="5532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9pPr>
          </a:lstStyle>
          <a:p/>
        </p:txBody>
      </p:sp>
      <p:cxnSp>
        <p:nvCxnSpPr>
          <p:cNvPr id="3279" name="Google Shape;3279;p26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80" name="Google Shape;3280;p266"/>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281" name="Google Shape;3281;p2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82" name="Google Shape;3282;p26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283" name="Google Shape;3283;p266"/>
          <p:cNvSpPr txBox="1"/>
          <p:nvPr>
            <p:ph idx="2" type="subTitle"/>
          </p:nvPr>
        </p:nvSpPr>
        <p:spPr>
          <a:xfrm>
            <a:off x="885125" y="1653550"/>
            <a:ext cx="10422000" cy="4569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1900">
                <a:solidFill>
                  <a:schemeClr val="accent1"/>
                </a:solidFill>
              </a:defRPr>
            </a:lvl1pPr>
            <a:lvl2pPr lvl="1" rtl="0" algn="ctr">
              <a:lnSpc>
                <a:spcPct val="100000"/>
              </a:lnSpc>
              <a:spcBef>
                <a:spcPts val="0"/>
              </a:spcBef>
              <a:spcAft>
                <a:spcPts val="0"/>
              </a:spcAft>
              <a:buNone/>
              <a:defRPr sz="1900">
                <a:solidFill>
                  <a:schemeClr val="accent1"/>
                </a:solidFill>
              </a:defRPr>
            </a:lvl2pPr>
            <a:lvl3pPr lvl="2" rtl="0" algn="ctr">
              <a:lnSpc>
                <a:spcPct val="100000"/>
              </a:lnSpc>
              <a:spcBef>
                <a:spcPts val="0"/>
              </a:spcBef>
              <a:spcAft>
                <a:spcPts val="0"/>
              </a:spcAft>
              <a:buNone/>
              <a:defRPr sz="1900">
                <a:solidFill>
                  <a:schemeClr val="accent1"/>
                </a:solidFill>
              </a:defRPr>
            </a:lvl3pPr>
            <a:lvl4pPr lvl="3" rtl="0" algn="ctr">
              <a:lnSpc>
                <a:spcPct val="100000"/>
              </a:lnSpc>
              <a:spcBef>
                <a:spcPts val="0"/>
              </a:spcBef>
              <a:spcAft>
                <a:spcPts val="0"/>
              </a:spcAft>
              <a:buNone/>
              <a:defRPr sz="1900">
                <a:solidFill>
                  <a:schemeClr val="accent1"/>
                </a:solidFill>
              </a:defRPr>
            </a:lvl4pPr>
            <a:lvl5pPr lvl="4" rtl="0" algn="ctr">
              <a:lnSpc>
                <a:spcPct val="100000"/>
              </a:lnSpc>
              <a:spcBef>
                <a:spcPts val="0"/>
              </a:spcBef>
              <a:spcAft>
                <a:spcPts val="0"/>
              </a:spcAft>
              <a:buNone/>
              <a:defRPr sz="1900">
                <a:solidFill>
                  <a:schemeClr val="accent1"/>
                </a:solidFill>
              </a:defRPr>
            </a:lvl5pPr>
            <a:lvl6pPr lvl="5" rtl="0" algn="ctr">
              <a:lnSpc>
                <a:spcPct val="100000"/>
              </a:lnSpc>
              <a:spcBef>
                <a:spcPts val="0"/>
              </a:spcBef>
              <a:spcAft>
                <a:spcPts val="0"/>
              </a:spcAft>
              <a:buNone/>
              <a:defRPr sz="1900">
                <a:solidFill>
                  <a:schemeClr val="accent1"/>
                </a:solidFill>
              </a:defRPr>
            </a:lvl6pPr>
            <a:lvl7pPr lvl="6" rtl="0" algn="ctr">
              <a:lnSpc>
                <a:spcPct val="100000"/>
              </a:lnSpc>
              <a:spcBef>
                <a:spcPts val="0"/>
              </a:spcBef>
              <a:spcAft>
                <a:spcPts val="0"/>
              </a:spcAft>
              <a:buNone/>
              <a:defRPr sz="1900">
                <a:solidFill>
                  <a:schemeClr val="accent1"/>
                </a:solidFill>
              </a:defRPr>
            </a:lvl7pPr>
            <a:lvl8pPr lvl="7" rtl="0" algn="ctr">
              <a:lnSpc>
                <a:spcPct val="100000"/>
              </a:lnSpc>
              <a:spcBef>
                <a:spcPts val="0"/>
              </a:spcBef>
              <a:spcAft>
                <a:spcPts val="0"/>
              </a:spcAft>
              <a:buNone/>
              <a:defRPr sz="1900">
                <a:solidFill>
                  <a:schemeClr val="accent1"/>
                </a:solidFill>
              </a:defRPr>
            </a:lvl8pPr>
            <a:lvl9pPr lvl="8" rtl="0" algn="ctr">
              <a:lnSpc>
                <a:spcPct val="100000"/>
              </a:lnSpc>
              <a:spcBef>
                <a:spcPts val="0"/>
              </a:spcBef>
              <a:spcAft>
                <a:spcPts val="0"/>
              </a:spcAft>
              <a:buNone/>
              <a:defRPr sz="1900">
                <a:solidFill>
                  <a:schemeClr val="accent1"/>
                </a:solidFill>
              </a:defRPr>
            </a:lvl9pPr>
          </a:lstStyle>
          <a:p/>
        </p:txBody>
      </p:sp>
      <p:sp>
        <p:nvSpPr>
          <p:cNvPr id="3284" name="Google Shape;3284;p266"/>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30200" lvl="0" marL="457200" rtl="0">
              <a:lnSpc>
                <a:spcPct val="135000"/>
              </a:lnSpc>
              <a:spcBef>
                <a:spcPts val="1100"/>
              </a:spcBef>
              <a:spcAft>
                <a:spcPts val="0"/>
              </a:spcAft>
              <a:buSzPts val="1600"/>
              <a:buChar char="▸"/>
              <a:defRPr/>
            </a:lvl1pPr>
            <a:lvl2pPr indent="-323850" lvl="1" marL="914400" rtl="0">
              <a:lnSpc>
                <a:spcPct val="135000"/>
              </a:lnSpc>
              <a:spcBef>
                <a:spcPts val="1100"/>
              </a:spcBef>
              <a:spcAft>
                <a:spcPts val="0"/>
              </a:spcAft>
              <a:buSzPts val="1500"/>
              <a:buChar char="･"/>
              <a:defRPr/>
            </a:lvl2pPr>
            <a:lvl3pPr indent="-323850" lvl="2" marL="1371600" rtl="0">
              <a:lnSpc>
                <a:spcPct val="135000"/>
              </a:lnSpc>
              <a:spcBef>
                <a:spcPts val="1100"/>
              </a:spcBef>
              <a:spcAft>
                <a:spcPts val="0"/>
              </a:spcAft>
              <a:buSzPts val="1500"/>
              <a:buChar char="･"/>
              <a:defRPr/>
            </a:lvl3pPr>
            <a:lvl4pPr indent="-323850" lvl="3" marL="1828800" rtl="0">
              <a:lnSpc>
                <a:spcPct val="135000"/>
              </a:lnSpc>
              <a:spcBef>
                <a:spcPts val="1100"/>
              </a:spcBef>
              <a:spcAft>
                <a:spcPts val="0"/>
              </a:spcAft>
              <a:buSzPts val="1500"/>
              <a:buChar char="･"/>
              <a:defRPr/>
            </a:lvl4pPr>
            <a:lvl5pPr indent="-323850" lvl="4" marL="2286000" rtl="0">
              <a:lnSpc>
                <a:spcPct val="135000"/>
              </a:lnSpc>
              <a:spcBef>
                <a:spcPts val="1100"/>
              </a:spcBef>
              <a:spcAft>
                <a:spcPts val="0"/>
              </a:spcAft>
              <a:buSzPts val="1500"/>
              <a:buChar char="･"/>
              <a:defRPr/>
            </a:lvl5pPr>
            <a:lvl6pPr indent="-323850" lvl="5" marL="2743200" rtl="0">
              <a:lnSpc>
                <a:spcPct val="135000"/>
              </a:lnSpc>
              <a:spcBef>
                <a:spcPts val="1100"/>
              </a:spcBef>
              <a:spcAft>
                <a:spcPts val="0"/>
              </a:spcAft>
              <a:buSzPts val="1500"/>
              <a:buChar char="･"/>
              <a:defRPr/>
            </a:lvl6pPr>
            <a:lvl7pPr indent="-323850" lvl="6" marL="3200400" rtl="0">
              <a:lnSpc>
                <a:spcPct val="135000"/>
              </a:lnSpc>
              <a:spcBef>
                <a:spcPts val="1100"/>
              </a:spcBef>
              <a:spcAft>
                <a:spcPts val="0"/>
              </a:spcAft>
              <a:buSzPts val="1500"/>
              <a:buChar char="･"/>
              <a:defRPr/>
            </a:lvl7pPr>
            <a:lvl8pPr indent="-323850" lvl="7" marL="3657600" rtl="0">
              <a:lnSpc>
                <a:spcPct val="135000"/>
              </a:lnSpc>
              <a:spcBef>
                <a:spcPts val="1100"/>
              </a:spcBef>
              <a:spcAft>
                <a:spcPts val="0"/>
              </a:spcAft>
              <a:buSzPts val="1500"/>
              <a:buChar char="･"/>
              <a:defRPr/>
            </a:lvl8pPr>
            <a:lvl9pPr indent="-323850" lvl="8" marL="4114800" rtl="0">
              <a:lnSpc>
                <a:spcPct val="135000"/>
              </a:lnSpc>
              <a:spcBef>
                <a:spcPts val="1100"/>
              </a:spcBef>
              <a:spcAft>
                <a:spcPts val="1100"/>
              </a:spcAft>
              <a:buSzPts val="1500"/>
              <a:buChar char="･"/>
              <a:defRPr/>
            </a:lvl9pPr>
          </a:lstStyle>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2">
  <p:cSld name="CUSTOM_4_17_4">
    <p:spTree>
      <p:nvGrpSpPr>
        <p:cNvPr id="3285" name="Shape 3285"/>
        <p:cNvGrpSpPr/>
        <p:nvPr/>
      </p:nvGrpSpPr>
      <p:grpSpPr>
        <a:xfrm>
          <a:off x="0" y="0"/>
          <a:ext cx="0" cy="0"/>
          <a:chOff x="0" y="0"/>
          <a:chExt cx="0" cy="0"/>
        </a:xfrm>
      </p:grpSpPr>
      <p:sp>
        <p:nvSpPr>
          <p:cNvPr id="3286" name="Google Shape;3286;p26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287" name="Google Shape;3287;p267"/>
          <p:cNvSpPr txBox="1"/>
          <p:nvPr>
            <p:ph type="title"/>
          </p:nvPr>
        </p:nvSpPr>
        <p:spPr>
          <a:xfrm>
            <a:off x="885050" y="1100350"/>
            <a:ext cx="10422000" cy="5532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9pPr>
          </a:lstStyle>
          <a:p/>
        </p:txBody>
      </p:sp>
      <p:cxnSp>
        <p:nvCxnSpPr>
          <p:cNvPr id="3288" name="Google Shape;3288;p26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89" name="Google Shape;3289;p267"/>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290" name="Google Shape;3290;p2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291" name="Google Shape;3291;p26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292" name="Google Shape;3292;p267"/>
          <p:cNvSpPr txBox="1"/>
          <p:nvPr>
            <p:ph idx="2" type="subTitle"/>
          </p:nvPr>
        </p:nvSpPr>
        <p:spPr>
          <a:xfrm>
            <a:off x="885125" y="1653550"/>
            <a:ext cx="10422000" cy="4569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1900">
                <a:solidFill>
                  <a:schemeClr val="accent1"/>
                </a:solidFill>
              </a:defRPr>
            </a:lvl1pPr>
            <a:lvl2pPr lvl="1" rtl="0" algn="ctr">
              <a:lnSpc>
                <a:spcPct val="100000"/>
              </a:lnSpc>
              <a:spcBef>
                <a:spcPts val="0"/>
              </a:spcBef>
              <a:spcAft>
                <a:spcPts val="0"/>
              </a:spcAft>
              <a:buNone/>
              <a:defRPr sz="1900">
                <a:solidFill>
                  <a:schemeClr val="accent1"/>
                </a:solidFill>
              </a:defRPr>
            </a:lvl2pPr>
            <a:lvl3pPr lvl="2" rtl="0" algn="ctr">
              <a:lnSpc>
                <a:spcPct val="100000"/>
              </a:lnSpc>
              <a:spcBef>
                <a:spcPts val="0"/>
              </a:spcBef>
              <a:spcAft>
                <a:spcPts val="0"/>
              </a:spcAft>
              <a:buNone/>
              <a:defRPr sz="1900">
                <a:solidFill>
                  <a:schemeClr val="accent1"/>
                </a:solidFill>
              </a:defRPr>
            </a:lvl3pPr>
            <a:lvl4pPr lvl="3" rtl="0" algn="ctr">
              <a:lnSpc>
                <a:spcPct val="100000"/>
              </a:lnSpc>
              <a:spcBef>
                <a:spcPts val="0"/>
              </a:spcBef>
              <a:spcAft>
                <a:spcPts val="0"/>
              </a:spcAft>
              <a:buNone/>
              <a:defRPr sz="1900">
                <a:solidFill>
                  <a:schemeClr val="accent1"/>
                </a:solidFill>
              </a:defRPr>
            </a:lvl4pPr>
            <a:lvl5pPr lvl="4" rtl="0" algn="ctr">
              <a:lnSpc>
                <a:spcPct val="100000"/>
              </a:lnSpc>
              <a:spcBef>
                <a:spcPts val="0"/>
              </a:spcBef>
              <a:spcAft>
                <a:spcPts val="0"/>
              </a:spcAft>
              <a:buNone/>
              <a:defRPr sz="1900">
                <a:solidFill>
                  <a:schemeClr val="accent1"/>
                </a:solidFill>
              </a:defRPr>
            </a:lvl5pPr>
            <a:lvl6pPr lvl="5" rtl="0" algn="ctr">
              <a:lnSpc>
                <a:spcPct val="100000"/>
              </a:lnSpc>
              <a:spcBef>
                <a:spcPts val="0"/>
              </a:spcBef>
              <a:spcAft>
                <a:spcPts val="0"/>
              </a:spcAft>
              <a:buNone/>
              <a:defRPr sz="1900">
                <a:solidFill>
                  <a:schemeClr val="accent1"/>
                </a:solidFill>
              </a:defRPr>
            </a:lvl6pPr>
            <a:lvl7pPr lvl="6" rtl="0" algn="ctr">
              <a:lnSpc>
                <a:spcPct val="100000"/>
              </a:lnSpc>
              <a:spcBef>
                <a:spcPts val="0"/>
              </a:spcBef>
              <a:spcAft>
                <a:spcPts val="0"/>
              </a:spcAft>
              <a:buNone/>
              <a:defRPr sz="1900">
                <a:solidFill>
                  <a:schemeClr val="accent1"/>
                </a:solidFill>
              </a:defRPr>
            </a:lvl7pPr>
            <a:lvl8pPr lvl="7" rtl="0" algn="ctr">
              <a:lnSpc>
                <a:spcPct val="100000"/>
              </a:lnSpc>
              <a:spcBef>
                <a:spcPts val="0"/>
              </a:spcBef>
              <a:spcAft>
                <a:spcPts val="0"/>
              </a:spcAft>
              <a:buNone/>
              <a:defRPr sz="1900">
                <a:solidFill>
                  <a:schemeClr val="accent1"/>
                </a:solidFill>
              </a:defRPr>
            </a:lvl8pPr>
            <a:lvl9pPr lvl="8" rtl="0" algn="ctr">
              <a:lnSpc>
                <a:spcPct val="100000"/>
              </a:lnSpc>
              <a:spcBef>
                <a:spcPts val="0"/>
              </a:spcBef>
              <a:spcAft>
                <a:spcPts val="0"/>
              </a:spcAft>
              <a:buNone/>
              <a:defRPr sz="1900">
                <a:solidFill>
                  <a:schemeClr val="accent1"/>
                </a:solidFill>
              </a:defRPr>
            </a:lvl9pPr>
          </a:lstStyle>
          <a:p/>
        </p:txBody>
      </p:sp>
      <p:sp>
        <p:nvSpPr>
          <p:cNvPr id="3293" name="Google Shape;3293;p267"/>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30200" lvl="0" marL="457200" rtl="0">
              <a:lnSpc>
                <a:spcPct val="135000"/>
              </a:lnSpc>
              <a:spcBef>
                <a:spcPts val="1100"/>
              </a:spcBef>
              <a:spcAft>
                <a:spcPts val="0"/>
              </a:spcAft>
              <a:buSzPts val="1600"/>
              <a:buChar char="▸"/>
              <a:defRPr/>
            </a:lvl1pPr>
            <a:lvl2pPr indent="-323850" lvl="1" marL="914400" rtl="0">
              <a:lnSpc>
                <a:spcPct val="135000"/>
              </a:lnSpc>
              <a:spcBef>
                <a:spcPts val="1100"/>
              </a:spcBef>
              <a:spcAft>
                <a:spcPts val="0"/>
              </a:spcAft>
              <a:buSzPts val="1500"/>
              <a:buChar char="･"/>
              <a:defRPr/>
            </a:lvl2pPr>
            <a:lvl3pPr indent="-323850" lvl="2" marL="1371600" rtl="0">
              <a:lnSpc>
                <a:spcPct val="135000"/>
              </a:lnSpc>
              <a:spcBef>
                <a:spcPts val="1100"/>
              </a:spcBef>
              <a:spcAft>
                <a:spcPts val="0"/>
              </a:spcAft>
              <a:buSzPts val="1500"/>
              <a:buChar char="･"/>
              <a:defRPr/>
            </a:lvl3pPr>
            <a:lvl4pPr indent="-323850" lvl="3" marL="1828800" rtl="0">
              <a:lnSpc>
                <a:spcPct val="135000"/>
              </a:lnSpc>
              <a:spcBef>
                <a:spcPts val="1100"/>
              </a:spcBef>
              <a:spcAft>
                <a:spcPts val="0"/>
              </a:spcAft>
              <a:buSzPts val="1500"/>
              <a:buChar char="･"/>
              <a:defRPr/>
            </a:lvl4pPr>
            <a:lvl5pPr indent="-323850" lvl="4" marL="2286000" rtl="0">
              <a:lnSpc>
                <a:spcPct val="135000"/>
              </a:lnSpc>
              <a:spcBef>
                <a:spcPts val="1100"/>
              </a:spcBef>
              <a:spcAft>
                <a:spcPts val="0"/>
              </a:spcAft>
              <a:buSzPts val="1500"/>
              <a:buChar char="･"/>
              <a:defRPr/>
            </a:lvl5pPr>
            <a:lvl6pPr indent="-323850" lvl="5" marL="2743200" rtl="0">
              <a:lnSpc>
                <a:spcPct val="135000"/>
              </a:lnSpc>
              <a:spcBef>
                <a:spcPts val="1100"/>
              </a:spcBef>
              <a:spcAft>
                <a:spcPts val="0"/>
              </a:spcAft>
              <a:buSzPts val="1500"/>
              <a:buChar char="･"/>
              <a:defRPr/>
            </a:lvl6pPr>
            <a:lvl7pPr indent="-323850" lvl="6" marL="3200400" rtl="0">
              <a:lnSpc>
                <a:spcPct val="135000"/>
              </a:lnSpc>
              <a:spcBef>
                <a:spcPts val="1100"/>
              </a:spcBef>
              <a:spcAft>
                <a:spcPts val="0"/>
              </a:spcAft>
              <a:buSzPts val="1500"/>
              <a:buChar char="･"/>
              <a:defRPr/>
            </a:lvl7pPr>
            <a:lvl8pPr indent="-323850" lvl="7" marL="3657600" rtl="0">
              <a:lnSpc>
                <a:spcPct val="135000"/>
              </a:lnSpc>
              <a:spcBef>
                <a:spcPts val="1100"/>
              </a:spcBef>
              <a:spcAft>
                <a:spcPts val="0"/>
              </a:spcAft>
              <a:buSzPts val="1500"/>
              <a:buChar char="･"/>
              <a:defRPr/>
            </a:lvl8pPr>
            <a:lvl9pPr indent="-323850" lvl="8" marL="4114800" rtl="0">
              <a:lnSpc>
                <a:spcPct val="135000"/>
              </a:lnSpc>
              <a:spcBef>
                <a:spcPts val="1100"/>
              </a:spcBef>
              <a:spcAft>
                <a:spcPts val="1100"/>
              </a:spcAft>
              <a:buSzPts val="1500"/>
              <a:buChar char="･"/>
              <a:defRPr/>
            </a:lvl9pPr>
          </a:lstStyle>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3">
  <p:cSld name="CUSTOM_4_17_5">
    <p:spTree>
      <p:nvGrpSpPr>
        <p:cNvPr id="3294" name="Shape 3294"/>
        <p:cNvGrpSpPr/>
        <p:nvPr/>
      </p:nvGrpSpPr>
      <p:grpSpPr>
        <a:xfrm>
          <a:off x="0" y="0"/>
          <a:ext cx="0" cy="0"/>
          <a:chOff x="0" y="0"/>
          <a:chExt cx="0" cy="0"/>
        </a:xfrm>
      </p:grpSpPr>
      <p:sp>
        <p:nvSpPr>
          <p:cNvPr id="3295" name="Google Shape;3295;p26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296" name="Google Shape;3296;p268"/>
          <p:cNvSpPr txBox="1"/>
          <p:nvPr>
            <p:ph type="title"/>
          </p:nvPr>
        </p:nvSpPr>
        <p:spPr>
          <a:xfrm>
            <a:off x="885050" y="1100350"/>
            <a:ext cx="10422000" cy="5532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2800">
                <a:latin typeface="Red Hat Display Medium"/>
                <a:ea typeface="Red Hat Display Medium"/>
                <a:cs typeface="Red Hat Display Medium"/>
                <a:sym typeface="Red Hat Display Medium"/>
              </a:defRPr>
            </a:lvl1pPr>
            <a:lvl2pPr lvl="1"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2pPr>
            <a:lvl3pPr lvl="2"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3pPr>
            <a:lvl4pPr lvl="3"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4pPr>
            <a:lvl5pPr lvl="4"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5pPr>
            <a:lvl6pPr lvl="5"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6pPr>
            <a:lvl7pPr lvl="6"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7pPr>
            <a:lvl8pPr lvl="7"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8pPr>
            <a:lvl9pPr lvl="8" rtl="0" algn="ctr">
              <a:lnSpc>
                <a:spcPct val="100000"/>
              </a:lnSpc>
              <a:spcBef>
                <a:spcPts val="0"/>
              </a:spcBef>
              <a:spcAft>
                <a:spcPts val="0"/>
              </a:spcAft>
              <a:buNone/>
              <a:defRPr sz="2700">
                <a:latin typeface="Red Hat Display Medium"/>
                <a:ea typeface="Red Hat Display Medium"/>
                <a:cs typeface="Red Hat Display Medium"/>
                <a:sym typeface="Red Hat Display Medium"/>
              </a:defRPr>
            </a:lvl9pPr>
          </a:lstStyle>
          <a:p/>
        </p:txBody>
      </p:sp>
      <p:cxnSp>
        <p:nvCxnSpPr>
          <p:cNvPr id="3297" name="Google Shape;3297;p26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298" name="Google Shape;3298;p268"/>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299" name="Google Shape;3299;p2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00" name="Google Shape;3300;p26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01" name="Google Shape;3301;p268"/>
          <p:cNvSpPr txBox="1"/>
          <p:nvPr>
            <p:ph idx="2" type="subTitle"/>
          </p:nvPr>
        </p:nvSpPr>
        <p:spPr>
          <a:xfrm>
            <a:off x="885125" y="1653550"/>
            <a:ext cx="10422000" cy="456900"/>
          </a:xfrm>
          <a:prstGeom prst="rect">
            <a:avLst/>
          </a:prstGeom>
        </p:spPr>
        <p:txBody>
          <a:bodyPr anchorCtr="0" anchor="ctr" bIns="0" lIns="0" spcFirstLastPara="1" rIns="0" wrap="square" tIns="0">
            <a:noAutofit/>
          </a:bodyPr>
          <a:lstStyle>
            <a:lvl1pPr lvl="0" rtl="0" algn="ctr">
              <a:lnSpc>
                <a:spcPct val="100000"/>
              </a:lnSpc>
              <a:spcBef>
                <a:spcPts val="0"/>
              </a:spcBef>
              <a:spcAft>
                <a:spcPts val="0"/>
              </a:spcAft>
              <a:buNone/>
              <a:defRPr sz="1900">
                <a:solidFill>
                  <a:schemeClr val="accent1"/>
                </a:solidFill>
              </a:defRPr>
            </a:lvl1pPr>
            <a:lvl2pPr lvl="1" rtl="0" algn="ctr">
              <a:lnSpc>
                <a:spcPct val="100000"/>
              </a:lnSpc>
              <a:spcBef>
                <a:spcPts val="0"/>
              </a:spcBef>
              <a:spcAft>
                <a:spcPts val="0"/>
              </a:spcAft>
              <a:buNone/>
              <a:defRPr sz="1900">
                <a:solidFill>
                  <a:schemeClr val="accent1"/>
                </a:solidFill>
              </a:defRPr>
            </a:lvl2pPr>
            <a:lvl3pPr lvl="2" rtl="0" algn="ctr">
              <a:lnSpc>
                <a:spcPct val="100000"/>
              </a:lnSpc>
              <a:spcBef>
                <a:spcPts val="0"/>
              </a:spcBef>
              <a:spcAft>
                <a:spcPts val="0"/>
              </a:spcAft>
              <a:buNone/>
              <a:defRPr sz="1900">
                <a:solidFill>
                  <a:schemeClr val="accent1"/>
                </a:solidFill>
              </a:defRPr>
            </a:lvl3pPr>
            <a:lvl4pPr lvl="3" rtl="0" algn="ctr">
              <a:lnSpc>
                <a:spcPct val="100000"/>
              </a:lnSpc>
              <a:spcBef>
                <a:spcPts val="0"/>
              </a:spcBef>
              <a:spcAft>
                <a:spcPts val="0"/>
              </a:spcAft>
              <a:buNone/>
              <a:defRPr sz="1900">
                <a:solidFill>
                  <a:schemeClr val="accent1"/>
                </a:solidFill>
              </a:defRPr>
            </a:lvl4pPr>
            <a:lvl5pPr lvl="4" rtl="0" algn="ctr">
              <a:lnSpc>
                <a:spcPct val="100000"/>
              </a:lnSpc>
              <a:spcBef>
                <a:spcPts val="0"/>
              </a:spcBef>
              <a:spcAft>
                <a:spcPts val="0"/>
              </a:spcAft>
              <a:buNone/>
              <a:defRPr sz="1900">
                <a:solidFill>
                  <a:schemeClr val="accent1"/>
                </a:solidFill>
              </a:defRPr>
            </a:lvl5pPr>
            <a:lvl6pPr lvl="5" rtl="0" algn="ctr">
              <a:lnSpc>
                <a:spcPct val="100000"/>
              </a:lnSpc>
              <a:spcBef>
                <a:spcPts val="0"/>
              </a:spcBef>
              <a:spcAft>
                <a:spcPts val="0"/>
              </a:spcAft>
              <a:buNone/>
              <a:defRPr sz="1900">
                <a:solidFill>
                  <a:schemeClr val="accent1"/>
                </a:solidFill>
              </a:defRPr>
            </a:lvl6pPr>
            <a:lvl7pPr lvl="6" rtl="0" algn="ctr">
              <a:lnSpc>
                <a:spcPct val="100000"/>
              </a:lnSpc>
              <a:spcBef>
                <a:spcPts val="0"/>
              </a:spcBef>
              <a:spcAft>
                <a:spcPts val="0"/>
              </a:spcAft>
              <a:buNone/>
              <a:defRPr sz="1900">
                <a:solidFill>
                  <a:schemeClr val="accent1"/>
                </a:solidFill>
              </a:defRPr>
            </a:lvl7pPr>
            <a:lvl8pPr lvl="7" rtl="0" algn="ctr">
              <a:lnSpc>
                <a:spcPct val="100000"/>
              </a:lnSpc>
              <a:spcBef>
                <a:spcPts val="0"/>
              </a:spcBef>
              <a:spcAft>
                <a:spcPts val="0"/>
              </a:spcAft>
              <a:buNone/>
              <a:defRPr sz="1900">
                <a:solidFill>
                  <a:schemeClr val="accent1"/>
                </a:solidFill>
              </a:defRPr>
            </a:lvl8pPr>
            <a:lvl9pPr lvl="8" rtl="0" algn="ctr">
              <a:lnSpc>
                <a:spcPct val="100000"/>
              </a:lnSpc>
              <a:spcBef>
                <a:spcPts val="0"/>
              </a:spcBef>
              <a:spcAft>
                <a:spcPts val="0"/>
              </a:spcAft>
              <a:buNone/>
              <a:defRPr sz="1900">
                <a:solidFill>
                  <a:schemeClr val="accent1"/>
                </a:solidFill>
              </a:defRPr>
            </a:lvl9pPr>
          </a:lstStyle>
          <a:p/>
        </p:txBody>
      </p:sp>
      <p:sp>
        <p:nvSpPr>
          <p:cNvPr id="3302" name="Google Shape;3302;p268"/>
          <p:cNvSpPr txBox="1"/>
          <p:nvPr>
            <p:ph idx="3" type="body"/>
          </p:nvPr>
        </p:nvSpPr>
        <p:spPr>
          <a:xfrm>
            <a:off x="2438400" y="2286000"/>
            <a:ext cx="7315200" cy="3657600"/>
          </a:xfrm>
          <a:prstGeom prst="rect">
            <a:avLst/>
          </a:prstGeom>
        </p:spPr>
        <p:txBody>
          <a:bodyPr anchorCtr="0" anchor="t" bIns="0" lIns="0" spcFirstLastPara="1" rIns="0" wrap="square" tIns="0">
            <a:noAutofit/>
          </a:bodyPr>
          <a:lstStyle>
            <a:lvl1pPr indent="-330200" lvl="0" marL="457200" rtl="0">
              <a:lnSpc>
                <a:spcPct val="135000"/>
              </a:lnSpc>
              <a:spcBef>
                <a:spcPts val="1100"/>
              </a:spcBef>
              <a:spcAft>
                <a:spcPts val="0"/>
              </a:spcAft>
              <a:buSzPts val="1600"/>
              <a:buChar char="▸"/>
              <a:defRPr/>
            </a:lvl1pPr>
            <a:lvl2pPr indent="-323850" lvl="1" marL="914400" rtl="0">
              <a:lnSpc>
                <a:spcPct val="135000"/>
              </a:lnSpc>
              <a:spcBef>
                <a:spcPts val="1100"/>
              </a:spcBef>
              <a:spcAft>
                <a:spcPts val="0"/>
              </a:spcAft>
              <a:buSzPts val="1500"/>
              <a:buChar char="･"/>
              <a:defRPr/>
            </a:lvl2pPr>
            <a:lvl3pPr indent="-323850" lvl="2" marL="1371600" rtl="0">
              <a:lnSpc>
                <a:spcPct val="135000"/>
              </a:lnSpc>
              <a:spcBef>
                <a:spcPts val="1100"/>
              </a:spcBef>
              <a:spcAft>
                <a:spcPts val="0"/>
              </a:spcAft>
              <a:buSzPts val="1500"/>
              <a:buChar char="･"/>
              <a:defRPr/>
            </a:lvl3pPr>
            <a:lvl4pPr indent="-323850" lvl="3" marL="1828800" rtl="0">
              <a:lnSpc>
                <a:spcPct val="135000"/>
              </a:lnSpc>
              <a:spcBef>
                <a:spcPts val="1100"/>
              </a:spcBef>
              <a:spcAft>
                <a:spcPts val="0"/>
              </a:spcAft>
              <a:buSzPts val="1500"/>
              <a:buChar char="･"/>
              <a:defRPr/>
            </a:lvl4pPr>
            <a:lvl5pPr indent="-323850" lvl="4" marL="2286000" rtl="0">
              <a:lnSpc>
                <a:spcPct val="135000"/>
              </a:lnSpc>
              <a:spcBef>
                <a:spcPts val="1100"/>
              </a:spcBef>
              <a:spcAft>
                <a:spcPts val="0"/>
              </a:spcAft>
              <a:buSzPts val="1500"/>
              <a:buChar char="･"/>
              <a:defRPr/>
            </a:lvl5pPr>
            <a:lvl6pPr indent="-323850" lvl="5" marL="2743200" rtl="0">
              <a:lnSpc>
                <a:spcPct val="135000"/>
              </a:lnSpc>
              <a:spcBef>
                <a:spcPts val="1100"/>
              </a:spcBef>
              <a:spcAft>
                <a:spcPts val="0"/>
              </a:spcAft>
              <a:buSzPts val="1500"/>
              <a:buChar char="･"/>
              <a:defRPr/>
            </a:lvl6pPr>
            <a:lvl7pPr indent="-323850" lvl="6" marL="3200400" rtl="0">
              <a:lnSpc>
                <a:spcPct val="135000"/>
              </a:lnSpc>
              <a:spcBef>
                <a:spcPts val="1100"/>
              </a:spcBef>
              <a:spcAft>
                <a:spcPts val="0"/>
              </a:spcAft>
              <a:buSzPts val="1500"/>
              <a:buChar char="･"/>
              <a:defRPr/>
            </a:lvl7pPr>
            <a:lvl8pPr indent="-323850" lvl="7" marL="3657600" rtl="0">
              <a:lnSpc>
                <a:spcPct val="135000"/>
              </a:lnSpc>
              <a:spcBef>
                <a:spcPts val="1100"/>
              </a:spcBef>
              <a:spcAft>
                <a:spcPts val="0"/>
              </a:spcAft>
              <a:buSzPts val="1500"/>
              <a:buChar char="･"/>
              <a:defRPr/>
            </a:lvl8pPr>
            <a:lvl9pPr indent="-323850" lvl="8" marL="4114800" rtl="0">
              <a:lnSpc>
                <a:spcPct val="135000"/>
              </a:lnSpc>
              <a:spcBef>
                <a:spcPts val="1100"/>
              </a:spcBef>
              <a:spcAft>
                <a:spcPts val="1100"/>
              </a:spcAft>
              <a:buSzPts val="1500"/>
              <a:buChar char="･"/>
              <a:defRPr/>
            </a:lvl9pPr>
          </a:lstStyle>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3303" name="Shape 3303"/>
        <p:cNvGrpSpPr/>
        <p:nvPr/>
      </p:nvGrpSpPr>
      <p:grpSpPr>
        <a:xfrm>
          <a:off x="0" y="0"/>
          <a:ext cx="0" cy="0"/>
          <a:chOff x="0" y="0"/>
          <a:chExt cx="0" cy="0"/>
        </a:xfrm>
      </p:grpSpPr>
      <p:cxnSp>
        <p:nvCxnSpPr>
          <p:cNvPr id="3304" name="Google Shape;3304;p26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305" name="Google Shape;3305;p269"/>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306" name="Google Shape;3306;p2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07" name="Google Shape;3307;p26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08" name="Google Shape;3308;p269"/>
          <p:cNvSpPr txBox="1"/>
          <p:nvPr>
            <p:ph idx="1"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309" name="Google Shape;3309;p269"/>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30200" lvl="0" marL="457200" rtl="0">
              <a:lnSpc>
                <a:spcPct val="135000"/>
              </a:lnSpc>
              <a:spcBef>
                <a:spcPts val="1100"/>
              </a:spcBef>
              <a:spcAft>
                <a:spcPts val="0"/>
              </a:spcAft>
              <a:buSzPts val="1600"/>
              <a:buChar char="▸"/>
              <a:defRPr/>
            </a:lvl1pPr>
            <a:lvl2pPr indent="-323850" lvl="1" marL="914400" rtl="0">
              <a:lnSpc>
                <a:spcPct val="135000"/>
              </a:lnSpc>
              <a:spcBef>
                <a:spcPts val="1100"/>
              </a:spcBef>
              <a:spcAft>
                <a:spcPts val="0"/>
              </a:spcAft>
              <a:buSzPts val="1500"/>
              <a:buChar char="･"/>
              <a:defRPr/>
            </a:lvl2pPr>
            <a:lvl3pPr indent="-323850" lvl="2" marL="1371600" rtl="0">
              <a:lnSpc>
                <a:spcPct val="135000"/>
              </a:lnSpc>
              <a:spcBef>
                <a:spcPts val="1100"/>
              </a:spcBef>
              <a:spcAft>
                <a:spcPts val="0"/>
              </a:spcAft>
              <a:buSzPts val="1500"/>
              <a:buChar char="･"/>
              <a:defRPr/>
            </a:lvl3pPr>
            <a:lvl4pPr indent="-323850" lvl="3" marL="1828800" rtl="0">
              <a:lnSpc>
                <a:spcPct val="135000"/>
              </a:lnSpc>
              <a:spcBef>
                <a:spcPts val="1100"/>
              </a:spcBef>
              <a:spcAft>
                <a:spcPts val="0"/>
              </a:spcAft>
              <a:buSzPts val="1500"/>
              <a:buChar char="･"/>
              <a:defRPr/>
            </a:lvl4pPr>
            <a:lvl5pPr indent="-323850" lvl="4" marL="2286000" rtl="0">
              <a:lnSpc>
                <a:spcPct val="135000"/>
              </a:lnSpc>
              <a:spcBef>
                <a:spcPts val="1100"/>
              </a:spcBef>
              <a:spcAft>
                <a:spcPts val="0"/>
              </a:spcAft>
              <a:buSzPts val="1500"/>
              <a:buChar char="･"/>
              <a:defRPr/>
            </a:lvl5pPr>
            <a:lvl6pPr indent="-323850" lvl="5" marL="2743200" rtl="0">
              <a:lnSpc>
                <a:spcPct val="135000"/>
              </a:lnSpc>
              <a:spcBef>
                <a:spcPts val="1100"/>
              </a:spcBef>
              <a:spcAft>
                <a:spcPts val="0"/>
              </a:spcAft>
              <a:buSzPts val="1500"/>
              <a:buChar char="･"/>
              <a:defRPr/>
            </a:lvl6pPr>
            <a:lvl7pPr indent="-323850" lvl="6" marL="3200400" rtl="0">
              <a:lnSpc>
                <a:spcPct val="135000"/>
              </a:lnSpc>
              <a:spcBef>
                <a:spcPts val="1100"/>
              </a:spcBef>
              <a:spcAft>
                <a:spcPts val="0"/>
              </a:spcAft>
              <a:buSzPts val="1500"/>
              <a:buChar char="･"/>
              <a:defRPr/>
            </a:lvl7pPr>
            <a:lvl8pPr indent="-323850" lvl="7" marL="3657600" rtl="0">
              <a:lnSpc>
                <a:spcPct val="135000"/>
              </a:lnSpc>
              <a:spcBef>
                <a:spcPts val="1100"/>
              </a:spcBef>
              <a:spcAft>
                <a:spcPts val="0"/>
              </a:spcAft>
              <a:buSzPts val="1500"/>
              <a:buChar char="･"/>
              <a:defRPr/>
            </a:lvl8pPr>
            <a:lvl9pPr indent="-323850" lvl="8" marL="4114800" rtl="0">
              <a:lnSpc>
                <a:spcPct val="135000"/>
              </a:lnSpc>
              <a:spcBef>
                <a:spcPts val="1100"/>
              </a:spcBef>
              <a:spcAft>
                <a:spcPts val="1100"/>
              </a:spcAft>
              <a:buSzPts val="1500"/>
              <a:buChar char="･"/>
              <a:defRPr/>
            </a:lvl9pPr>
          </a:lstStyle>
          <a:p/>
        </p:txBody>
      </p:sp>
      <p:sp>
        <p:nvSpPr>
          <p:cNvPr id="3310" name="Google Shape;3310;p269"/>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311" name="Google Shape;3311;p26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sp>
        <p:nvSpPr>
          <p:cNvPr id="3312" name="Google Shape;3312;p269"/>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5">
  <p:cSld name="CUSTOM_4_34">
    <p:spTree>
      <p:nvGrpSpPr>
        <p:cNvPr id="3313" name="Shape 3313"/>
        <p:cNvGrpSpPr/>
        <p:nvPr/>
      </p:nvGrpSpPr>
      <p:grpSpPr>
        <a:xfrm>
          <a:off x="0" y="0"/>
          <a:ext cx="0" cy="0"/>
          <a:chOff x="0" y="0"/>
          <a:chExt cx="0" cy="0"/>
        </a:xfrm>
      </p:grpSpPr>
      <p:sp>
        <p:nvSpPr>
          <p:cNvPr id="3314" name="Google Shape;3314;p270"/>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315" name="Google Shape;3315;p27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316" name="Google Shape;3316;p27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317" name="Google Shape;3317;p270"/>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3318" name="Google Shape;3318;p2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319" name="Google Shape;3319;p27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20" name="Google Shape;3320;p27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2">
  <p:cSld name="CUSTOM_4_23_1">
    <p:spTree>
      <p:nvGrpSpPr>
        <p:cNvPr id="3321" name="Shape 3321"/>
        <p:cNvGrpSpPr/>
        <p:nvPr/>
      </p:nvGrpSpPr>
      <p:grpSpPr>
        <a:xfrm>
          <a:off x="0" y="0"/>
          <a:ext cx="0" cy="0"/>
          <a:chOff x="0" y="0"/>
          <a:chExt cx="0" cy="0"/>
        </a:xfrm>
      </p:grpSpPr>
      <p:sp>
        <p:nvSpPr>
          <p:cNvPr id="3322" name="Google Shape;3322;p271"/>
          <p:cNvSpPr txBox="1"/>
          <p:nvPr>
            <p:ph type="title"/>
          </p:nvPr>
        </p:nvSpPr>
        <p:spPr>
          <a:xfrm>
            <a:off x="447775" y="946000"/>
            <a:ext cx="9991500" cy="967500"/>
          </a:xfrm>
          <a:prstGeom prst="rect">
            <a:avLst/>
          </a:prstGeom>
        </p:spPr>
        <p:txBody>
          <a:bodyPr anchorCtr="0" anchor="t" bIns="0" lIns="0" spcFirstLastPara="1" rIns="0" wrap="square" tIns="0">
            <a:noAutofit/>
          </a:bodyPr>
          <a:lstStyle>
            <a:lvl1pPr lvl="0" rtl="0">
              <a:lnSpc>
                <a:spcPct val="130000"/>
              </a:lnSpc>
              <a:spcBef>
                <a:spcPts val="0"/>
              </a:spcBef>
              <a:spcAft>
                <a:spcPts val="0"/>
              </a:spcAft>
              <a:buNone/>
              <a:defRPr b="1" sz="2700">
                <a:solidFill>
                  <a:srgbClr val="000000"/>
                </a:solidFill>
                <a:latin typeface="Overpass"/>
                <a:ea typeface="Overpass"/>
                <a:cs typeface="Overpass"/>
                <a:sym typeface="Overpass"/>
              </a:defRPr>
            </a:lvl1pPr>
            <a:lvl2pPr lvl="1" rtl="0">
              <a:lnSpc>
                <a:spcPct val="130000"/>
              </a:lnSpc>
              <a:spcBef>
                <a:spcPts val="0"/>
              </a:spcBef>
              <a:spcAft>
                <a:spcPts val="0"/>
              </a:spcAft>
              <a:buNone/>
              <a:defRPr b="1" sz="2700">
                <a:solidFill>
                  <a:srgbClr val="000000"/>
                </a:solidFill>
                <a:latin typeface="Overpass"/>
                <a:ea typeface="Overpass"/>
                <a:cs typeface="Overpass"/>
                <a:sym typeface="Overpass"/>
              </a:defRPr>
            </a:lvl2pPr>
            <a:lvl3pPr lvl="2" rtl="0">
              <a:lnSpc>
                <a:spcPct val="130000"/>
              </a:lnSpc>
              <a:spcBef>
                <a:spcPts val="0"/>
              </a:spcBef>
              <a:spcAft>
                <a:spcPts val="0"/>
              </a:spcAft>
              <a:buNone/>
              <a:defRPr b="1" sz="2700">
                <a:solidFill>
                  <a:srgbClr val="000000"/>
                </a:solidFill>
                <a:latin typeface="Overpass"/>
                <a:ea typeface="Overpass"/>
                <a:cs typeface="Overpass"/>
                <a:sym typeface="Overpass"/>
              </a:defRPr>
            </a:lvl3pPr>
            <a:lvl4pPr lvl="3" rtl="0">
              <a:lnSpc>
                <a:spcPct val="130000"/>
              </a:lnSpc>
              <a:spcBef>
                <a:spcPts val="0"/>
              </a:spcBef>
              <a:spcAft>
                <a:spcPts val="0"/>
              </a:spcAft>
              <a:buNone/>
              <a:defRPr b="1" sz="2700">
                <a:solidFill>
                  <a:srgbClr val="000000"/>
                </a:solidFill>
                <a:latin typeface="Overpass"/>
                <a:ea typeface="Overpass"/>
                <a:cs typeface="Overpass"/>
                <a:sym typeface="Overpass"/>
              </a:defRPr>
            </a:lvl4pPr>
            <a:lvl5pPr lvl="4" rtl="0">
              <a:lnSpc>
                <a:spcPct val="130000"/>
              </a:lnSpc>
              <a:spcBef>
                <a:spcPts val="0"/>
              </a:spcBef>
              <a:spcAft>
                <a:spcPts val="0"/>
              </a:spcAft>
              <a:buNone/>
              <a:defRPr b="1" sz="2700">
                <a:solidFill>
                  <a:srgbClr val="000000"/>
                </a:solidFill>
                <a:latin typeface="Overpass"/>
                <a:ea typeface="Overpass"/>
                <a:cs typeface="Overpass"/>
                <a:sym typeface="Overpass"/>
              </a:defRPr>
            </a:lvl5pPr>
            <a:lvl6pPr lvl="5" rtl="0">
              <a:lnSpc>
                <a:spcPct val="130000"/>
              </a:lnSpc>
              <a:spcBef>
                <a:spcPts val="0"/>
              </a:spcBef>
              <a:spcAft>
                <a:spcPts val="0"/>
              </a:spcAft>
              <a:buNone/>
              <a:defRPr b="1" sz="2700">
                <a:solidFill>
                  <a:srgbClr val="000000"/>
                </a:solidFill>
                <a:latin typeface="Overpass"/>
                <a:ea typeface="Overpass"/>
                <a:cs typeface="Overpass"/>
                <a:sym typeface="Overpass"/>
              </a:defRPr>
            </a:lvl6pPr>
            <a:lvl7pPr lvl="6" rtl="0">
              <a:lnSpc>
                <a:spcPct val="130000"/>
              </a:lnSpc>
              <a:spcBef>
                <a:spcPts val="0"/>
              </a:spcBef>
              <a:spcAft>
                <a:spcPts val="0"/>
              </a:spcAft>
              <a:buNone/>
              <a:defRPr b="1" sz="2700">
                <a:solidFill>
                  <a:srgbClr val="000000"/>
                </a:solidFill>
                <a:latin typeface="Overpass"/>
                <a:ea typeface="Overpass"/>
                <a:cs typeface="Overpass"/>
                <a:sym typeface="Overpass"/>
              </a:defRPr>
            </a:lvl7pPr>
            <a:lvl8pPr lvl="7" rtl="0">
              <a:lnSpc>
                <a:spcPct val="130000"/>
              </a:lnSpc>
              <a:spcBef>
                <a:spcPts val="0"/>
              </a:spcBef>
              <a:spcAft>
                <a:spcPts val="0"/>
              </a:spcAft>
              <a:buNone/>
              <a:defRPr b="1" sz="2700">
                <a:solidFill>
                  <a:srgbClr val="000000"/>
                </a:solidFill>
                <a:latin typeface="Overpass"/>
                <a:ea typeface="Overpass"/>
                <a:cs typeface="Overpass"/>
                <a:sym typeface="Overpass"/>
              </a:defRPr>
            </a:lvl8pPr>
            <a:lvl9pPr lvl="8" rtl="0">
              <a:lnSpc>
                <a:spcPct val="130000"/>
              </a:lnSpc>
              <a:spcBef>
                <a:spcPts val="0"/>
              </a:spcBef>
              <a:spcAft>
                <a:spcPts val="0"/>
              </a:spcAft>
              <a:buNone/>
              <a:defRPr b="1" sz="2700">
                <a:solidFill>
                  <a:srgbClr val="000000"/>
                </a:solidFill>
                <a:latin typeface="Overpass"/>
                <a:ea typeface="Overpass"/>
                <a:cs typeface="Overpass"/>
                <a:sym typeface="Overpass"/>
              </a:defRPr>
            </a:lvl9pPr>
          </a:lstStyle>
          <a:p/>
        </p:txBody>
      </p:sp>
      <p:cxnSp>
        <p:nvCxnSpPr>
          <p:cNvPr id="3323" name="Google Shape;3323;p27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3324" name="Google Shape;3324;p271"/>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3325" name="Google Shape;3325;p271"/>
          <p:cNvSpPr/>
          <p:nvPr/>
        </p:nvSpPr>
        <p:spPr>
          <a:xfrm>
            <a:off x="10543225" y="334025"/>
            <a:ext cx="1268400" cy="301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271"/>
          <p:cNvSpPr/>
          <p:nvPr/>
        </p:nvSpPr>
        <p:spPr>
          <a:xfrm>
            <a:off x="9924925" y="6263550"/>
            <a:ext cx="713700" cy="301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8">
  <p:cSld name="CUSTOM_4_37">
    <p:spTree>
      <p:nvGrpSpPr>
        <p:cNvPr id="3327" name="Shape 3327"/>
        <p:cNvGrpSpPr/>
        <p:nvPr/>
      </p:nvGrpSpPr>
      <p:grpSpPr>
        <a:xfrm>
          <a:off x="0" y="0"/>
          <a:ext cx="0" cy="0"/>
          <a:chOff x="0" y="0"/>
          <a:chExt cx="0" cy="0"/>
        </a:xfrm>
      </p:grpSpPr>
      <p:sp>
        <p:nvSpPr>
          <p:cNvPr id="3328" name="Google Shape;3328;p272"/>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329" name="Google Shape;3329;p272"/>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330" name="Google Shape;3330;p27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331" name="Google Shape;3331;p272"/>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3332" name="Google Shape;3332;p2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333" name="Google Shape;3333;p27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34" name="Google Shape;3334;p27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2">
  <p:cSld name="CUSTOM_4_13_1_3">
    <p:spTree>
      <p:nvGrpSpPr>
        <p:cNvPr id="3335" name="Shape 3335"/>
        <p:cNvGrpSpPr/>
        <p:nvPr/>
      </p:nvGrpSpPr>
      <p:grpSpPr>
        <a:xfrm>
          <a:off x="0" y="0"/>
          <a:ext cx="0" cy="0"/>
          <a:chOff x="0" y="0"/>
          <a:chExt cx="0" cy="0"/>
        </a:xfrm>
      </p:grpSpPr>
      <p:sp>
        <p:nvSpPr>
          <p:cNvPr id="3336" name="Google Shape;3336;p273"/>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3337" name="Google Shape;3337;p27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338" name="Google Shape;3338;p273"/>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3339" name="Google Shape;3339;p273"/>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3340" name="Google Shape;3340;p2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41" name="Google Shape;3341;p27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42" name="Google Shape;3342;p27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3343" name="Google Shape;3343;p273"/>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3344" name="Google Shape;3344;p273"/>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45" name="Google Shape;3345;p273"/>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46" name="Google Shape;3346;p273"/>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47" name="Google Shape;3347;p273"/>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48" name="Google Shape;3348;p273"/>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273"/>
          <p:cNvSpPr/>
          <p:nvPr/>
        </p:nvSpPr>
        <p:spPr>
          <a:xfrm>
            <a:off x="10460025" y="310550"/>
            <a:ext cx="12813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3">
  <p:cSld name="CUSTOM_4_13_1_4">
    <p:spTree>
      <p:nvGrpSpPr>
        <p:cNvPr id="3350" name="Shape 3350"/>
        <p:cNvGrpSpPr/>
        <p:nvPr/>
      </p:nvGrpSpPr>
      <p:grpSpPr>
        <a:xfrm>
          <a:off x="0" y="0"/>
          <a:ext cx="0" cy="0"/>
          <a:chOff x="0" y="0"/>
          <a:chExt cx="0" cy="0"/>
        </a:xfrm>
      </p:grpSpPr>
      <p:sp>
        <p:nvSpPr>
          <p:cNvPr id="3351" name="Google Shape;3351;p274"/>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3352" name="Google Shape;3352;p27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353" name="Google Shape;3353;p274"/>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3354" name="Google Shape;3354;p274"/>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3355" name="Google Shape;3355;p2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56" name="Google Shape;3356;p27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57" name="Google Shape;3357;p27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3358" name="Google Shape;3358;p274"/>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3359" name="Google Shape;3359;p274"/>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60" name="Google Shape;3360;p274"/>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61" name="Google Shape;3361;p274"/>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62" name="Google Shape;3362;p274"/>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63" name="Google Shape;3363;p274"/>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274"/>
          <p:cNvSpPr/>
          <p:nvPr/>
        </p:nvSpPr>
        <p:spPr>
          <a:xfrm>
            <a:off x="10460025" y="310550"/>
            <a:ext cx="12813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4">
  <p:cSld name="CUSTOM_4_13_1_5">
    <p:spTree>
      <p:nvGrpSpPr>
        <p:cNvPr id="3365" name="Shape 3365"/>
        <p:cNvGrpSpPr/>
        <p:nvPr/>
      </p:nvGrpSpPr>
      <p:grpSpPr>
        <a:xfrm>
          <a:off x="0" y="0"/>
          <a:ext cx="0" cy="0"/>
          <a:chOff x="0" y="0"/>
          <a:chExt cx="0" cy="0"/>
        </a:xfrm>
      </p:grpSpPr>
      <p:sp>
        <p:nvSpPr>
          <p:cNvPr id="3366" name="Google Shape;3366;p275"/>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3367" name="Google Shape;3367;p27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368" name="Google Shape;3368;p275"/>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3369" name="Google Shape;3369;p275"/>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3370" name="Google Shape;3370;p27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71" name="Google Shape;3371;p27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72" name="Google Shape;3372;p27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3373" name="Google Shape;3373;p275"/>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3374" name="Google Shape;3374;p275"/>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75" name="Google Shape;3375;p275"/>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76" name="Google Shape;3376;p275"/>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77" name="Google Shape;3377;p275"/>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78" name="Google Shape;3378;p275"/>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275"/>
          <p:cNvSpPr/>
          <p:nvPr/>
        </p:nvSpPr>
        <p:spPr>
          <a:xfrm>
            <a:off x="10460025" y="310550"/>
            <a:ext cx="12813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1">
  <p:cSld name="CUSTOM_4_21_1">
    <p:spTree>
      <p:nvGrpSpPr>
        <p:cNvPr id="3380" name="Shape 3380"/>
        <p:cNvGrpSpPr/>
        <p:nvPr/>
      </p:nvGrpSpPr>
      <p:grpSpPr>
        <a:xfrm>
          <a:off x="0" y="0"/>
          <a:ext cx="0" cy="0"/>
          <a:chOff x="0" y="0"/>
          <a:chExt cx="0" cy="0"/>
        </a:xfrm>
      </p:grpSpPr>
      <p:sp>
        <p:nvSpPr>
          <p:cNvPr id="3381" name="Google Shape;3381;p276"/>
          <p:cNvSpPr txBox="1"/>
          <p:nvPr>
            <p:ph type="title"/>
          </p:nvPr>
        </p:nvSpPr>
        <p:spPr>
          <a:xfrm>
            <a:off x="1752600" y="946000"/>
            <a:ext cx="8686800" cy="9681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382" name="Google Shape;3382;p27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383" name="Google Shape;3383;p27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384" name="Google Shape;3384;p276"/>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385" name="Google Shape;3385;p27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386" name="Google Shape;3386;p27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87" name="Google Shape;3387;p276"/>
          <p:cNvSpPr txBox="1"/>
          <p:nvPr>
            <p:ph idx="2" type="subTitle"/>
          </p:nvPr>
        </p:nvSpPr>
        <p:spPr>
          <a:xfrm>
            <a:off x="885050" y="6169550"/>
            <a:ext cx="9183300" cy="5601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5">
  <p:cSld name="CUSTOM_4_13_1_6">
    <p:spTree>
      <p:nvGrpSpPr>
        <p:cNvPr id="3388" name="Shape 3388"/>
        <p:cNvGrpSpPr/>
        <p:nvPr/>
      </p:nvGrpSpPr>
      <p:grpSpPr>
        <a:xfrm>
          <a:off x="0" y="0"/>
          <a:ext cx="0" cy="0"/>
          <a:chOff x="0" y="0"/>
          <a:chExt cx="0" cy="0"/>
        </a:xfrm>
      </p:grpSpPr>
      <p:sp>
        <p:nvSpPr>
          <p:cNvPr id="3389" name="Google Shape;3389;p277"/>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3390" name="Google Shape;3390;p27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391" name="Google Shape;3391;p277"/>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3392" name="Google Shape;3392;p277"/>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3393" name="Google Shape;3393;p27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394" name="Google Shape;3394;p27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395" name="Google Shape;3395;p27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3396" name="Google Shape;3396;p277"/>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3397" name="Google Shape;3397;p277"/>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398" name="Google Shape;3398;p277"/>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399" name="Google Shape;3399;p277"/>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3400" name="Google Shape;3400;p277"/>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3401" name="Google Shape;3401;p277"/>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277"/>
          <p:cNvSpPr/>
          <p:nvPr/>
        </p:nvSpPr>
        <p:spPr>
          <a:xfrm>
            <a:off x="10460025" y="310550"/>
            <a:ext cx="12813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1">
  <p:cSld name="CUSTOM_4_1_1_1">
    <p:bg>
      <p:bgPr>
        <a:solidFill>
          <a:schemeClr val="lt1"/>
        </a:solidFill>
      </p:bgPr>
    </p:bg>
    <p:spTree>
      <p:nvGrpSpPr>
        <p:cNvPr id="3403" name="Shape 3403"/>
        <p:cNvGrpSpPr/>
        <p:nvPr/>
      </p:nvGrpSpPr>
      <p:grpSpPr>
        <a:xfrm>
          <a:off x="0" y="0"/>
          <a:ext cx="0" cy="0"/>
          <a:chOff x="0" y="0"/>
          <a:chExt cx="0" cy="0"/>
        </a:xfrm>
      </p:grpSpPr>
      <p:cxnSp>
        <p:nvCxnSpPr>
          <p:cNvPr id="3404" name="Google Shape;3404;p27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405" name="Google Shape;3405;p27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100"/>
              <a:buFont typeface="Red Hat Text Medium"/>
              <a:buNone/>
              <a:defRPr sz="1100">
                <a:solidFill>
                  <a:srgbClr val="141414"/>
                </a:solidFill>
                <a:latin typeface="Red Hat Text Medium"/>
                <a:ea typeface="Red Hat Text Medium"/>
                <a:cs typeface="Red Hat Text Medium"/>
                <a:sym typeface="Red Hat Text Medium"/>
              </a:defRPr>
            </a:lvl9pPr>
          </a:lstStyle>
          <a:p/>
        </p:txBody>
      </p:sp>
      <p:cxnSp>
        <p:nvCxnSpPr>
          <p:cNvPr id="3406" name="Google Shape;3406;p278"/>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sp>
        <p:nvSpPr>
          <p:cNvPr id="3407" name="Google Shape;3407;p27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08" name="Google Shape;3408;p27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409" name="Google Shape;3409;p278"/>
          <p:cNvSpPr txBox="1"/>
          <p:nvPr>
            <p:ph idx="2"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410" name="Google Shape;3410;p278"/>
          <p:cNvSpPr txBox="1"/>
          <p:nvPr>
            <p:ph idx="3" type="body"/>
          </p:nvPr>
        </p:nvSpPr>
        <p:spPr>
          <a:xfrm>
            <a:off x="8669900" y="1849475"/>
            <a:ext cx="21321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SzPts val="1600"/>
              <a:buChar char="▸"/>
              <a:defRPr/>
            </a:lvl1pPr>
            <a:lvl2pPr indent="-323850" lvl="1" marL="914400" rtl="0">
              <a:lnSpc>
                <a:spcPct val="115000"/>
              </a:lnSpc>
              <a:spcBef>
                <a:spcPts val="2000"/>
              </a:spcBef>
              <a:spcAft>
                <a:spcPts val="0"/>
              </a:spcAft>
              <a:buSzPts val="1500"/>
              <a:buChar char="･"/>
              <a:defRPr/>
            </a:lvl2pPr>
            <a:lvl3pPr indent="-323850" lvl="2" marL="1371600" rtl="0">
              <a:lnSpc>
                <a:spcPct val="115000"/>
              </a:lnSpc>
              <a:spcBef>
                <a:spcPts val="2000"/>
              </a:spcBef>
              <a:spcAft>
                <a:spcPts val="0"/>
              </a:spcAft>
              <a:buSzPts val="1500"/>
              <a:buChar char="･"/>
              <a:defRPr/>
            </a:lvl3pPr>
            <a:lvl4pPr indent="-323850" lvl="3" marL="1828800" rtl="0">
              <a:lnSpc>
                <a:spcPct val="115000"/>
              </a:lnSpc>
              <a:spcBef>
                <a:spcPts val="2000"/>
              </a:spcBef>
              <a:spcAft>
                <a:spcPts val="0"/>
              </a:spcAft>
              <a:buSzPts val="1500"/>
              <a:buChar char="･"/>
              <a:defRPr/>
            </a:lvl4pPr>
            <a:lvl5pPr indent="-323850" lvl="4" marL="2286000" rtl="0">
              <a:lnSpc>
                <a:spcPct val="115000"/>
              </a:lnSpc>
              <a:spcBef>
                <a:spcPts val="2000"/>
              </a:spcBef>
              <a:spcAft>
                <a:spcPts val="0"/>
              </a:spcAft>
              <a:buSzPts val="1500"/>
              <a:buChar char="･"/>
              <a:defRPr/>
            </a:lvl5pPr>
            <a:lvl6pPr indent="-323850" lvl="5" marL="2743200" rtl="0">
              <a:lnSpc>
                <a:spcPct val="115000"/>
              </a:lnSpc>
              <a:spcBef>
                <a:spcPts val="2000"/>
              </a:spcBef>
              <a:spcAft>
                <a:spcPts val="0"/>
              </a:spcAft>
              <a:buSzPts val="1500"/>
              <a:buChar char="･"/>
              <a:defRPr/>
            </a:lvl6pPr>
            <a:lvl7pPr indent="-323850" lvl="6" marL="3200400" rtl="0">
              <a:lnSpc>
                <a:spcPct val="115000"/>
              </a:lnSpc>
              <a:spcBef>
                <a:spcPts val="2000"/>
              </a:spcBef>
              <a:spcAft>
                <a:spcPts val="0"/>
              </a:spcAft>
              <a:buSzPts val="1500"/>
              <a:buChar char="･"/>
              <a:defRPr/>
            </a:lvl7pPr>
            <a:lvl8pPr indent="-323850" lvl="7" marL="3657600" rtl="0">
              <a:lnSpc>
                <a:spcPct val="115000"/>
              </a:lnSpc>
              <a:spcBef>
                <a:spcPts val="2000"/>
              </a:spcBef>
              <a:spcAft>
                <a:spcPts val="0"/>
              </a:spcAft>
              <a:buSzPts val="1500"/>
              <a:buChar char="･"/>
              <a:defRPr/>
            </a:lvl8pPr>
            <a:lvl9pPr indent="-323850" lvl="8" marL="4114800" rtl="0">
              <a:lnSpc>
                <a:spcPct val="115000"/>
              </a:lnSpc>
              <a:spcBef>
                <a:spcPts val="2000"/>
              </a:spcBef>
              <a:spcAft>
                <a:spcPts val="2000"/>
              </a:spcAft>
              <a:buSzPts val="1500"/>
              <a:buChar char="･"/>
              <a:defRPr/>
            </a:lvl9pPr>
          </a:lstStyle>
          <a:p/>
        </p:txBody>
      </p:sp>
      <p:sp>
        <p:nvSpPr>
          <p:cNvPr id="3411" name="Google Shape;3411;p278"/>
          <p:cNvSpPr txBox="1"/>
          <p:nvPr>
            <p:ph idx="4" type="body"/>
          </p:nvPr>
        </p:nvSpPr>
        <p:spPr>
          <a:xfrm>
            <a:off x="5708700" y="1849475"/>
            <a:ext cx="21321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SzPts val="1600"/>
              <a:buChar char="▸"/>
              <a:defRPr/>
            </a:lvl1pPr>
            <a:lvl2pPr indent="-323850" lvl="1" marL="914400" rtl="0">
              <a:lnSpc>
                <a:spcPct val="115000"/>
              </a:lnSpc>
              <a:spcBef>
                <a:spcPts val="2000"/>
              </a:spcBef>
              <a:spcAft>
                <a:spcPts val="0"/>
              </a:spcAft>
              <a:buSzPts val="1500"/>
              <a:buChar char="･"/>
              <a:defRPr/>
            </a:lvl2pPr>
            <a:lvl3pPr indent="-323850" lvl="2" marL="1371600" rtl="0">
              <a:lnSpc>
                <a:spcPct val="115000"/>
              </a:lnSpc>
              <a:spcBef>
                <a:spcPts val="2000"/>
              </a:spcBef>
              <a:spcAft>
                <a:spcPts val="0"/>
              </a:spcAft>
              <a:buSzPts val="1500"/>
              <a:buChar char="･"/>
              <a:defRPr/>
            </a:lvl3pPr>
            <a:lvl4pPr indent="-323850" lvl="3" marL="1828800" rtl="0">
              <a:lnSpc>
                <a:spcPct val="115000"/>
              </a:lnSpc>
              <a:spcBef>
                <a:spcPts val="2000"/>
              </a:spcBef>
              <a:spcAft>
                <a:spcPts val="0"/>
              </a:spcAft>
              <a:buSzPts val="1500"/>
              <a:buChar char="･"/>
              <a:defRPr/>
            </a:lvl4pPr>
            <a:lvl5pPr indent="-323850" lvl="4" marL="2286000" rtl="0">
              <a:lnSpc>
                <a:spcPct val="115000"/>
              </a:lnSpc>
              <a:spcBef>
                <a:spcPts val="2000"/>
              </a:spcBef>
              <a:spcAft>
                <a:spcPts val="0"/>
              </a:spcAft>
              <a:buSzPts val="1500"/>
              <a:buChar char="･"/>
              <a:defRPr/>
            </a:lvl5pPr>
            <a:lvl6pPr indent="-323850" lvl="5" marL="2743200" rtl="0">
              <a:lnSpc>
                <a:spcPct val="115000"/>
              </a:lnSpc>
              <a:spcBef>
                <a:spcPts val="2000"/>
              </a:spcBef>
              <a:spcAft>
                <a:spcPts val="0"/>
              </a:spcAft>
              <a:buSzPts val="1500"/>
              <a:buChar char="･"/>
              <a:defRPr/>
            </a:lvl6pPr>
            <a:lvl7pPr indent="-323850" lvl="6" marL="3200400" rtl="0">
              <a:lnSpc>
                <a:spcPct val="115000"/>
              </a:lnSpc>
              <a:spcBef>
                <a:spcPts val="2000"/>
              </a:spcBef>
              <a:spcAft>
                <a:spcPts val="0"/>
              </a:spcAft>
              <a:buSzPts val="1500"/>
              <a:buChar char="･"/>
              <a:defRPr/>
            </a:lvl7pPr>
            <a:lvl8pPr indent="-323850" lvl="7" marL="3657600" rtl="0">
              <a:lnSpc>
                <a:spcPct val="115000"/>
              </a:lnSpc>
              <a:spcBef>
                <a:spcPts val="2000"/>
              </a:spcBef>
              <a:spcAft>
                <a:spcPts val="0"/>
              </a:spcAft>
              <a:buSzPts val="1500"/>
              <a:buChar char="･"/>
              <a:defRPr/>
            </a:lvl8pPr>
            <a:lvl9pPr indent="-323850" lvl="8" marL="4114800" rtl="0">
              <a:lnSpc>
                <a:spcPct val="115000"/>
              </a:lnSpc>
              <a:spcBef>
                <a:spcPts val="2000"/>
              </a:spcBef>
              <a:spcAft>
                <a:spcPts val="2000"/>
              </a:spcAft>
              <a:buSzPts val="1500"/>
              <a:buChar char="･"/>
              <a:defRPr/>
            </a:lvl9pPr>
          </a:lstStyle>
          <a:p/>
        </p:txBody>
      </p:sp>
      <p:sp>
        <p:nvSpPr>
          <p:cNvPr id="3412" name="Google Shape;3412;p278"/>
          <p:cNvSpPr txBox="1"/>
          <p:nvPr>
            <p:ph type="title"/>
          </p:nvPr>
        </p:nvSpPr>
        <p:spPr>
          <a:xfrm>
            <a:off x="900275" y="1736433"/>
            <a:ext cx="3885900" cy="2698500"/>
          </a:xfrm>
          <a:prstGeom prst="rect">
            <a:avLst/>
          </a:prstGeom>
        </p:spPr>
        <p:txBody>
          <a:bodyPr anchorCtr="0" anchor="t"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3">
  <p:cSld name="CUSTOM_4_3_4">
    <p:spTree>
      <p:nvGrpSpPr>
        <p:cNvPr id="3413" name="Shape 3413"/>
        <p:cNvGrpSpPr/>
        <p:nvPr/>
      </p:nvGrpSpPr>
      <p:grpSpPr>
        <a:xfrm>
          <a:off x="0" y="0"/>
          <a:ext cx="0" cy="0"/>
          <a:chOff x="0" y="0"/>
          <a:chExt cx="0" cy="0"/>
        </a:xfrm>
      </p:grpSpPr>
      <p:cxnSp>
        <p:nvCxnSpPr>
          <p:cNvPr id="3414" name="Google Shape;3414;p27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415" name="Google Shape;3415;p279"/>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416" name="Google Shape;3416;p27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17" name="Google Shape;3417;p27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418" name="Google Shape;3418;p279"/>
          <p:cNvSpPr txBox="1"/>
          <p:nvPr>
            <p:ph idx="1"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419" name="Google Shape;3419;p279"/>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3420" name="Google Shape;3420;p279"/>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3421" name="Google Shape;3421;p279"/>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422" name="Google Shape;3422;p279"/>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423" name="Google Shape;3423;p279"/>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424" name="Google Shape;3424;p279"/>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425" name="Google Shape;3425;p279"/>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426" name="Google Shape;3426;p279"/>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427" name="Google Shape;3427;p279"/>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428" name="Google Shape;3428;p27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sp>
        <p:nvSpPr>
          <p:cNvPr id="3429" name="Google Shape;3429;p279"/>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1">
  <p:cSld name="CUSTOM_4_20_1_1">
    <p:spTree>
      <p:nvGrpSpPr>
        <p:cNvPr id="3430" name="Shape 3430"/>
        <p:cNvGrpSpPr/>
        <p:nvPr/>
      </p:nvGrpSpPr>
      <p:grpSpPr>
        <a:xfrm>
          <a:off x="0" y="0"/>
          <a:ext cx="0" cy="0"/>
          <a:chOff x="0" y="0"/>
          <a:chExt cx="0" cy="0"/>
        </a:xfrm>
      </p:grpSpPr>
      <p:cxnSp>
        <p:nvCxnSpPr>
          <p:cNvPr id="3431" name="Google Shape;3431;p28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432" name="Google Shape;3432;p280"/>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433" name="Google Shape;3433;p2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34" name="Google Shape;3434;p28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435" name="Google Shape;3435;p280"/>
          <p:cNvSpPr txBox="1"/>
          <p:nvPr>
            <p:ph idx="1"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436" name="Google Shape;3436;p280"/>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280"/>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280"/>
          <p:cNvSpPr/>
          <p:nvPr/>
        </p:nvSpPr>
        <p:spPr>
          <a:xfrm>
            <a:off x="5863800" y="2473650"/>
            <a:ext cx="63285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439" name="Google Shape;3439;p280"/>
          <p:cNvSpPr/>
          <p:nvPr/>
        </p:nvSpPr>
        <p:spPr>
          <a:xfrm>
            <a:off x="0" y="2473650"/>
            <a:ext cx="63285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sp>
        <p:nvSpPr>
          <p:cNvPr id="3440" name="Google Shape;3440;p280"/>
          <p:cNvSpPr txBox="1"/>
          <p:nvPr>
            <p:ph idx="2" type="subTitle"/>
          </p:nvPr>
        </p:nvSpPr>
        <p:spPr>
          <a:xfrm>
            <a:off x="0" y="2473650"/>
            <a:ext cx="63285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
        <p:nvSpPr>
          <p:cNvPr id="3441" name="Google Shape;3441;p280"/>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442" name="Google Shape;3442;p280"/>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sp>
        <p:nvSpPr>
          <p:cNvPr id="3443" name="Google Shape;3443;p280"/>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3444" name="Google Shape;3444;p280"/>
          <p:cNvSpPr txBox="1"/>
          <p:nvPr>
            <p:ph idx="5" type="subTitle"/>
          </p:nvPr>
        </p:nvSpPr>
        <p:spPr>
          <a:xfrm>
            <a:off x="6633000" y="2473650"/>
            <a:ext cx="63285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100"/>
              </a:spcBef>
              <a:spcAft>
                <a:spcPts val="0"/>
              </a:spcAft>
              <a:buNone/>
              <a:defRPr/>
            </a:lvl2pPr>
            <a:lvl3pPr lvl="2" rtl="0">
              <a:lnSpc>
                <a:spcPct val="115000"/>
              </a:lnSpc>
              <a:spcBef>
                <a:spcPts val="1100"/>
              </a:spcBef>
              <a:spcAft>
                <a:spcPts val="0"/>
              </a:spcAft>
              <a:buNone/>
              <a:defRPr/>
            </a:lvl3pPr>
            <a:lvl4pPr lvl="3" rtl="0">
              <a:lnSpc>
                <a:spcPct val="115000"/>
              </a:lnSpc>
              <a:spcBef>
                <a:spcPts val="1100"/>
              </a:spcBef>
              <a:spcAft>
                <a:spcPts val="0"/>
              </a:spcAft>
              <a:buNone/>
              <a:defRPr/>
            </a:lvl4pPr>
            <a:lvl5pPr lvl="4" rtl="0">
              <a:lnSpc>
                <a:spcPct val="115000"/>
              </a:lnSpc>
              <a:spcBef>
                <a:spcPts val="1100"/>
              </a:spcBef>
              <a:spcAft>
                <a:spcPts val="0"/>
              </a:spcAft>
              <a:buNone/>
              <a:defRPr/>
            </a:lvl5pPr>
            <a:lvl6pPr lvl="5" rtl="0">
              <a:lnSpc>
                <a:spcPct val="115000"/>
              </a:lnSpc>
              <a:spcBef>
                <a:spcPts val="1100"/>
              </a:spcBef>
              <a:spcAft>
                <a:spcPts val="0"/>
              </a:spcAft>
              <a:buNone/>
              <a:defRPr/>
            </a:lvl6pPr>
            <a:lvl7pPr lvl="6" rtl="0">
              <a:lnSpc>
                <a:spcPct val="115000"/>
              </a:lnSpc>
              <a:spcBef>
                <a:spcPts val="1100"/>
              </a:spcBef>
              <a:spcAft>
                <a:spcPts val="0"/>
              </a:spcAft>
              <a:buNone/>
              <a:defRPr/>
            </a:lvl7pPr>
            <a:lvl8pPr lvl="7" rtl="0">
              <a:lnSpc>
                <a:spcPct val="115000"/>
              </a:lnSpc>
              <a:spcBef>
                <a:spcPts val="1100"/>
              </a:spcBef>
              <a:spcAft>
                <a:spcPts val="0"/>
              </a:spcAft>
              <a:buNone/>
              <a:defRPr/>
            </a:lvl8pPr>
            <a:lvl9pPr lvl="8" rtl="0">
              <a:lnSpc>
                <a:spcPct val="115000"/>
              </a:lnSpc>
              <a:spcBef>
                <a:spcPts val="1100"/>
              </a:spcBef>
              <a:spcAft>
                <a:spcPts val="1100"/>
              </a:spcAft>
              <a:buNone/>
              <a:defRPr/>
            </a:lvl9pPr>
          </a:lstStyle>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5">
  <p:cSld name="text only_1">
    <p:spTree>
      <p:nvGrpSpPr>
        <p:cNvPr id="3445" name="Shape 3445"/>
        <p:cNvGrpSpPr/>
        <p:nvPr/>
      </p:nvGrpSpPr>
      <p:grpSpPr>
        <a:xfrm>
          <a:off x="0" y="0"/>
          <a:ext cx="0" cy="0"/>
          <a:chOff x="0" y="0"/>
          <a:chExt cx="0" cy="0"/>
        </a:xfrm>
      </p:grpSpPr>
      <p:sp>
        <p:nvSpPr>
          <p:cNvPr id="3446" name="Google Shape;3446;p281"/>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1pPr>
            <a:lvl2pPr indent="0" lvl="1"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2pPr>
            <a:lvl3pPr indent="0" lvl="2"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3pPr>
            <a:lvl4pPr indent="0" lvl="3"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4pPr>
            <a:lvl5pPr indent="0" lvl="4"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5pPr>
            <a:lvl6pPr indent="0" lvl="5"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6pPr>
            <a:lvl7pPr indent="0" lvl="6"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7pPr>
            <a:lvl8pPr indent="0" lvl="7"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8pPr>
            <a:lvl9pPr indent="0" lvl="8" marL="0" marR="0" rtl="0" algn="r">
              <a:lnSpc>
                <a:spcPct val="100000"/>
              </a:lnSpc>
              <a:spcBef>
                <a:spcPts val="0"/>
              </a:spcBef>
              <a:spcAft>
                <a:spcPts val="0"/>
              </a:spcAft>
              <a:buClr>
                <a:schemeClr val="dk1"/>
              </a:buClr>
              <a:buFont typeface="Overpass"/>
              <a:buNone/>
              <a:defRPr b="0" i="0" sz="1100" u="none" cap="none" strike="noStrike">
                <a:solidFill>
                  <a:schemeClr val="dk1"/>
                </a:solidFill>
                <a:latin typeface="Overpass"/>
                <a:ea typeface="Overpass"/>
                <a:cs typeface="Overpass"/>
                <a:sym typeface="Overpass"/>
              </a:defRPr>
            </a:lvl9pPr>
          </a:lstStyle>
          <a:p>
            <a:pPr indent="0" lvl="0" marL="0" rtl="0" algn="r">
              <a:spcBef>
                <a:spcPts val="0"/>
              </a:spcBef>
              <a:spcAft>
                <a:spcPts val="0"/>
              </a:spcAft>
              <a:buNone/>
            </a:pPr>
            <a:fld id="{00000000-1234-1234-1234-123412341234}" type="slidenum">
              <a:rPr lang="en"/>
              <a:t>‹#›</a:t>
            </a:fld>
            <a:endParaRPr/>
          </a:p>
        </p:txBody>
      </p:sp>
      <p:sp>
        <p:nvSpPr>
          <p:cNvPr id="3447" name="Google Shape;3447;p281"/>
          <p:cNvSpPr txBox="1"/>
          <p:nvPr>
            <p:ph type="title"/>
          </p:nvPr>
        </p:nvSpPr>
        <p:spPr>
          <a:xfrm>
            <a:off x="914400" y="0"/>
            <a:ext cx="10363200" cy="1371600"/>
          </a:xfrm>
          <a:prstGeom prst="rect">
            <a:avLst/>
          </a:prstGeom>
          <a:noFill/>
          <a:ln>
            <a:noFill/>
          </a:ln>
        </p:spPr>
        <p:txBody>
          <a:bodyPr anchorCtr="0" anchor="b" bIns="0" lIns="0" spcFirstLastPara="1" rIns="0" wrap="square" tIns="0">
            <a:noAutofit/>
          </a:bodyPr>
          <a:lstStyle>
            <a:lvl1pPr indent="0" lvl="0" marL="0" marR="0" rtl="0" algn="l">
              <a:lnSpc>
                <a:spcPct val="100000"/>
              </a:lnSpc>
              <a:spcBef>
                <a:spcPts val="0"/>
              </a:spcBef>
              <a:spcAft>
                <a:spcPts val="0"/>
              </a:spcAft>
              <a:buClr>
                <a:srgbClr val="000000"/>
              </a:buClr>
              <a:buSzPts val="3500"/>
              <a:buFont typeface="Overpass"/>
              <a:buNone/>
              <a:defRPr b="1" i="0" sz="3700" u="none" cap="none" strike="noStrike">
                <a:solidFill>
                  <a:srgbClr val="000000"/>
                </a:solidFill>
                <a:latin typeface="Overpass"/>
                <a:ea typeface="Overpass"/>
                <a:cs typeface="Overpass"/>
                <a:sym typeface="Overpass"/>
              </a:defRPr>
            </a:lvl1pPr>
            <a:lvl2pPr indent="0" lvl="1" marL="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2pPr>
            <a:lvl3pPr indent="0" lvl="2" marL="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3pPr>
            <a:lvl4pPr indent="0" lvl="3" marL="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4pPr>
            <a:lvl5pPr indent="0" lvl="4" marL="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5pPr>
            <a:lvl6pPr indent="0" lvl="5" marL="60960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6pPr>
            <a:lvl7pPr indent="0" lvl="6" marL="121920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7pPr>
            <a:lvl8pPr indent="0" lvl="7" marL="182880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8pPr>
            <a:lvl9pPr indent="0" lvl="8" marL="2438400" marR="0" rtl="0" algn="ctr">
              <a:spcBef>
                <a:spcPts val="0"/>
              </a:spcBef>
              <a:spcAft>
                <a:spcPts val="0"/>
              </a:spcAft>
              <a:buClr>
                <a:schemeClr val="dk1"/>
              </a:buClr>
              <a:buSzPts val="3500"/>
              <a:buFont typeface="Overpass"/>
              <a:buNone/>
              <a:defRPr i="0" sz="5900" u="none" cap="none" strike="noStrike">
                <a:solidFill>
                  <a:schemeClr val="dk1"/>
                </a:solidFill>
                <a:latin typeface="Overpass"/>
                <a:ea typeface="Overpass"/>
                <a:cs typeface="Overpass"/>
                <a:sym typeface="Overpass"/>
              </a:defRPr>
            </a:lvl9pPr>
          </a:lstStyle>
          <a:p/>
        </p:txBody>
      </p:sp>
      <p:sp>
        <p:nvSpPr>
          <p:cNvPr id="3448" name="Google Shape;3448;p281"/>
          <p:cNvSpPr txBox="1"/>
          <p:nvPr>
            <p:ph idx="1" type="body"/>
          </p:nvPr>
        </p:nvSpPr>
        <p:spPr>
          <a:xfrm>
            <a:off x="914400" y="1461365"/>
            <a:ext cx="10363200" cy="4406100"/>
          </a:xfrm>
          <a:prstGeom prst="rect">
            <a:avLst/>
          </a:prstGeom>
          <a:noFill/>
          <a:ln>
            <a:noFill/>
          </a:ln>
        </p:spPr>
        <p:txBody>
          <a:bodyPr anchorCtr="0" anchor="t" bIns="0" lIns="0" spcFirstLastPara="1" rIns="0" wrap="square" tIns="0">
            <a:noAutofit/>
          </a:bodyPr>
          <a:lstStyle>
            <a:lvl1pPr indent="-381000" lvl="0" marL="4572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1pPr>
            <a:lvl2pPr indent="-381000" lvl="1" marL="9144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2pPr>
            <a:lvl3pPr indent="-381000" lvl="2" marL="13716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3pPr>
            <a:lvl4pPr indent="-381000" lvl="3" marL="18288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4pPr>
            <a:lvl5pPr indent="-381000" lvl="4" marL="2286000" marR="0" rtl="0" algn="l">
              <a:lnSpc>
                <a:spcPct val="110000"/>
              </a:lnSpc>
              <a:spcBef>
                <a:spcPts val="300"/>
              </a:spcBef>
              <a:spcAft>
                <a:spcPts val="0"/>
              </a:spcAft>
              <a:buClr>
                <a:srgbClr val="000000"/>
              </a:buClr>
              <a:buSzPts val="2400"/>
              <a:buFont typeface="Overpass"/>
              <a:buChar char="•"/>
              <a:defRPr b="1" i="0" sz="2400" u="none" cap="none" strike="noStrike">
                <a:solidFill>
                  <a:srgbClr val="000000"/>
                </a:solidFill>
                <a:latin typeface="Overpass"/>
                <a:ea typeface="Overpass"/>
                <a:cs typeface="Overpass"/>
                <a:sym typeface="Overpass"/>
              </a:defRPr>
            </a:lvl5pPr>
            <a:lvl6pPr indent="-381000" lvl="5" marL="27432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6pPr>
            <a:lvl7pPr indent="-381000" lvl="6" marL="32004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7pPr>
            <a:lvl8pPr indent="-381000" lvl="7" marL="36576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8pPr>
            <a:lvl9pPr indent="-381000" lvl="8" marL="4114800" marR="0" rtl="0" algn="l">
              <a:lnSpc>
                <a:spcPct val="100000"/>
              </a:lnSpc>
              <a:spcBef>
                <a:spcPts val="500"/>
              </a:spcBef>
              <a:spcAft>
                <a:spcPts val="0"/>
              </a:spcAft>
              <a:buClr>
                <a:schemeClr val="dk1"/>
              </a:buClr>
              <a:buSzPts val="2400"/>
              <a:buFont typeface="Overpass"/>
              <a:buChar char="•"/>
              <a:defRPr b="1" i="0" sz="2400" u="none" cap="none" strike="noStrike">
                <a:solidFill>
                  <a:schemeClr val="dk1"/>
                </a:solidFill>
                <a:latin typeface="Overpass"/>
                <a:ea typeface="Overpass"/>
                <a:cs typeface="Overpass"/>
                <a:sym typeface="Overpass"/>
              </a:defRPr>
            </a:lvl9pPr>
          </a:lstStyle>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2">
  <p:cSld name="CUSTOM_4_17_3_1">
    <p:spTree>
      <p:nvGrpSpPr>
        <p:cNvPr id="3449" name="Shape 3449"/>
        <p:cNvGrpSpPr/>
        <p:nvPr/>
      </p:nvGrpSpPr>
      <p:grpSpPr>
        <a:xfrm>
          <a:off x="0" y="0"/>
          <a:ext cx="0" cy="0"/>
          <a:chOff x="0" y="0"/>
          <a:chExt cx="0" cy="0"/>
        </a:xfrm>
      </p:grpSpPr>
      <p:sp>
        <p:nvSpPr>
          <p:cNvPr id="3450" name="Google Shape;3450;p2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3451" name="Google Shape;3451;p28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452" name="Google Shape;3452;p28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453" name="Google Shape;3453;p282"/>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454" name="Google Shape;3454;p2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55" name="Google Shape;3455;p28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456" name="Google Shape;3456;p28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3457" name="Google Shape;3457;p282"/>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458" name="Google Shape;3458;p282"/>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23850" lvl="0" marL="457200" rtl="0">
              <a:lnSpc>
                <a:spcPct val="140000"/>
              </a:lnSpc>
              <a:spcBef>
                <a:spcPts val="1100"/>
              </a:spcBef>
              <a:spcAft>
                <a:spcPts val="0"/>
              </a:spcAft>
              <a:buSzPts val="1500"/>
              <a:buChar char="▸"/>
              <a:defRPr sz="1500"/>
            </a:lvl1pPr>
            <a:lvl2pPr indent="-304800" lvl="1" marL="914400" rtl="0">
              <a:lnSpc>
                <a:spcPct val="140000"/>
              </a:lnSpc>
              <a:spcBef>
                <a:spcPts val="1100"/>
              </a:spcBef>
              <a:spcAft>
                <a:spcPts val="0"/>
              </a:spcAft>
              <a:buSzPts val="1200"/>
              <a:buChar char="･"/>
              <a:defRPr sz="1200"/>
            </a:lvl2pPr>
            <a:lvl3pPr indent="-304800" lvl="2" marL="1371600" rtl="0">
              <a:lnSpc>
                <a:spcPct val="140000"/>
              </a:lnSpc>
              <a:spcBef>
                <a:spcPts val="1100"/>
              </a:spcBef>
              <a:spcAft>
                <a:spcPts val="0"/>
              </a:spcAft>
              <a:buSzPts val="1200"/>
              <a:buChar char="･"/>
              <a:defRPr sz="1200"/>
            </a:lvl3pPr>
            <a:lvl4pPr indent="-304800" lvl="3" marL="1828800" rtl="0">
              <a:lnSpc>
                <a:spcPct val="140000"/>
              </a:lnSpc>
              <a:spcBef>
                <a:spcPts val="1100"/>
              </a:spcBef>
              <a:spcAft>
                <a:spcPts val="0"/>
              </a:spcAft>
              <a:buSzPts val="1200"/>
              <a:buChar char="･"/>
              <a:defRPr sz="1200"/>
            </a:lvl4pPr>
            <a:lvl5pPr indent="-304800" lvl="4" marL="2286000" rtl="0">
              <a:lnSpc>
                <a:spcPct val="140000"/>
              </a:lnSpc>
              <a:spcBef>
                <a:spcPts val="1100"/>
              </a:spcBef>
              <a:spcAft>
                <a:spcPts val="0"/>
              </a:spcAft>
              <a:buSzPts val="1200"/>
              <a:buChar char="･"/>
              <a:defRPr sz="1200"/>
            </a:lvl5pPr>
            <a:lvl6pPr indent="-304800" lvl="5" marL="2743200" rtl="0">
              <a:lnSpc>
                <a:spcPct val="140000"/>
              </a:lnSpc>
              <a:spcBef>
                <a:spcPts val="1100"/>
              </a:spcBef>
              <a:spcAft>
                <a:spcPts val="0"/>
              </a:spcAft>
              <a:buSzPts val="1200"/>
              <a:buChar char="･"/>
              <a:defRPr sz="1200"/>
            </a:lvl6pPr>
            <a:lvl7pPr indent="-304800" lvl="6" marL="3200400" rtl="0">
              <a:lnSpc>
                <a:spcPct val="140000"/>
              </a:lnSpc>
              <a:spcBef>
                <a:spcPts val="1100"/>
              </a:spcBef>
              <a:spcAft>
                <a:spcPts val="0"/>
              </a:spcAft>
              <a:buSzPts val="1200"/>
              <a:buChar char="･"/>
              <a:defRPr sz="1200"/>
            </a:lvl7pPr>
            <a:lvl8pPr indent="-304800" lvl="7" marL="3657600" rtl="0">
              <a:lnSpc>
                <a:spcPct val="140000"/>
              </a:lnSpc>
              <a:spcBef>
                <a:spcPts val="1100"/>
              </a:spcBef>
              <a:spcAft>
                <a:spcPts val="0"/>
              </a:spcAft>
              <a:buSzPts val="1200"/>
              <a:buChar char="･"/>
              <a:defRPr sz="1200"/>
            </a:lvl8pPr>
            <a:lvl9pPr indent="-304800" lvl="8" marL="4114800" rtl="0">
              <a:lnSpc>
                <a:spcPct val="140000"/>
              </a:lnSpc>
              <a:spcBef>
                <a:spcPts val="1100"/>
              </a:spcBef>
              <a:spcAft>
                <a:spcPts val="1100"/>
              </a:spcAft>
              <a:buSzPts val="1200"/>
              <a:buChar char="･"/>
              <a:defRPr sz="1200"/>
            </a:lvl9pPr>
          </a:lstStyle>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USTOM_4_2_8">
    <p:spTree>
      <p:nvGrpSpPr>
        <p:cNvPr id="3459" name="Shape 3459"/>
        <p:cNvGrpSpPr/>
        <p:nvPr/>
      </p:nvGrpSpPr>
      <p:grpSpPr>
        <a:xfrm>
          <a:off x="0" y="0"/>
          <a:ext cx="0" cy="0"/>
          <a:chOff x="0" y="0"/>
          <a:chExt cx="0" cy="0"/>
        </a:xfrm>
      </p:grpSpPr>
      <p:sp>
        <p:nvSpPr>
          <p:cNvPr id="3460" name="Google Shape;3460;p283"/>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3461" name="Google Shape;3461;p28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462" name="Google Shape;3462;p28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3463" name="Google Shape;3463;p283"/>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3464" name="Google Shape;3464;p2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3465" name="Google Shape;3465;p28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466" name="Google Shape;3466;p283"/>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3467" name="Google Shape;3467;p283"/>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lvl1pPr indent="-349250" lvl="0" marL="457200" rtl="0">
              <a:lnSpc>
                <a:spcPct val="100000"/>
              </a:lnSpc>
              <a:spcBef>
                <a:spcPts val="0"/>
              </a:spcBef>
              <a:spcAft>
                <a:spcPts val="0"/>
              </a:spcAft>
              <a:buClr>
                <a:srgbClr val="EE0000"/>
              </a:buClr>
              <a:buSzPts val="1900"/>
              <a:buChar char="▸"/>
              <a:defRPr sz="1900">
                <a:solidFill>
                  <a:srgbClr val="EE0000"/>
                </a:solidFill>
              </a:defRPr>
            </a:lvl1pPr>
            <a:lvl2pPr indent="-323850" lvl="1" marL="914400" rtl="0">
              <a:lnSpc>
                <a:spcPct val="100000"/>
              </a:lnSpc>
              <a:spcBef>
                <a:spcPts val="1100"/>
              </a:spcBef>
              <a:spcAft>
                <a:spcPts val="0"/>
              </a:spcAft>
              <a:buSzPts val="1500"/>
              <a:buChar char="･"/>
              <a:defRPr/>
            </a:lvl2pPr>
            <a:lvl3pPr indent="-323850" lvl="2" marL="1371600" rtl="0">
              <a:lnSpc>
                <a:spcPct val="100000"/>
              </a:lnSpc>
              <a:spcBef>
                <a:spcPts val="1100"/>
              </a:spcBef>
              <a:spcAft>
                <a:spcPts val="0"/>
              </a:spcAft>
              <a:buSzPts val="1500"/>
              <a:buChar char="･"/>
              <a:defRPr/>
            </a:lvl3pPr>
            <a:lvl4pPr indent="-323850" lvl="3" marL="1828800" rtl="0">
              <a:lnSpc>
                <a:spcPct val="100000"/>
              </a:lnSpc>
              <a:spcBef>
                <a:spcPts val="1100"/>
              </a:spcBef>
              <a:spcAft>
                <a:spcPts val="0"/>
              </a:spcAft>
              <a:buSzPts val="1500"/>
              <a:buChar char="･"/>
              <a:defRPr/>
            </a:lvl4pPr>
            <a:lvl5pPr indent="-323850" lvl="4" marL="2286000" rtl="0">
              <a:lnSpc>
                <a:spcPct val="100000"/>
              </a:lnSpc>
              <a:spcBef>
                <a:spcPts val="1100"/>
              </a:spcBef>
              <a:spcAft>
                <a:spcPts val="0"/>
              </a:spcAft>
              <a:buSzPts val="1500"/>
              <a:buChar char="･"/>
              <a:defRPr/>
            </a:lvl5pPr>
            <a:lvl6pPr indent="-323850" lvl="5" marL="2743200" rtl="0">
              <a:lnSpc>
                <a:spcPct val="100000"/>
              </a:lnSpc>
              <a:spcBef>
                <a:spcPts val="1100"/>
              </a:spcBef>
              <a:spcAft>
                <a:spcPts val="0"/>
              </a:spcAft>
              <a:buSzPts val="1500"/>
              <a:buChar char="･"/>
              <a:defRPr/>
            </a:lvl6pPr>
            <a:lvl7pPr indent="-323850" lvl="6" marL="3200400" rtl="0">
              <a:lnSpc>
                <a:spcPct val="100000"/>
              </a:lnSpc>
              <a:spcBef>
                <a:spcPts val="1100"/>
              </a:spcBef>
              <a:spcAft>
                <a:spcPts val="0"/>
              </a:spcAft>
              <a:buSzPts val="1500"/>
              <a:buChar char="･"/>
              <a:defRPr/>
            </a:lvl7pPr>
            <a:lvl8pPr indent="-323850" lvl="7" marL="3657600" rtl="0">
              <a:lnSpc>
                <a:spcPct val="100000"/>
              </a:lnSpc>
              <a:spcBef>
                <a:spcPts val="1100"/>
              </a:spcBef>
              <a:spcAft>
                <a:spcPts val="0"/>
              </a:spcAft>
              <a:buSzPts val="1500"/>
              <a:buChar char="･"/>
              <a:defRPr/>
            </a:lvl8pPr>
            <a:lvl9pPr indent="-323850" lvl="8" marL="4114800" rtl="0">
              <a:lnSpc>
                <a:spcPct val="100000"/>
              </a:lnSpc>
              <a:spcBef>
                <a:spcPts val="1100"/>
              </a:spcBef>
              <a:spcAft>
                <a:spcPts val="1100"/>
              </a:spcAft>
              <a:buSzPts val="1500"/>
              <a:buChar char="･"/>
              <a:defRPr/>
            </a:lvl9pPr>
          </a:lstStyle>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1 1">
  <p:cSld name="CUSTOM_4_3_1_1">
    <p:spTree>
      <p:nvGrpSpPr>
        <p:cNvPr id="3468" name="Shape 3468"/>
        <p:cNvGrpSpPr/>
        <p:nvPr/>
      </p:nvGrpSpPr>
      <p:grpSpPr>
        <a:xfrm>
          <a:off x="0" y="0"/>
          <a:ext cx="0" cy="0"/>
          <a:chOff x="0" y="0"/>
          <a:chExt cx="0" cy="0"/>
        </a:xfrm>
      </p:grpSpPr>
      <p:sp>
        <p:nvSpPr>
          <p:cNvPr id="3469" name="Google Shape;3469;p28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100"/>
              <a:buFont typeface="Red Hat Text Medium"/>
              <a:buNone/>
              <a:defRPr sz="1100">
                <a:solidFill>
                  <a:schemeClr val="accent1"/>
                </a:solidFill>
                <a:latin typeface="Red Hat Text Medium"/>
                <a:ea typeface="Red Hat Text Medium"/>
                <a:cs typeface="Red Hat Text Medium"/>
                <a:sym typeface="Red Hat Text Medium"/>
              </a:defRPr>
            </a:lvl9pPr>
          </a:lstStyle>
          <a:p/>
        </p:txBody>
      </p:sp>
      <p:sp>
        <p:nvSpPr>
          <p:cNvPr id="3470" name="Google Shape;3470;p28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3471" name="Google Shape;3471;p28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472" name="Google Shape;3472;p284"/>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473" name="Google Shape;3473;p2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474" name="Google Shape;3474;p28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475" name="Google Shape;3475;p28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
        <p:nvSpPr>
          <p:cNvPr id="3476" name="Google Shape;3476;p284"/>
          <p:cNvSpPr txBox="1"/>
          <p:nvPr>
            <p:ph idx="3"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3477" name="Shape 3477"/>
        <p:cNvGrpSpPr/>
        <p:nvPr/>
      </p:nvGrpSpPr>
      <p:grpSpPr>
        <a:xfrm>
          <a:off x="0" y="0"/>
          <a:ext cx="0" cy="0"/>
          <a:chOff x="0" y="0"/>
          <a:chExt cx="0" cy="0"/>
        </a:xfrm>
      </p:grpSpPr>
      <p:sp>
        <p:nvSpPr>
          <p:cNvPr id="3478" name="Google Shape;3478;p285"/>
          <p:cNvSpPr/>
          <p:nvPr/>
        </p:nvSpPr>
        <p:spPr>
          <a:xfrm>
            <a:off x="0" y="0"/>
            <a:ext cx="12192000" cy="46917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3479" name="Google Shape;3479;p285"/>
          <p:cNvCxnSpPr/>
          <p:nvPr/>
        </p:nvCxnSpPr>
        <p:spPr>
          <a:xfrm>
            <a:off x="0" y="4662140"/>
            <a:ext cx="12192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3480" name="Google Shape;3480;p285"/>
          <p:cNvSpPr txBox="1"/>
          <p:nvPr>
            <p:ph type="ctrTitle"/>
          </p:nvPr>
        </p:nvSpPr>
        <p:spPr>
          <a:xfrm>
            <a:off x="914400" y="2490375"/>
            <a:ext cx="10363200" cy="2198400"/>
          </a:xfrm>
          <a:prstGeom prst="rect">
            <a:avLst/>
          </a:prstGeom>
          <a:noFill/>
          <a:ln>
            <a:noFill/>
          </a:ln>
        </p:spPr>
        <p:txBody>
          <a:bodyPr anchorCtr="0" anchor="b" bIns="0" lIns="0" spcFirstLastPara="1" rIns="0" wrap="square" tIns="0">
            <a:noAutofit/>
          </a:bodyPr>
          <a:lstStyle>
            <a:lvl1pPr lvl="0"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1pPr>
            <a:lvl2pPr lvl="1"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2pPr>
            <a:lvl3pPr lvl="2"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3pPr>
            <a:lvl4pPr lvl="3"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4pPr>
            <a:lvl5pPr lvl="4"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5pPr>
            <a:lvl6pPr lvl="5"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6pPr>
            <a:lvl7pPr lvl="6"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7pPr>
            <a:lvl8pPr lvl="7"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8pPr>
            <a:lvl9pPr lvl="8" rtl="0" algn="l">
              <a:spcBef>
                <a:spcPts val="0"/>
              </a:spcBef>
              <a:spcAft>
                <a:spcPts val="0"/>
              </a:spcAft>
              <a:buClr>
                <a:schemeClr val="lt1"/>
              </a:buClr>
              <a:buSzPts val="7200"/>
              <a:buFont typeface="Arial"/>
              <a:buNone/>
              <a:defRPr b="1" i="0" sz="7200" u="none" cap="none" strike="noStrike">
                <a:solidFill>
                  <a:schemeClr val="lt1"/>
                </a:solidFill>
                <a:latin typeface="Arial"/>
                <a:ea typeface="Arial"/>
                <a:cs typeface="Arial"/>
                <a:sym typeface="Arial"/>
              </a:defRPr>
            </a:lvl9pPr>
          </a:lstStyle>
          <a:p/>
        </p:txBody>
      </p:sp>
      <p:sp>
        <p:nvSpPr>
          <p:cNvPr id="3481" name="Google Shape;3481;p285"/>
          <p:cNvSpPr txBox="1"/>
          <p:nvPr>
            <p:ph idx="1" type="subTitle"/>
          </p:nvPr>
        </p:nvSpPr>
        <p:spPr>
          <a:xfrm>
            <a:off x="914400" y="4836036"/>
            <a:ext cx="10363200" cy="1032900"/>
          </a:xfrm>
          <a:prstGeom prst="rect">
            <a:avLst/>
          </a:prstGeom>
          <a:noFill/>
          <a:ln>
            <a:noFill/>
          </a:ln>
        </p:spPr>
        <p:txBody>
          <a:bodyPr anchorCtr="0" anchor="t" bIns="0" lIns="0" spcFirstLastPara="1" rIns="0" wrap="square" tIns="0">
            <a:noAutofit/>
          </a:bodyPr>
          <a:lstStyle>
            <a:lvl1pPr lvl="0" rtl="0" algn="l">
              <a:spcBef>
                <a:spcPts val="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1pPr>
            <a:lvl2pPr lvl="1"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2pPr>
            <a:lvl3pPr lvl="2"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3pPr>
            <a:lvl4pPr lvl="3"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4pPr>
            <a:lvl5pPr lvl="4"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5pPr>
            <a:lvl6pPr lvl="5"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6pPr>
            <a:lvl7pPr lvl="6"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7pPr>
            <a:lvl8pPr lvl="7" rtl="0" algn="l">
              <a:spcBef>
                <a:spcPts val="500"/>
              </a:spcBef>
              <a:spcAft>
                <a:spcPts val="0"/>
              </a:spcAft>
              <a:buClr>
                <a:schemeClr val="dk2"/>
              </a:buClr>
              <a:buSzPts val="3100"/>
              <a:buFont typeface="Arial"/>
              <a:buNone/>
              <a:defRPr b="0" i="0" sz="3100" u="none" cap="none" strike="noStrike">
                <a:solidFill>
                  <a:schemeClr val="dk2"/>
                </a:solidFill>
                <a:latin typeface="Arial"/>
                <a:ea typeface="Arial"/>
                <a:cs typeface="Arial"/>
                <a:sym typeface="Arial"/>
              </a:defRPr>
            </a:lvl8pPr>
            <a:lvl9pPr lvl="8" rtl="0" algn="l">
              <a:spcBef>
                <a:spcPts val="500"/>
              </a:spcBef>
              <a:spcAft>
                <a:spcPts val="500"/>
              </a:spcAft>
              <a:buClr>
                <a:schemeClr val="dk2"/>
              </a:buClr>
              <a:buSzPts val="3100"/>
              <a:buFont typeface="Arial"/>
              <a:buNone/>
              <a:defRPr b="0" i="0" sz="3100" u="none" cap="none" strike="noStrike">
                <a:solidFill>
                  <a:schemeClr val="dk2"/>
                </a:solidFill>
                <a:latin typeface="Arial"/>
                <a:ea typeface="Arial"/>
                <a:cs typeface="Arial"/>
                <a:sym typeface="Arial"/>
              </a:defRPr>
            </a:lvl9pPr>
          </a:lstStyle>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1">
  <p:cSld name="CUSTOM_5_1">
    <p:bg>
      <p:bgPr>
        <a:blipFill>
          <a:blip r:embed="rId2">
            <a:alphaModFix/>
          </a:blip>
          <a:stretch>
            <a:fillRect/>
          </a:stretch>
        </a:blipFill>
      </p:bgPr>
    </p:bg>
    <p:spTree>
      <p:nvGrpSpPr>
        <p:cNvPr id="3482" name="Shape 3482"/>
        <p:cNvGrpSpPr/>
        <p:nvPr/>
      </p:nvGrpSpPr>
      <p:grpSpPr>
        <a:xfrm>
          <a:off x="0" y="0"/>
          <a:ext cx="0" cy="0"/>
          <a:chOff x="0" y="0"/>
          <a:chExt cx="0" cy="0"/>
        </a:xfrm>
      </p:grpSpPr>
      <p:pic>
        <p:nvPicPr>
          <p:cNvPr id="3483" name="Google Shape;3483;p286"/>
          <p:cNvPicPr preferRelativeResize="0"/>
          <p:nvPr/>
        </p:nvPicPr>
        <p:blipFill>
          <a:blip r:embed="rId3">
            <a:alphaModFix/>
          </a:blip>
          <a:stretch>
            <a:fillRect/>
          </a:stretch>
        </p:blipFill>
        <p:spPr>
          <a:xfrm>
            <a:off x="872046" y="75"/>
            <a:ext cx="3653358" cy="6857999"/>
          </a:xfrm>
          <a:prstGeom prst="rect">
            <a:avLst/>
          </a:prstGeom>
          <a:noFill/>
          <a:ln>
            <a:noFill/>
          </a:ln>
        </p:spPr>
      </p:pic>
      <p:sp>
        <p:nvSpPr>
          <p:cNvPr id="3484" name="Google Shape;3484;p28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85" name="Google Shape;3485;p286"/>
          <p:cNvPicPr preferRelativeResize="0"/>
          <p:nvPr/>
        </p:nvPicPr>
        <p:blipFill>
          <a:blip r:embed="rId4">
            <a:alphaModFix/>
          </a:blip>
          <a:stretch>
            <a:fillRect/>
          </a:stretch>
        </p:blipFill>
        <p:spPr>
          <a:xfrm>
            <a:off x="10106850" y="6203986"/>
            <a:ext cx="1580275" cy="372766"/>
          </a:xfrm>
          <a:prstGeom prst="rect">
            <a:avLst/>
          </a:prstGeom>
          <a:noFill/>
          <a:ln>
            <a:noFill/>
          </a:ln>
        </p:spPr>
      </p:pic>
      <p:cxnSp>
        <p:nvCxnSpPr>
          <p:cNvPr id="3486" name="Google Shape;3486;p286"/>
          <p:cNvCxnSpPr/>
          <p:nvPr/>
        </p:nvCxnSpPr>
        <p:spPr>
          <a:xfrm rot="10800000">
            <a:off x="447767" y="6401700"/>
            <a:ext cx="0" cy="456300"/>
          </a:xfrm>
          <a:prstGeom prst="straightConnector1">
            <a:avLst/>
          </a:prstGeom>
          <a:noFill/>
          <a:ln cap="flat" cmpd="sng" w="9525">
            <a:solidFill>
              <a:schemeClr val="lt1"/>
            </a:solidFill>
            <a:prstDash val="solid"/>
            <a:round/>
            <a:headEnd len="med" w="med" type="none"/>
            <a:tailEnd len="med" w="med" type="none"/>
          </a:ln>
        </p:spPr>
      </p:cxnSp>
      <p:sp>
        <p:nvSpPr>
          <p:cNvPr id="3487" name="Google Shape;3487;p286"/>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900"/>
              <a:buFont typeface="Red Hat Display"/>
              <a:buNone/>
              <a:defRPr sz="1900">
                <a:solidFill>
                  <a:schemeClr val="dk1"/>
                </a:solidFill>
                <a:latin typeface="Red Hat Display"/>
                <a:ea typeface="Red Hat Display"/>
                <a:cs typeface="Red Hat Display"/>
                <a:sym typeface="Red Hat Display"/>
              </a:defRPr>
            </a:lvl1pPr>
            <a:lvl2pPr lvl="1" rtl="0">
              <a:lnSpc>
                <a:spcPct val="140000"/>
              </a:lnSpc>
              <a:spcBef>
                <a:spcPts val="0"/>
              </a:spcBef>
              <a:spcAft>
                <a:spcPts val="0"/>
              </a:spcAft>
              <a:buClr>
                <a:schemeClr val="dk1"/>
              </a:buClr>
              <a:buSzPts val="1900"/>
              <a:buNone/>
              <a:defRPr sz="1900">
                <a:solidFill>
                  <a:schemeClr val="dk1"/>
                </a:solidFill>
              </a:defRPr>
            </a:lvl2pPr>
            <a:lvl3pPr lvl="2" rtl="0">
              <a:lnSpc>
                <a:spcPct val="140000"/>
              </a:lnSpc>
              <a:spcBef>
                <a:spcPts val="0"/>
              </a:spcBef>
              <a:spcAft>
                <a:spcPts val="0"/>
              </a:spcAft>
              <a:buClr>
                <a:schemeClr val="dk1"/>
              </a:buClr>
              <a:buSzPts val="1900"/>
              <a:buNone/>
              <a:defRPr sz="1900">
                <a:solidFill>
                  <a:schemeClr val="dk1"/>
                </a:solidFill>
              </a:defRPr>
            </a:lvl3pPr>
            <a:lvl4pPr lvl="3" rtl="0">
              <a:lnSpc>
                <a:spcPct val="140000"/>
              </a:lnSpc>
              <a:spcBef>
                <a:spcPts val="0"/>
              </a:spcBef>
              <a:spcAft>
                <a:spcPts val="0"/>
              </a:spcAft>
              <a:buClr>
                <a:schemeClr val="dk1"/>
              </a:buClr>
              <a:buSzPts val="1900"/>
              <a:buNone/>
              <a:defRPr sz="1900">
                <a:solidFill>
                  <a:schemeClr val="dk1"/>
                </a:solidFill>
              </a:defRPr>
            </a:lvl4pPr>
            <a:lvl5pPr lvl="4" rtl="0">
              <a:lnSpc>
                <a:spcPct val="140000"/>
              </a:lnSpc>
              <a:spcBef>
                <a:spcPts val="0"/>
              </a:spcBef>
              <a:spcAft>
                <a:spcPts val="0"/>
              </a:spcAft>
              <a:buClr>
                <a:schemeClr val="dk1"/>
              </a:buClr>
              <a:buSzPts val="1900"/>
              <a:buNone/>
              <a:defRPr sz="1900">
                <a:solidFill>
                  <a:schemeClr val="dk1"/>
                </a:solidFill>
              </a:defRPr>
            </a:lvl5pPr>
            <a:lvl6pPr lvl="5" rtl="0">
              <a:lnSpc>
                <a:spcPct val="140000"/>
              </a:lnSpc>
              <a:spcBef>
                <a:spcPts val="0"/>
              </a:spcBef>
              <a:spcAft>
                <a:spcPts val="0"/>
              </a:spcAft>
              <a:buClr>
                <a:schemeClr val="dk1"/>
              </a:buClr>
              <a:buSzPts val="1900"/>
              <a:buNone/>
              <a:defRPr sz="1900">
                <a:solidFill>
                  <a:schemeClr val="dk1"/>
                </a:solidFill>
              </a:defRPr>
            </a:lvl6pPr>
            <a:lvl7pPr lvl="6" rtl="0">
              <a:lnSpc>
                <a:spcPct val="140000"/>
              </a:lnSpc>
              <a:spcBef>
                <a:spcPts val="0"/>
              </a:spcBef>
              <a:spcAft>
                <a:spcPts val="0"/>
              </a:spcAft>
              <a:buClr>
                <a:schemeClr val="dk1"/>
              </a:buClr>
              <a:buSzPts val="1900"/>
              <a:buNone/>
              <a:defRPr sz="1900">
                <a:solidFill>
                  <a:schemeClr val="dk1"/>
                </a:solidFill>
              </a:defRPr>
            </a:lvl7pPr>
            <a:lvl8pPr lvl="7" rtl="0">
              <a:lnSpc>
                <a:spcPct val="140000"/>
              </a:lnSpc>
              <a:spcBef>
                <a:spcPts val="0"/>
              </a:spcBef>
              <a:spcAft>
                <a:spcPts val="0"/>
              </a:spcAft>
              <a:buClr>
                <a:schemeClr val="dk1"/>
              </a:buClr>
              <a:buSzPts val="1900"/>
              <a:buNone/>
              <a:defRPr sz="1900">
                <a:solidFill>
                  <a:schemeClr val="dk1"/>
                </a:solidFill>
              </a:defRPr>
            </a:lvl8pPr>
            <a:lvl9pPr lvl="8" rtl="0">
              <a:lnSpc>
                <a:spcPct val="140000"/>
              </a:lnSpc>
              <a:spcBef>
                <a:spcPts val="0"/>
              </a:spcBef>
              <a:spcAft>
                <a:spcPts val="0"/>
              </a:spcAft>
              <a:buClr>
                <a:schemeClr val="dk1"/>
              </a:buClr>
              <a:buSzPts val="1900"/>
              <a:buNone/>
              <a:defRPr sz="1900">
                <a:solidFill>
                  <a:schemeClr val="dk1"/>
                </a:solidFill>
              </a:defRPr>
            </a:lvl9pPr>
          </a:lstStyle>
          <a:p/>
        </p:txBody>
      </p:sp>
      <p:sp>
        <p:nvSpPr>
          <p:cNvPr id="3488" name="Google Shape;3488;p286"/>
          <p:cNvSpPr txBox="1"/>
          <p:nvPr>
            <p:ph type="title"/>
          </p:nvPr>
        </p:nvSpPr>
        <p:spPr>
          <a:xfrm>
            <a:off x="5660525" y="1709031"/>
            <a:ext cx="5736300" cy="21177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8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700">
                <a:solidFill>
                  <a:schemeClr val="accent1"/>
                </a:solidFill>
                <a:latin typeface="Red Hat Display Medium"/>
                <a:ea typeface="Red Hat Display Medium"/>
                <a:cs typeface="Red Hat Display Medium"/>
                <a:sym typeface="Red Hat Display Medium"/>
              </a:defRPr>
            </a:lvl9pPr>
          </a:lstStyle>
          <a:p/>
        </p:txBody>
      </p:sp>
      <p:sp>
        <p:nvSpPr>
          <p:cNvPr id="3489" name="Google Shape;3489;p286"/>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500"/>
              <a:buFont typeface="Red Hat Display Medium"/>
              <a:buNone/>
              <a:defRPr sz="1500">
                <a:solidFill>
                  <a:schemeClr val="dk1"/>
                </a:solidFill>
                <a:latin typeface="Red Hat Display Medium"/>
                <a:ea typeface="Red Hat Display Medium"/>
                <a:cs typeface="Red Hat Display Medium"/>
                <a:sym typeface="Red Hat Display Medium"/>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3490" name="Google Shape;3490;p286"/>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sp>
        <p:nvSpPr>
          <p:cNvPr id="3491" name="Google Shape;3491;p28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1">
  <p:cSld name="CUSTOM_4_1_2">
    <p:bg>
      <p:bgPr>
        <a:solidFill>
          <a:srgbClr val="353535"/>
        </a:solidFill>
      </p:bgPr>
    </p:bg>
    <p:spTree>
      <p:nvGrpSpPr>
        <p:cNvPr id="3492" name="Shape 3492"/>
        <p:cNvGrpSpPr/>
        <p:nvPr/>
      </p:nvGrpSpPr>
      <p:grpSpPr>
        <a:xfrm>
          <a:off x="0" y="0"/>
          <a:ext cx="0" cy="0"/>
          <a:chOff x="0" y="0"/>
          <a:chExt cx="0" cy="0"/>
        </a:xfrm>
      </p:grpSpPr>
      <p:sp>
        <p:nvSpPr>
          <p:cNvPr id="3493" name="Google Shape;3493;p287"/>
          <p:cNvSpPr txBox="1"/>
          <p:nvPr>
            <p:ph idx="1" type="body"/>
          </p:nvPr>
        </p:nvSpPr>
        <p:spPr>
          <a:xfrm>
            <a:off x="8669900" y="1849475"/>
            <a:ext cx="21321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Clr>
                <a:srgbClr val="FFFFFF"/>
              </a:buClr>
              <a:buSzPts val="1600"/>
              <a:buChar char="▸"/>
              <a:defRPr>
                <a:solidFill>
                  <a:srgbClr val="FFFFFF"/>
                </a:solidFill>
              </a:defRPr>
            </a:lvl1pPr>
            <a:lvl2pPr indent="-323850" lvl="1" marL="914400" rtl="0">
              <a:lnSpc>
                <a:spcPct val="115000"/>
              </a:lnSpc>
              <a:spcBef>
                <a:spcPts val="2000"/>
              </a:spcBef>
              <a:spcAft>
                <a:spcPts val="0"/>
              </a:spcAft>
              <a:buClr>
                <a:srgbClr val="FFFFFF"/>
              </a:buClr>
              <a:buSzPts val="1500"/>
              <a:buChar char="･"/>
              <a:defRPr>
                <a:solidFill>
                  <a:srgbClr val="FFFFFF"/>
                </a:solidFill>
              </a:defRPr>
            </a:lvl2pPr>
            <a:lvl3pPr indent="-323850" lvl="2" marL="1371600" rtl="0">
              <a:lnSpc>
                <a:spcPct val="115000"/>
              </a:lnSpc>
              <a:spcBef>
                <a:spcPts val="2000"/>
              </a:spcBef>
              <a:spcAft>
                <a:spcPts val="0"/>
              </a:spcAft>
              <a:buClr>
                <a:srgbClr val="FFFFFF"/>
              </a:buClr>
              <a:buSzPts val="1500"/>
              <a:buChar char="･"/>
              <a:defRPr>
                <a:solidFill>
                  <a:srgbClr val="FFFFFF"/>
                </a:solidFill>
              </a:defRPr>
            </a:lvl3pPr>
            <a:lvl4pPr indent="-323850" lvl="3" marL="1828800" rtl="0">
              <a:lnSpc>
                <a:spcPct val="115000"/>
              </a:lnSpc>
              <a:spcBef>
                <a:spcPts val="2000"/>
              </a:spcBef>
              <a:spcAft>
                <a:spcPts val="0"/>
              </a:spcAft>
              <a:buClr>
                <a:srgbClr val="FFFFFF"/>
              </a:buClr>
              <a:buSzPts val="1500"/>
              <a:buChar char="･"/>
              <a:defRPr>
                <a:solidFill>
                  <a:srgbClr val="FFFFFF"/>
                </a:solidFill>
              </a:defRPr>
            </a:lvl4pPr>
            <a:lvl5pPr indent="-323850" lvl="4" marL="2286000" rtl="0">
              <a:lnSpc>
                <a:spcPct val="115000"/>
              </a:lnSpc>
              <a:spcBef>
                <a:spcPts val="2000"/>
              </a:spcBef>
              <a:spcAft>
                <a:spcPts val="0"/>
              </a:spcAft>
              <a:buClr>
                <a:srgbClr val="FFFFFF"/>
              </a:buClr>
              <a:buSzPts val="1500"/>
              <a:buChar char="･"/>
              <a:defRPr>
                <a:solidFill>
                  <a:srgbClr val="FFFFFF"/>
                </a:solidFill>
              </a:defRPr>
            </a:lvl5pPr>
            <a:lvl6pPr indent="-323850" lvl="5" marL="2743200" rtl="0">
              <a:lnSpc>
                <a:spcPct val="115000"/>
              </a:lnSpc>
              <a:spcBef>
                <a:spcPts val="2000"/>
              </a:spcBef>
              <a:spcAft>
                <a:spcPts val="0"/>
              </a:spcAft>
              <a:buClr>
                <a:srgbClr val="FFFFFF"/>
              </a:buClr>
              <a:buSzPts val="1500"/>
              <a:buChar char="･"/>
              <a:defRPr>
                <a:solidFill>
                  <a:srgbClr val="FFFFFF"/>
                </a:solidFill>
              </a:defRPr>
            </a:lvl6pPr>
            <a:lvl7pPr indent="-323850" lvl="6" marL="3200400" rtl="0">
              <a:lnSpc>
                <a:spcPct val="115000"/>
              </a:lnSpc>
              <a:spcBef>
                <a:spcPts val="2000"/>
              </a:spcBef>
              <a:spcAft>
                <a:spcPts val="0"/>
              </a:spcAft>
              <a:buClr>
                <a:srgbClr val="FFFFFF"/>
              </a:buClr>
              <a:buSzPts val="1500"/>
              <a:buChar char="･"/>
              <a:defRPr>
                <a:solidFill>
                  <a:srgbClr val="FFFFFF"/>
                </a:solidFill>
              </a:defRPr>
            </a:lvl7pPr>
            <a:lvl8pPr indent="-323850" lvl="7" marL="3657600" rtl="0">
              <a:lnSpc>
                <a:spcPct val="115000"/>
              </a:lnSpc>
              <a:spcBef>
                <a:spcPts val="2000"/>
              </a:spcBef>
              <a:spcAft>
                <a:spcPts val="0"/>
              </a:spcAft>
              <a:buClr>
                <a:srgbClr val="FFFFFF"/>
              </a:buClr>
              <a:buSzPts val="1500"/>
              <a:buChar char="･"/>
              <a:defRPr>
                <a:solidFill>
                  <a:srgbClr val="FFFFFF"/>
                </a:solidFill>
              </a:defRPr>
            </a:lvl8pPr>
            <a:lvl9pPr indent="-323850" lvl="8" marL="4114800" rtl="0">
              <a:lnSpc>
                <a:spcPct val="115000"/>
              </a:lnSpc>
              <a:spcBef>
                <a:spcPts val="2000"/>
              </a:spcBef>
              <a:spcAft>
                <a:spcPts val="2000"/>
              </a:spcAft>
              <a:buClr>
                <a:srgbClr val="FFFFFF"/>
              </a:buClr>
              <a:buSzPts val="1500"/>
              <a:buChar char="･"/>
              <a:defRPr>
                <a:solidFill>
                  <a:srgbClr val="FFFFFF"/>
                </a:solidFill>
              </a:defRPr>
            </a:lvl9pPr>
          </a:lstStyle>
          <a:p/>
        </p:txBody>
      </p:sp>
      <p:sp>
        <p:nvSpPr>
          <p:cNvPr id="3494" name="Google Shape;3494;p287"/>
          <p:cNvSpPr txBox="1"/>
          <p:nvPr>
            <p:ph idx="2" type="body"/>
          </p:nvPr>
        </p:nvSpPr>
        <p:spPr>
          <a:xfrm>
            <a:off x="5708700" y="1849475"/>
            <a:ext cx="2132100" cy="3000000"/>
          </a:xfrm>
          <a:prstGeom prst="rect">
            <a:avLst/>
          </a:prstGeom>
        </p:spPr>
        <p:txBody>
          <a:bodyPr anchorCtr="0" anchor="t" bIns="0" lIns="0" spcFirstLastPara="1" rIns="0" wrap="square" tIns="0">
            <a:noAutofit/>
          </a:bodyPr>
          <a:lstStyle>
            <a:lvl1pPr indent="-330200" lvl="0" marL="457200" rtl="0">
              <a:lnSpc>
                <a:spcPct val="115000"/>
              </a:lnSpc>
              <a:spcBef>
                <a:spcPts val="0"/>
              </a:spcBef>
              <a:spcAft>
                <a:spcPts val="0"/>
              </a:spcAft>
              <a:buClr>
                <a:srgbClr val="FFFFFF"/>
              </a:buClr>
              <a:buSzPts val="1600"/>
              <a:buChar char="▸"/>
              <a:defRPr>
                <a:solidFill>
                  <a:srgbClr val="FFFFFF"/>
                </a:solidFill>
              </a:defRPr>
            </a:lvl1pPr>
            <a:lvl2pPr indent="-323850" lvl="1" marL="914400" rtl="0">
              <a:lnSpc>
                <a:spcPct val="115000"/>
              </a:lnSpc>
              <a:spcBef>
                <a:spcPts val="2000"/>
              </a:spcBef>
              <a:spcAft>
                <a:spcPts val="0"/>
              </a:spcAft>
              <a:buClr>
                <a:srgbClr val="FFFFFF"/>
              </a:buClr>
              <a:buSzPts val="1500"/>
              <a:buChar char="･"/>
              <a:defRPr>
                <a:solidFill>
                  <a:srgbClr val="FFFFFF"/>
                </a:solidFill>
              </a:defRPr>
            </a:lvl2pPr>
            <a:lvl3pPr indent="-323850" lvl="2" marL="1371600" rtl="0">
              <a:lnSpc>
                <a:spcPct val="115000"/>
              </a:lnSpc>
              <a:spcBef>
                <a:spcPts val="2000"/>
              </a:spcBef>
              <a:spcAft>
                <a:spcPts val="0"/>
              </a:spcAft>
              <a:buClr>
                <a:srgbClr val="FFFFFF"/>
              </a:buClr>
              <a:buSzPts val="1500"/>
              <a:buChar char="･"/>
              <a:defRPr>
                <a:solidFill>
                  <a:srgbClr val="FFFFFF"/>
                </a:solidFill>
              </a:defRPr>
            </a:lvl3pPr>
            <a:lvl4pPr indent="-323850" lvl="3" marL="1828800" rtl="0">
              <a:lnSpc>
                <a:spcPct val="115000"/>
              </a:lnSpc>
              <a:spcBef>
                <a:spcPts val="2000"/>
              </a:spcBef>
              <a:spcAft>
                <a:spcPts val="0"/>
              </a:spcAft>
              <a:buClr>
                <a:srgbClr val="FFFFFF"/>
              </a:buClr>
              <a:buSzPts val="1500"/>
              <a:buChar char="･"/>
              <a:defRPr>
                <a:solidFill>
                  <a:srgbClr val="FFFFFF"/>
                </a:solidFill>
              </a:defRPr>
            </a:lvl4pPr>
            <a:lvl5pPr indent="-323850" lvl="4" marL="2286000" rtl="0">
              <a:lnSpc>
                <a:spcPct val="115000"/>
              </a:lnSpc>
              <a:spcBef>
                <a:spcPts val="2000"/>
              </a:spcBef>
              <a:spcAft>
                <a:spcPts val="0"/>
              </a:spcAft>
              <a:buClr>
                <a:srgbClr val="FFFFFF"/>
              </a:buClr>
              <a:buSzPts val="1500"/>
              <a:buChar char="･"/>
              <a:defRPr>
                <a:solidFill>
                  <a:srgbClr val="FFFFFF"/>
                </a:solidFill>
              </a:defRPr>
            </a:lvl5pPr>
            <a:lvl6pPr indent="-323850" lvl="5" marL="2743200" rtl="0">
              <a:lnSpc>
                <a:spcPct val="115000"/>
              </a:lnSpc>
              <a:spcBef>
                <a:spcPts val="2000"/>
              </a:spcBef>
              <a:spcAft>
                <a:spcPts val="0"/>
              </a:spcAft>
              <a:buClr>
                <a:srgbClr val="FFFFFF"/>
              </a:buClr>
              <a:buSzPts val="1500"/>
              <a:buChar char="･"/>
              <a:defRPr>
                <a:solidFill>
                  <a:srgbClr val="FFFFFF"/>
                </a:solidFill>
              </a:defRPr>
            </a:lvl6pPr>
            <a:lvl7pPr indent="-323850" lvl="6" marL="3200400" rtl="0">
              <a:lnSpc>
                <a:spcPct val="115000"/>
              </a:lnSpc>
              <a:spcBef>
                <a:spcPts val="2000"/>
              </a:spcBef>
              <a:spcAft>
                <a:spcPts val="0"/>
              </a:spcAft>
              <a:buClr>
                <a:srgbClr val="FFFFFF"/>
              </a:buClr>
              <a:buSzPts val="1500"/>
              <a:buChar char="･"/>
              <a:defRPr>
                <a:solidFill>
                  <a:srgbClr val="FFFFFF"/>
                </a:solidFill>
              </a:defRPr>
            </a:lvl7pPr>
            <a:lvl8pPr indent="-323850" lvl="7" marL="3657600" rtl="0">
              <a:lnSpc>
                <a:spcPct val="115000"/>
              </a:lnSpc>
              <a:spcBef>
                <a:spcPts val="2000"/>
              </a:spcBef>
              <a:spcAft>
                <a:spcPts val="0"/>
              </a:spcAft>
              <a:buClr>
                <a:srgbClr val="FFFFFF"/>
              </a:buClr>
              <a:buSzPts val="1500"/>
              <a:buChar char="･"/>
              <a:defRPr>
                <a:solidFill>
                  <a:srgbClr val="FFFFFF"/>
                </a:solidFill>
              </a:defRPr>
            </a:lvl8pPr>
            <a:lvl9pPr indent="-323850" lvl="8" marL="4114800" rtl="0">
              <a:lnSpc>
                <a:spcPct val="115000"/>
              </a:lnSpc>
              <a:spcBef>
                <a:spcPts val="2000"/>
              </a:spcBef>
              <a:spcAft>
                <a:spcPts val="2000"/>
              </a:spcAft>
              <a:buClr>
                <a:srgbClr val="FFFFFF"/>
              </a:buClr>
              <a:buSzPts val="1500"/>
              <a:buChar char="･"/>
              <a:defRPr>
                <a:solidFill>
                  <a:srgbClr val="FFFFFF"/>
                </a:solidFill>
              </a:defRPr>
            </a:lvl9pPr>
          </a:lstStyle>
          <a:p/>
        </p:txBody>
      </p:sp>
      <p:sp>
        <p:nvSpPr>
          <p:cNvPr id="3495" name="Google Shape;3495;p287"/>
          <p:cNvSpPr txBox="1"/>
          <p:nvPr>
            <p:ph type="title"/>
          </p:nvPr>
        </p:nvSpPr>
        <p:spPr>
          <a:xfrm>
            <a:off x="900275" y="1736433"/>
            <a:ext cx="3885900" cy="2698500"/>
          </a:xfrm>
          <a:prstGeom prst="rect">
            <a:avLst/>
          </a:prstGeom>
        </p:spPr>
        <p:txBody>
          <a:bodyPr anchorCtr="0" anchor="t" bIns="0" lIns="0" spcFirstLastPara="1" rIns="0" wrap="square" tIns="0">
            <a:noAutofit/>
          </a:bodyPr>
          <a:lstStyle>
            <a:lvl1pPr lvl="0" rtl="0">
              <a:spcBef>
                <a:spcPts val="0"/>
              </a:spcBef>
              <a:spcAft>
                <a:spcPts val="0"/>
              </a:spcAft>
              <a:buClr>
                <a:srgbClr val="FFFFFF"/>
              </a:buClr>
              <a:buSzPts val="4800"/>
              <a:buNone/>
              <a:defRPr sz="4800">
                <a:solidFill>
                  <a:srgbClr val="FFFFFF"/>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cxnSp>
        <p:nvCxnSpPr>
          <p:cNvPr id="3496" name="Google Shape;3496;p28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497" name="Google Shape;3497;p287"/>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100"/>
              <a:buFont typeface="Red Hat Display Medium"/>
              <a:buNone/>
              <a:defRPr sz="1100">
                <a:solidFill>
                  <a:schemeClr val="l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100"/>
              <a:buFont typeface="Red Hat Text Medium"/>
              <a:buNone/>
              <a:defRPr sz="1100">
                <a:solidFill>
                  <a:schemeClr val="lt1"/>
                </a:solidFill>
                <a:latin typeface="Red Hat Text Medium"/>
                <a:ea typeface="Red Hat Text Medium"/>
                <a:cs typeface="Red Hat Text Medium"/>
                <a:sym typeface="Red Hat Text Medium"/>
              </a:defRPr>
            </a:lvl9pPr>
          </a:lstStyle>
          <a:p/>
        </p:txBody>
      </p:sp>
      <p:cxnSp>
        <p:nvCxnSpPr>
          <p:cNvPr id="3498" name="Google Shape;3498;p287"/>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pic>
        <p:nvPicPr>
          <p:cNvPr id="3499" name="Google Shape;3499;p287"/>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3500" name="Google Shape;3500;p2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3501" name="Google Shape;3501;p287"/>
          <p:cNvSpPr txBox="1"/>
          <p:nvPr>
            <p:ph idx="4"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call out B">
  <p:cSld name="CUSTOM_2_1_1_1">
    <p:bg>
      <p:bgPr>
        <a:blipFill>
          <a:blip r:embed="rId2">
            <a:alphaModFix/>
          </a:blip>
          <a:stretch>
            <a:fillRect/>
          </a:stretch>
        </a:blipFill>
      </p:bgPr>
    </p:bg>
    <p:spTree>
      <p:nvGrpSpPr>
        <p:cNvPr id="3502" name="Shape 3502"/>
        <p:cNvGrpSpPr/>
        <p:nvPr/>
      </p:nvGrpSpPr>
      <p:grpSpPr>
        <a:xfrm>
          <a:off x="0" y="0"/>
          <a:ext cx="0" cy="0"/>
          <a:chOff x="0" y="0"/>
          <a:chExt cx="0" cy="0"/>
        </a:xfrm>
      </p:grpSpPr>
      <p:sp>
        <p:nvSpPr>
          <p:cNvPr id="3503" name="Google Shape;3503;p288"/>
          <p:cNvSpPr txBox="1"/>
          <p:nvPr>
            <p:ph idx="1" type="subTitle"/>
          </p:nvPr>
        </p:nvSpPr>
        <p:spPr>
          <a:xfrm>
            <a:off x="9251450" y="2239588"/>
            <a:ext cx="2124300" cy="31572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None/>
              <a:defRPr sz="1500">
                <a:solidFill>
                  <a:schemeClr val="dk1"/>
                </a:solidFill>
                <a:latin typeface="Red Hat Display"/>
                <a:ea typeface="Red Hat Display"/>
                <a:cs typeface="Red Hat Display"/>
                <a:sym typeface="Red Hat Display"/>
              </a:defRPr>
            </a:lvl1pPr>
            <a:lvl2pPr lvl="1" rtl="0">
              <a:lnSpc>
                <a:spcPct val="174000"/>
              </a:lnSpc>
              <a:spcBef>
                <a:spcPts val="0"/>
              </a:spcBef>
              <a:spcAft>
                <a:spcPts val="0"/>
              </a:spcAft>
              <a:buNone/>
              <a:defRPr sz="1500">
                <a:solidFill>
                  <a:schemeClr val="dk1"/>
                </a:solidFill>
              </a:defRPr>
            </a:lvl2pPr>
            <a:lvl3pPr lvl="2" rtl="0">
              <a:lnSpc>
                <a:spcPct val="174000"/>
              </a:lnSpc>
              <a:spcBef>
                <a:spcPts val="0"/>
              </a:spcBef>
              <a:spcAft>
                <a:spcPts val="0"/>
              </a:spcAft>
              <a:buNone/>
              <a:defRPr sz="1500">
                <a:solidFill>
                  <a:schemeClr val="dk1"/>
                </a:solidFill>
              </a:defRPr>
            </a:lvl3pPr>
            <a:lvl4pPr lvl="3" rtl="0">
              <a:lnSpc>
                <a:spcPct val="174000"/>
              </a:lnSpc>
              <a:spcBef>
                <a:spcPts val="0"/>
              </a:spcBef>
              <a:spcAft>
                <a:spcPts val="0"/>
              </a:spcAft>
              <a:buNone/>
              <a:defRPr sz="1500">
                <a:solidFill>
                  <a:schemeClr val="dk1"/>
                </a:solidFill>
              </a:defRPr>
            </a:lvl4pPr>
            <a:lvl5pPr lvl="4" rtl="0">
              <a:lnSpc>
                <a:spcPct val="174000"/>
              </a:lnSpc>
              <a:spcBef>
                <a:spcPts val="0"/>
              </a:spcBef>
              <a:spcAft>
                <a:spcPts val="0"/>
              </a:spcAft>
              <a:buNone/>
              <a:defRPr sz="1500">
                <a:solidFill>
                  <a:schemeClr val="dk1"/>
                </a:solidFill>
              </a:defRPr>
            </a:lvl5pPr>
            <a:lvl6pPr lvl="5" rtl="0">
              <a:lnSpc>
                <a:spcPct val="174000"/>
              </a:lnSpc>
              <a:spcBef>
                <a:spcPts val="0"/>
              </a:spcBef>
              <a:spcAft>
                <a:spcPts val="0"/>
              </a:spcAft>
              <a:buNone/>
              <a:defRPr sz="1500">
                <a:solidFill>
                  <a:schemeClr val="dk1"/>
                </a:solidFill>
              </a:defRPr>
            </a:lvl6pPr>
            <a:lvl7pPr lvl="6" rtl="0">
              <a:lnSpc>
                <a:spcPct val="174000"/>
              </a:lnSpc>
              <a:spcBef>
                <a:spcPts val="0"/>
              </a:spcBef>
              <a:spcAft>
                <a:spcPts val="0"/>
              </a:spcAft>
              <a:buNone/>
              <a:defRPr sz="1500">
                <a:solidFill>
                  <a:schemeClr val="dk1"/>
                </a:solidFill>
              </a:defRPr>
            </a:lvl7pPr>
            <a:lvl8pPr lvl="7" rtl="0">
              <a:lnSpc>
                <a:spcPct val="174000"/>
              </a:lnSpc>
              <a:spcBef>
                <a:spcPts val="0"/>
              </a:spcBef>
              <a:spcAft>
                <a:spcPts val="0"/>
              </a:spcAft>
              <a:buNone/>
              <a:defRPr sz="1500">
                <a:solidFill>
                  <a:schemeClr val="dk1"/>
                </a:solidFill>
              </a:defRPr>
            </a:lvl8pPr>
            <a:lvl9pPr lvl="8" rtl="0">
              <a:lnSpc>
                <a:spcPct val="174000"/>
              </a:lnSpc>
              <a:spcBef>
                <a:spcPts val="0"/>
              </a:spcBef>
              <a:spcAft>
                <a:spcPts val="0"/>
              </a:spcAft>
              <a:buNone/>
              <a:defRPr sz="1500">
                <a:solidFill>
                  <a:schemeClr val="dk1"/>
                </a:solidFill>
              </a:defRPr>
            </a:lvl9pPr>
          </a:lstStyle>
          <a:p/>
        </p:txBody>
      </p:sp>
      <p:sp>
        <p:nvSpPr>
          <p:cNvPr id="3504" name="Google Shape;3504;p288"/>
          <p:cNvSpPr txBox="1"/>
          <p:nvPr>
            <p:ph idx="2" type="subTitle"/>
          </p:nvPr>
        </p:nvSpPr>
        <p:spPr>
          <a:xfrm>
            <a:off x="9251450" y="1687025"/>
            <a:ext cx="2124300" cy="354900"/>
          </a:xfrm>
          <a:prstGeom prst="rect">
            <a:avLst/>
          </a:prstGeom>
        </p:spPr>
        <p:txBody>
          <a:bodyPr anchorCtr="0" anchor="b" bIns="0" lIns="0" spcFirstLastPara="1" rIns="0" wrap="square" tIns="0">
            <a:noAutofit/>
          </a:bodyPr>
          <a:lstStyle>
            <a:lvl1pPr lvl="0" rtl="0">
              <a:lnSpc>
                <a:spcPct val="135000"/>
              </a:lnSpc>
              <a:spcBef>
                <a:spcPts val="0"/>
              </a:spcBef>
              <a:spcAft>
                <a:spcPts val="0"/>
              </a:spcAft>
              <a:buSzPts val="1500"/>
              <a:buFont typeface="Red Hat Display Medium"/>
              <a:buNone/>
              <a:defRPr sz="1500">
                <a:latin typeface="Red Hat Display Medium"/>
                <a:ea typeface="Red Hat Display Medium"/>
                <a:cs typeface="Red Hat Display Medium"/>
                <a:sym typeface="Red Hat Display Medium"/>
              </a:defRPr>
            </a:lvl1pPr>
            <a:lvl2pPr lvl="1" rtl="0">
              <a:spcBef>
                <a:spcPts val="0"/>
              </a:spcBef>
              <a:spcAft>
                <a:spcPts val="0"/>
              </a:spcAft>
              <a:buSzPts val="1500"/>
              <a:buNone/>
              <a:defRPr/>
            </a:lvl2pPr>
            <a:lvl3pPr lvl="2" rtl="0">
              <a:spcBef>
                <a:spcPts val="500"/>
              </a:spcBef>
              <a:spcAft>
                <a:spcPts val="0"/>
              </a:spcAft>
              <a:buSzPts val="1500"/>
              <a:buNone/>
              <a:defRPr/>
            </a:lvl3pPr>
            <a:lvl4pPr lvl="3" rtl="0">
              <a:spcBef>
                <a:spcPts val="500"/>
              </a:spcBef>
              <a:spcAft>
                <a:spcPts val="0"/>
              </a:spcAft>
              <a:buSzPts val="1500"/>
              <a:buNone/>
              <a:defRPr/>
            </a:lvl4pPr>
            <a:lvl5pPr lvl="4" rtl="0">
              <a:spcBef>
                <a:spcPts val="500"/>
              </a:spcBef>
              <a:spcAft>
                <a:spcPts val="0"/>
              </a:spcAft>
              <a:buSzPts val="1500"/>
              <a:buNone/>
              <a:defRPr/>
            </a:lvl5pPr>
            <a:lvl6pPr lvl="5" rtl="0">
              <a:spcBef>
                <a:spcPts val="500"/>
              </a:spcBef>
              <a:spcAft>
                <a:spcPts val="0"/>
              </a:spcAft>
              <a:buSzPts val="1500"/>
              <a:buNone/>
              <a:defRPr/>
            </a:lvl6pPr>
            <a:lvl7pPr lvl="6" rtl="0">
              <a:spcBef>
                <a:spcPts val="500"/>
              </a:spcBef>
              <a:spcAft>
                <a:spcPts val="0"/>
              </a:spcAft>
              <a:buSzPts val="1500"/>
              <a:buNone/>
              <a:defRPr/>
            </a:lvl7pPr>
            <a:lvl8pPr lvl="7" rtl="0">
              <a:spcBef>
                <a:spcPts val="500"/>
              </a:spcBef>
              <a:spcAft>
                <a:spcPts val="0"/>
              </a:spcAft>
              <a:buSzPts val="1500"/>
              <a:buNone/>
              <a:defRPr/>
            </a:lvl8pPr>
            <a:lvl9pPr lvl="8" rtl="0">
              <a:spcBef>
                <a:spcPts val="500"/>
              </a:spcBef>
              <a:spcAft>
                <a:spcPts val="500"/>
              </a:spcAft>
              <a:buSzPts val="1500"/>
              <a:buNone/>
              <a:defRPr/>
            </a:lvl9pPr>
          </a:lstStyle>
          <a:p/>
        </p:txBody>
      </p:sp>
      <p:cxnSp>
        <p:nvCxnSpPr>
          <p:cNvPr id="3505" name="Google Shape;3505;p288"/>
          <p:cNvCxnSpPr/>
          <p:nvPr/>
        </p:nvCxnSpPr>
        <p:spPr>
          <a:xfrm rot="10800000">
            <a:off x="447767" y="6401700"/>
            <a:ext cx="0" cy="456300"/>
          </a:xfrm>
          <a:prstGeom prst="straightConnector1">
            <a:avLst/>
          </a:prstGeom>
          <a:noFill/>
          <a:ln cap="flat" cmpd="sng" w="9525">
            <a:solidFill>
              <a:srgbClr val="EE0000"/>
            </a:solidFill>
            <a:prstDash val="solid"/>
            <a:round/>
            <a:headEnd len="med" w="med" type="none"/>
            <a:tailEnd len="med" w="med" type="none"/>
          </a:ln>
        </p:spPr>
      </p:cxnSp>
      <p:cxnSp>
        <p:nvCxnSpPr>
          <p:cNvPr id="3506" name="Google Shape;3506;p28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507" name="Google Shape;3507;p28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100"/>
              <a:buFont typeface="Red Hat Text Medium"/>
              <a:buNone/>
              <a:defRPr sz="1100">
                <a:solidFill>
                  <a:schemeClr val="dk1"/>
                </a:solidFill>
                <a:latin typeface="Red Hat Text Medium"/>
                <a:ea typeface="Red Hat Text Medium"/>
                <a:cs typeface="Red Hat Text Medium"/>
                <a:sym typeface="Red Hat Text Medium"/>
              </a:defRPr>
            </a:lvl9pPr>
          </a:lstStyle>
          <a:p/>
        </p:txBody>
      </p:sp>
      <p:pic>
        <p:nvPicPr>
          <p:cNvPr id="3508" name="Google Shape;3508;p288"/>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3509" name="Google Shape;3509;p2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4">
  <p:cSld name="CUSTOM_4_3_5">
    <p:spTree>
      <p:nvGrpSpPr>
        <p:cNvPr id="3510" name="Shape 3510"/>
        <p:cNvGrpSpPr/>
        <p:nvPr/>
      </p:nvGrpSpPr>
      <p:grpSpPr>
        <a:xfrm>
          <a:off x="0" y="0"/>
          <a:ext cx="0" cy="0"/>
          <a:chOff x="0" y="0"/>
          <a:chExt cx="0" cy="0"/>
        </a:xfrm>
      </p:grpSpPr>
      <p:cxnSp>
        <p:nvCxnSpPr>
          <p:cNvPr id="3511" name="Google Shape;3511;p28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512" name="Google Shape;3512;p289"/>
          <p:cNvCxnSpPr/>
          <p:nvPr/>
        </p:nvCxnSpPr>
        <p:spPr>
          <a:xfrm rot="10800000">
            <a:off x="447767" y="6401700"/>
            <a:ext cx="0" cy="456300"/>
          </a:xfrm>
          <a:prstGeom prst="straightConnector1">
            <a:avLst/>
          </a:prstGeom>
          <a:noFill/>
          <a:ln cap="flat" cmpd="sng" w="9525">
            <a:solidFill>
              <a:schemeClr val="accent1"/>
            </a:solidFill>
            <a:prstDash val="solid"/>
            <a:round/>
            <a:headEnd len="med" w="med" type="none"/>
            <a:tailEnd len="med" w="med" type="none"/>
          </a:ln>
        </p:spPr>
      </p:cxnSp>
      <p:sp>
        <p:nvSpPr>
          <p:cNvPr id="3513" name="Google Shape;3513;p28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514" name="Google Shape;3514;p28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515" name="Google Shape;3515;p289"/>
          <p:cNvSpPr txBox="1"/>
          <p:nvPr>
            <p:ph idx="1" type="subTitle"/>
          </p:nvPr>
        </p:nvSpPr>
        <p:spPr>
          <a:xfrm>
            <a:off x="885050" y="6169550"/>
            <a:ext cx="8002500" cy="560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516" name="Google Shape;3516;p289"/>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3517" name="Google Shape;3517;p289"/>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3518" name="Google Shape;3518;p289"/>
          <p:cNvSpPr txBox="1"/>
          <p:nvPr>
            <p:ph idx="2"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519" name="Google Shape;3519;p289"/>
          <p:cNvSpPr txBox="1"/>
          <p:nvPr>
            <p:ph idx="3"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520" name="Google Shape;3520;p289"/>
          <p:cNvSpPr txBox="1"/>
          <p:nvPr>
            <p:ph idx="4"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521" name="Google Shape;3521;p289"/>
          <p:cNvSpPr txBox="1"/>
          <p:nvPr>
            <p:ph idx="5"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522" name="Google Shape;3522;p289"/>
          <p:cNvSpPr txBox="1"/>
          <p:nvPr>
            <p:ph idx="6"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1pPr>
            <a:lvl2pPr lvl="1"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2pPr>
            <a:lvl3pPr lvl="2"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3pPr>
            <a:lvl4pPr lvl="3"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4pPr>
            <a:lvl5pPr lvl="4"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5pPr>
            <a:lvl6pPr lvl="5"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6pPr>
            <a:lvl7pPr lvl="6"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7pPr>
            <a:lvl8pPr lvl="7"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8pPr>
            <a:lvl9pPr lvl="8" rtl="0" algn="ctr">
              <a:lnSpc>
                <a:spcPct val="114000"/>
              </a:lnSpc>
              <a:spcBef>
                <a:spcPts val="0"/>
              </a:spcBef>
              <a:spcAft>
                <a:spcPts val="0"/>
              </a:spcAft>
              <a:buNone/>
              <a:defRPr sz="1500">
                <a:solidFill>
                  <a:schemeClr val="accent1"/>
                </a:solidFill>
                <a:latin typeface="Red Hat Display Medium"/>
                <a:ea typeface="Red Hat Display Medium"/>
                <a:cs typeface="Red Hat Display Medium"/>
                <a:sym typeface="Red Hat Display Medium"/>
              </a:defRPr>
            </a:lvl9pPr>
          </a:lstStyle>
          <a:p/>
        </p:txBody>
      </p:sp>
      <p:sp>
        <p:nvSpPr>
          <p:cNvPr id="3523" name="Google Shape;3523;p289"/>
          <p:cNvSpPr txBox="1"/>
          <p:nvPr>
            <p:ph idx="7"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500"/>
            </a:lvl1pPr>
            <a:lvl2pPr lvl="1" rtl="0" algn="ctr">
              <a:spcBef>
                <a:spcPts val="500"/>
              </a:spcBef>
              <a:spcAft>
                <a:spcPts val="0"/>
              </a:spcAft>
              <a:buNone/>
              <a:defRPr sz="1500"/>
            </a:lvl2pPr>
            <a:lvl3pPr lvl="2" rtl="0" algn="ctr">
              <a:spcBef>
                <a:spcPts val="500"/>
              </a:spcBef>
              <a:spcAft>
                <a:spcPts val="0"/>
              </a:spcAft>
              <a:buNone/>
              <a:defRPr sz="1500"/>
            </a:lvl3pPr>
            <a:lvl4pPr lvl="3" rtl="0" algn="ctr">
              <a:spcBef>
                <a:spcPts val="500"/>
              </a:spcBef>
              <a:spcAft>
                <a:spcPts val="0"/>
              </a:spcAft>
              <a:buNone/>
              <a:defRPr sz="1500"/>
            </a:lvl4pPr>
            <a:lvl5pPr lvl="4" rtl="0" algn="ctr">
              <a:spcBef>
                <a:spcPts val="500"/>
              </a:spcBef>
              <a:spcAft>
                <a:spcPts val="0"/>
              </a:spcAft>
              <a:buNone/>
              <a:defRPr sz="1500"/>
            </a:lvl5pPr>
            <a:lvl6pPr lvl="5" rtl="0" algn="ctr">
              <a:spcBef>
                <a:spcPts val="500"/>
              </a:spcBef>
              <a:spcAft>
                <a:spcPts val="0"/>
              </a:spcAft>
              <a:buNone/>
              <a:defRPr sz="1500"/>
            </a:lvl6pPr>
            <a:lvl7pPr lvl="6" rtl="0" algn="ctr">
              <a:spcBef>
                <a:spcPts val="500"/>
              </a:spcBef>
              <a:spcAft>
                <a:spcPts val="0"/>
              </a:spcAft>
              <a:buNone/>
              <a:defRPr sz="1500"/>
            </a:lvl7pPr>
            <a:lvl8pPr lvl="7" rtl="0" algn="ctr">
              <a:spcBef>
                <a:spcPts val="500"/>
              </a:spcBef>
              <a:spcAft>
                <a:spcPts val="0"/>
              </a:spcAft>
              <a:buNone/>
              <a:defRPr sz="1500"/>
            </a:lvl8pPr>
            <a:lvl9pPr lvl="8" rtl="0" algn="ctr">
              <a:spcBef>
                <a:spcPts val="500"/>
              </a:spcBef>
              <a:spcAft>
                <a:spcPts val="500"/>
              </a:spcAft>
              <a:buNone/>
              <a:defRPr sz="1500"/>
            </a:lvl9pPr>
          </a:lstStyle>
          <a:p/>
        </p:txBody>
      </p:sp>
      <p:sp>
        <p:nvSpPr>
          <p:cNvPr id="3524" name="Google Shape;3524;p289"/>
          <p:cNvSpPr txBox="1"/>
          <p:nvPr>
            <p:ph idx="8"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100"/>
              <a:buFont typeface="Red Hat Display Medium"/>
              <a:buNone/>
              <a:defRPr sz="1100">
                <a:solidFill>
                  <a:schemeClr val="accent1"/>
                </a:solidFill>
                <a:latin typeface="Red Hat Display Medium"/>
                <a:ea typeface="Red Hat Display Medium"/>
                <a:cs typeface="Red Hat Display Medium"/>
                <a:sym typeface="Red Hat Display Medium"/>
              </a:defRPr>
            </a:lvl9pPr>
          </a:lstStyle>
          <a:p/>
        </p:txBody>
      </p:sp>
      <p:sp>
        <p:nvSpPr>
          <p:cNvPr id="3525" name="Google Shape;3525;p289"/>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sp>
        <p:nvSpPr>
          <p:cNvPr id="3526" name="Google Shape;3526;p289"/>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chemeClr val="accent1"/>
                </a:solidFill>
              </a:defRPr>
            </a:lvl1pPr>
            <a:lvl2pPr lvl="1" rtl="0" algn="ctr">
              <a:spcBef>
                <a:spcPts val="500"/>
              </a:spcBef>
              <a:spcAft>
                <a:spcPts val="0"/>
              </a:spcAft>
              <a:buNone/>
              <a:defRPr sz="1900">
                <a:solidFill>
                  <a:schemeClr val="accent1"/>
                </a:solidFill>
              </a:defRPr>
            </a:lvl2pPr>
            <a:lvl3pPr lvl="2" rtl="0" algn="ctr">
              <a:spcBef>
                <a:spcPts val="500"/>
              </a:spcBef>
              <a:spcAft>
                <a:spcPts val="0"/>
              </a:spcAft>
              <a:buNone/>
              <a:defRPr sz="1900">
                <a:solidFill>
                  <a:schemeClr val="accent1"/>
                </a:solidFill>
              </a:defRPr>
            </a:lvl3pPr>
            <a:lvl4pPr lvl="3" rtl="0" algn="ctr">
              <a:spcBef>
                <a:spcPts val="500"/>
              </a:spcBef>
              <a:spcAft>
                <a:spcPts val="0"/>
              </a:spcAft>
              <a:buNone/>
              <a:defRPr sz="1900">
                <a:solidFill>
                  <a:schemeClr val="accent1"/>
                </a:solidFill>
              </a:defRPr>
            </a:lvl4pPr>
            <a:lvl5pPr lvl="4" rtl="0" algn="ctr">
              <a:spcBef>
                <a:spcPts val="500"/>
              </a:spcBef>
              <a:spcAft>
                <a:spcPts val="0"/>
              </a:spcAft>
              <a:buNone/>
              <a:defRPr sz="1900">
                <a:solidFill>
                  <a:schemeClr val="accent1"/>
                </a:solidFill>
              </a:defRPr>
            </a:lvl5pPr>
            <a:lvl6pPr lvl="5" rtl="0" algn="ctr">
              <a:spcBef>
                <a:spcPts val="500"/>
              </a:spcBef>
              <a:spcAft>
                <a:spcPts val="0"/>
              </a:spcAft>
              <a:buNone/>
              <a:defRPr sz="1900">
                <a:solidFill>
                  <a:schemeClr val="accent1"/>
                </a:solidFill>
              </a:defRPr>
            </a:lvl6pPr>
            <a:lvl7pPr lvl="6" rtl="0" algn="ctr">
              <a:spcBef>
                <a:spcPts val="500"/>
              </a:spcBef>
              <a:spcAft>
                <a:spcPts val="0"/>
              </a:spcAft>
              <a:buNone/>
              <a:defRPr sz="1900">
                <a:solidFill>
                  <a:schemeClr val="accent1"/>
                </a:solidFill>
              </a:defRPr>
            </a:lvl7pPr>
            <a:lvl8pPr lvl="7" rtl="0" algn="ctr">
              <a:spcBef>
                <a:spcPts val="500"/>
              </a:spcBef>
              <a:spcAft>
                <a:spcPts val="0"/>
              </a:spcAft>
              <a:buNone/>
              <a:defRPr sz="1900">
                <a:solidFill>
                  <a:schemeClr val="accent1"/>
                </a:solidFill>
              </a:defRPr>
            </a:lvl8pPr>
            <a:lvl9pPr lvl="8" rtl="0" algn="ctr">
              <a:spcBef>
                <a:spcPts val="500"/>
              </a:spcBef>
              <a:spcAft>
                <a:spcPts val="500"/>
              </a:spcAft>
              <a:buNone/>
              <a:defRPr sz="1900">
                <a:solidFill>
                  <a:schemeClr val="accent1"/>
                </a:solidFill>
              </a:defRPr>
            </a:lvl9pPr>
          </a:lstStyle>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title" type="title">
  <p:cSld name="TITLE">
    <p:bg>
      <p:bgPr>
        <a:blipFill>
          <a:blip r:embed="rId2">
            <a:alphaModFix/>
          </a:blip>
          <a:stretch>
            <a:fillRect/>
          </a:stretch>
        </a:blipFill>
      </p:bgPr>
    </p:bg>
    <p:spTree>
      <p:nvGrpSpPr>
        <p:cNvPr id="3530" name="Shape 3530"/>
        <p:cNvGrpSpPr/>
        <p:nvPr/>
      </p:nvGrpSpPr>
      <p:grpSpPr>
        <a:xfrm>
          <a:off x="0" y="0"/>
          <a:ext cx="0" cy="0"/>
          <a:chOff x="0" y="0"/>
          <a:chExt cx="0" cy="0"/>
        </a:xfrm>
      </p:grpSpPr>
      <p:sp>
        <p:nvSpPr>
          <p:cNvPr id="3531" name="Google Shape;3531;p291"/>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291"/>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3533" name="Google Shape;3533;p291"/>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3534" name="Google Shape;3534;p291"/>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3535" name="Google Shape;3535;p291"/>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3536" name="Google Shape;3536;p291"/>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537" name="Google Shape;3537;p29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3538" name="Google Shape;3538;p29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closing">
  <p:cSld name="TITLE_1">
    <p:bg>
      <p:bgPr>
        <a:blipFill>
          <a:blip r:embed="rId2">
            <a:alphaModFix/>
          </a:blip>
          <a:stretch>
            <a:fillRect/>
          </a:stretch>
        </a:blipFill>
      </p:bgPr>
    </p:bg>
    <p:spTree>
      <p:nvGrpSpPr>
        <p:cNvPr id="3539" name="Shape 3539"/>
        <p:cNvGrpSpPr/>
        <p:nvPr/>
      </p:nvGrpSpPr>
      <p:grpSpPr>
        <a:xfrm>
          <a:off x="0" y="0"/>
          <a:ext cx="0" cy="0"/>
          <a:chOff x="0" y="0"/>
          <a:chExt cx="0" cy="0"/>
        </a:xfrm>
      </p:grpSpPr>
      <p:sp>
        <p:nvSpPr>
          <p:cNvPr id="3540" name="Google Shape;3540;p292"/>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292"/>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400"/>
              <a:buNone/>
              <a:defRPr sz="1400">
                <a:solidFill>
                  <a:schemeClr val="lt1"/>
                </a:solidFill>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3542" name="Google Shape;3542;p292"/>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000">
                <a:solidFill>
                  <a:schemeClr val="lt1"/>
                </a:solidFill>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3543" name="Google Shape;3543;p292"/>
          <p:cNvPicPr preferRelativeResize="0"/>
          <p:nvPr/>
        </p:nvPicPr>
        <p:blipFill>
          <a:blip r:embed="rId3">
            <a:alphaModFix/>
          </a:blip>
          <a:stretch>
            <a:fillRect/>
          </a:stretch>
        </p:blipFill>
        <p:spPr>
          <a:xfrm>
            <a:off x="10106850" y="6203986"/>
            <a:ext cx="1580275" cy="372766"/>
          </a:xfrm>
          <a:prstGeom prst="rect">
            <a:avLst/>
          </a:prstGeom>
          <a:noFill/>
          <a:ln>
            <a:noFill/>
          </a:ln>
        </p:spPr>
      </p:pic>
      <p:pic>
        <p:nvPicPr>
          <p:cNvPr id="3544" name="Google Shape;3544;p292"/>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3545" name="Google Shape;3545;p292"/>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3546" name="Google Shape;3546;p292"/>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3547" name="Google Shape;3547;p292"/>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
        <p:nvSpPr>
          <p:cNvPr id="3548" name="Google Shape;3548;p292"/>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linkedin.com/company/red-hat</a:t>
            </a:r>
            <a:endParaRPr>
              <a:solidFill>
                <a:schemeClr val="lt1"/>
              </a:solidFill>
              <a:latin typeface="Red Hat Text"/>
              <a:ea typeface="Red Hat Text"/>
              <a:cs typeface="Red Hat Text"/>
              <a:sym typeface="Red Hat Text"/>
            </a:endParaRPr>
          </a:p>
        </p:txBody>
      </p:sp>
      <p:sp>
        <p:nvSpPr>
          <p:cNvPr id="3549" name="Google Shape;3549;p292"/>
          <p:cNvSpPr txBox="1"/>
          <p:nvPr/>
        </p:nvSpPr>
        <p:spPr>
          <a:xfrm>
            <a:off x="7960472" y="27678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youtube.com/user/RedHatVideos</a:t>
            </a:r>
            <a:endParaRPr>
              <a:solidFill>
                <a:schemeClr val="lt1"/>
              </a:solidFill>
              <a:latin typeface="Red Hat Text"/>
              <a:ea typeface="Red Hat Text"/>
              <a:cs typeface="Red Hat Text"/>
              <a:sym typeface="Red Hat Text"/>
            </a:endParaRPr>
          </a:p>
        </p:txBody>
      </p:sp>
      <p:sp>
        <p:nvSpPr>
          <p:cNvPr id="3550" name="Google Shape;3550;p292"/>
          <p:cNvSpPr txBox="1"/>
          <p:nvPr/>
        </p:nvSpPr>
        <p:spPr>
          <a:xfrm>
            <a:off x="7960472" y="35359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facebook.com/redhatinc</a:t>
            </a:r>
            <a:endParaRPr>
              <a:solidFill>
                <a:schemeClr val="lt1"/>
              </a:solidFill>
              <a:latin typeface="Red Hat Text"/>
              <a:ea typeface="Red Hat Text"/>
              <a:cs typeface="Red Hat Text"/>
              <a:sym typeface="Red Hat Text"/>
            </a:endParaRPr>
          </a:p>
        </p:txBody>
      </p:sp>
      <p:sp>
        <p:nvSpPr>
          <p:cNvPr id="3551" name="Google Shape;3551;p292"/>
          <p:cNvSpPr txBox="1"/>
          <p:nvPr/>
        </p:nvSpPr>
        <p:spPr>
          <a:xfrm>
            <a:off x="7960472" y="43039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twitter.com/RedHat</a:t>
            </a:r>
            <a:endParaRPr>
              <a:solidFill>
                <a:schemeClr val="lt1"/>
              </a:solidFill>
              <a:latin typeface="Red Hat Text"/>
              <a:ea typeface="Red Hat Text"/>
              <a:cs typeface="Red Hat Text"/>
              <a:sym typeface="Red Hat Text"/>
            </a:endParaRPr>
          </a:p>
        </p:txBody>
      </p:sp>
      <p:cxnSp>
        <p:nvCxnSpPr>
          <p:cNvPr id="3552" name="Google Shape;3552;p292"/>
          <p:cNvCxnSpPr/>
          <p:nvPr/>
        </p:nvCxnSpPr>
        <p:spPr>
          <a:xfrm rot="10800000">
            <a:off x="447775" y="50"/>
            <a:ext cx="0" cy="2282700"/>
          </a:xfrm>
          <a:prstGeom prst="straightConnector1">
            <a:avLst/>
          </a:prstGeom>
          <a:noFill/>
          <a:ln cap="flat" cmpd="sng" w="9525">
            <a:solidFill>
              <a:srgbClr val="800000"/>
            </a:solidFill>
            <a:prstDash val="solid"/>
            <a:round/>
            <a:headEnd len="med" w="med" type="none"/>
            <a:tailEnd len="med" w="med" type="none"/>
          </a:ln>
        </p:spPr>
      </p:cxnSp>
      <p:cxnSp>
        <p:nvCxnSpPr>
          <p:cNvPr id="3553" name="Google Shape;3553;p292"/>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sp>
        <p:nvSpPr>
          <p:cNvPr id="3554" name="Google Shape;3554;p29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Title">
  <p:cSld name="TITLE_2">
    <p:bg>
      <p:bgPr>
        <a:blipFill>
          <a:blip r:embed="rId2">
            <a:alphaModFix/>
          </a:blip>
          <a:stretch>
            <a:fillRect/>
          </a:stretch>
        </a:blipFill>
      </p:bgPr>
    </p:bg>
    <p:spTree>
      <p:nvGrpSpPr>
        <p:cNvPr id="3555" name="Shape 3555"/>
        <p:cNvGrpSpPr/>
        <p:nvPr/>
      </p:nvGrpSpPr>
      <p:grpSpPr>
        <a:xfrm>
          <a:off x="0" y="0"/>
          <a:ext cx="0" cy="0"/>
          <a:chOff x="0" y="0"/>
          <a:chExt cx="0" cy="0"/>
        </a:xfrm>
      </p:grpSpPr>
      <p:sp>
        <p:nvSpPr>
          <p:cNvPr id="3556" name="Google Shape;3556;p293"/>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293"/>
          <p:cNvSpPr txBox="1"/>
          <p:nvPr>
            <p:ph idx="1" type="subTitle"/>
          </p:nvPr>
        </p:nvSpPr>
        <p:spPr>
          <a:xfrm>
            <a:off x="2083725" y="3521825"/>
            <a:ext cx="7533300" cy="9144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400"/>
              <a:buNone/>
              <a:defRPr sz="2400">
                <a:solidFill>
                  <a:schemeClr val="lt1"/>
                </a:solidFill>
              </a:defRPr>
            </a:lvl1pPr>
            <a:lvl2pPr lvl="1" rtl="0">
              <a:lnSpc>
                <a:spcPct val="100000"/>
              </a:lnSpc>
              <a:spcBef>
                <a:spcPts val="0"/>
              </a:spcBef>
              <a:spcAft>
                <a:spcPts val="0"/>
              </a:spcAft>
              <a:buClr>
                <a:schemeClr val="lt1"/>
              </a:buClr>
              <a:buSzPts val="2400"/>
              <a:buNone/>
              <a:defRPr sz="2400">
                <a:solidFill>
                  <a:schemeClr val="lt1"/>
                </a:solidFill>
              </a:defRPr>
            </a:lvl2pPr>
            <a:lvl3pPr lvl="2" rtl="0">
              <a:lnSpc>
                <a:spcPct val="100000"/>
              </a:lnSpc>
              <a:spcBef>
                <a:spcPts val="0"/>
              </a:spcBef>
              <a:spcAft>
                <a:spcPts val="0"/>
              </a:spcAft>
              <a:buClr>
                <a:schemeClr val="lt1"/>
              </a:buClr>
              <a:buSzPts val="2400"/>
              <a:buNone/>
              <a:defRPr sz="2400">
                <a:solidFill>
                  <a:schemeClr val="lt1"/>
                </a:solidFill>
              </a:defRPr>
            </a:lvl3pPr>
            <a:lvl4pPr lvl="3" rtl="0">
              <a:lnSpc>
                <a:spcPct val="100000"/>
              </a:lnSpc>
              <a:spcBef>
                <a:spcPts val="0"/>
              </a:spcBef>
              <a:spcAft>
                <a:spcPts val="0"/>
              </a:spcAft>
              <a:buClr>
                <a:schemeClr val="lt1"/>
              </a:buClr>
              <a:buSzPts val="2400"/>
              <a:buNone/>
              <a:defRPr sz="2400">
                <a:solidFill>
                  <a:schemeClr val="lt1"/>
                </a:solidFill>
              </a:defRPr>
            </a:lvl4pPr>
            <a:lvl5pPr lvl="4" rtl="0">
              <a:lnSpc>
                <a:spcPct val="100000"/>
              </a:lnSpc>
              <a:spcBef>
                <a:spcPts val="0"/>
              </a:spcBef>
              <a:spcAft>
                <a:spcPts val="0"/>
              </a:spcAft>
              <a:buClr>
                <a:schemeClr val="lt1"/>
              </a:buClr>
              <a:buSzPts val="2400"/>
              <a:buNone/>
              <a:defRPr sz="2400">
                <a:solidFill>
                  <a:schemeClr val="lt1"/>
                </a:solidFill>
              </a:defRPr>
            </a:lvl5pPr>
            <a:lvl6pPr lvl="5" rtl="0">
              <a:lnSpc>
                <a:spcPct val="100000"/>
              </a:lnSpc>
              <a:spcBef>
                <a:spcPts val="0"/>
              </a:spcBef>
              <a:spcAft>
                <a:spcPts val="0"/>
              </a:spcAft>
              <a:buClr>
                <a:schemeClr val="lt1"/>
              </a:buClr>
              <a:buSzPts val="2400"/>
              <a:buNone/>
              <a:defRPr sz="2400">
                <a:solidFill>
                  <a:schemeClr val="lt1"/>
                </a:solidFill>
              </a:defRPr>
            </a:lvl6pPr>
            <a:lvl7pPr lvl="6" rtl="0">
              <a:lnSpc>
                <a:spcPct val="100000"/>
              </a:lnSpc>
              <a:spcBef>
                <a:spcPts val="0"/>
              </a:spcBef>
              <a:spcAft>
                <a:spcPts val="0"/>
              </a:spcAft>
              <a:buClr>
                <a:schemeClr val="lt1"/>
              </a:buClr>
              <a:buSzPts val="2400"/>
              <a:buNone/>
              <a:defRPr sz="2400">
                <a:solidFill>
                  <a:schemeClr val="lt1"/>
                </a:solidFill>
              </a:defRPr>
            </a:lvl7pPr>
            <a:lvl8pPr lvl="7" rtl="0">
              <a:lnSpc>
                <a:spcPct val="100000"/>
              </a:lnSpc>
              <a:spcBef>
                <a:spcPts val="0"/>
              </a:spcBef>
              <a:spcAft>
                <a:spcPts val="0"/>
              </a:spcAft>
              <a:buClr>
                <a:schemeClr val="lt1"/>
              </a:buClr>
              <a:buSzPts val="2400"/>
              <a:buNone/>
              <a:defRPr sz="2400">
                <a:solidFill>
                  <a:schemeClr val="lt1"/>
                </a:solidFill>
              </a:defRPr>
            </a:lvl8pPr>
            <a:lvl9pPr lvl="8" rtl="0">
              <a:lnSpc>
                <a:spcPct val="100000"/>
              </a:lnSpc>
              <a:spcBef>
                <a:spcPts val="0"/>
              </a:spcBef>
              <a:spcAft>
                <a:spcPts val="0"/>
              </a:spcAft>
              <a:buClr>
                <a:schemeClr val="lt1"/>
              </a:buClr>
              <a:buSzPts val="2400"/>
              <a:buNone/>
              <a:defRPr sz="2400">
                <a:solidFill>
                  <a:schemeClr val="lt1"/>
                </a:solidFill>
              </a:defRPr>
            </a:lvl9pPr>
          </a:lstStyle>
          <a:p/>
        </p:txBody>
      </p:sp>
      <p:sp>
        <p:nvSpPr>
          <p:cNvPr id="3558" name="Google Shape;3558;p293"/>
          <p:cNvSpPr txBox="1"/>
          <p:nvPr>
            <p:ph type="title"/>
          </p:nvPr>
        </p:nvSpPr>
        <p:spPr>
          <a:xfrm>
            <a:off x="2083875" y="1743625"/>
            <a:ext cx="7533300" cy="16002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4600">
                <a:solidFill>
                  <a:schemeClr val="lt1"/>
                </a:solidFill>
              </a:defRPr>
            </a:lvl1pPr>
            <a:lvl2pPr lvl="1" rtl="0">
              <a:lnSpc>
                <a:spcPct val="105000"/>
              </a:lnSpc>
              <a:spcBef>
                <a:spcPts val="0"/>
              </a:spcBef>
              <a:spcAft>
                <a:spcPts val="0"/>
              </a:spcAft>
              <a:buNone/>
              <a:defRPr sz="4600">
                <a:solidFill>
                  <a:schemeClr val="lt1"/>
                </a:solidFill>
              </a:defRPr>
            </a:lvl2pPr>
            <a:lvl3pPr lvl="2" rtl="0">
              <a:lnSpc>
                <a:spcPct val="105000"/>
              </a:lnSpc>
              <a:spcBef>
                <a:spcPts val="0"/>
              </a:spcBef>
              <a:spcAft>
                <a:spcPts val="0"/>
              </a:spcAft>
              <a:buNone/>
              <a:defRPr sz="4600">
                <a:solidFill>
                  <a:schemeClr val="lt1"/>
                </a:solidFill>
              </a:defRPr>
            </a:lvl3pPr>
            <a:lvl4pPr lvl="3" rtl="0">
              <a:lnSpc>
                <a:spcPct val="105000"/>
              </a:lnSpc>
              <a:spcBef>
                <a:spcPts val="0"/>
              </a:spcBef>
              <a:spcAft>
                <a:spcPts val="0"/>
              </a:spcAft>
              <a:buNone/>
              <a:defRPr sz="4600">
                <a:solidFill>
                  <a:schemeClr val="lt1"/>
                </a:solidFill>
              </a:defRPr>
            </a:lvl4pPr>
            <a:lvl5pPr lvl="4" rtl="0">
              <a:lnSpc>
                <a:spcPct val="105000"/>
              </a:lnSpc>
              <a:spcBef>
                <a:spcPts val="0"/>
              </a:spcBef>
              <a:spcAft>
                <a:spcPts val="0"/>
              </a:spcAft>
              <a:buNone/>
              <a:defRPr sz="4600">
                <a:solidFill>
                  <a:schemeClr val="lt1"/>
                </a:solidFill>
              </a:defRPr>
            </a:lvl5pPr>
            <a:lvl6pPr lvl="5" rtl="0">
              <a:lnSpc>
                <a:spcPct val="105000"/>
              </a:lnSpc>
              <a:spcBef>
                <a:spcPts val="0"/>
              </a:spcBef>
              <a:spcAft>
                <a:spcPts val="0"/>
              </a:spcAft>
              <a:buNone/>
              <a:defRPr sz="4600">
                <a:solidFill>
                  <a:schemeClr val="lt1"/>
                </a:solidFill>
              </a:defRPr>
            </a:lvl6pPr>
            <a:lvl7pPr lvl="6" rtl="0">
              <a:lnSpc>
                <a:spcPct val="105000"/>
              </a:lnSpc>
              <a:spcBef>
                <a:spcPts val="0"/>
              </a:spcBef>
              <a:spcAft>
                <a:spcPts val="0"/>
              </a:spcAft>
              <a:buNone/>
              <a:defRPr sz="4600">
                <a:solidFill>
                  <a:schemeClr val="lt1"/>
                </a:solidFill>
              </a:defRPr>
            </a:lvl7pPr>
            <a:lvl8pPr lvl="7" rtl="0">
              <a:lnSpc>
                <a:spcPct val="105000"/>
              </a:lnSpc>
              <a:spcBef>
                <a:spcPts val="0"/>
              </a:spcBef>
              <a:spcAft>
                <a:spcPts val="0"/>
              </a:spcAft>
              <a:buNone/>
              <a:defRPr sz="4600">
                <a:solidFill>
                  <a:schemeClr val="lt1"/>
                </a:solidFill>
              </a:defRPr>
            </a:lvl8pPr>
            <a:lvl9pPr lvl="8" rtl="0">
              <a:lnSpc>
                <a:spcPct val="105000"/>
              </a:lnSpc>
              <a:spcBef>
                <a:spcPts val="0"/>
              </a:spcBef>
              <a:spcAft>
                <a:spcPts val="0"/>
              </a:spcAft>
              <a:buNone/>
              <a:defRPr sz="4600">
                <a:solidFill>
                  <a:schemeClr val="lt1"/>
                </a:solidFill>
              </a:defRPr>
            </a:lvl9pPr>
          </a:lstStyle>
          <a:p/>
        </p:txBody>
      </p:sp>
      <p:sp>
        <p:nvSpPr>
          <p:cNvPr id="3559" name="Google Shape;3559;p293"/>
          <p:cNvSpPr txBox="1"/>
          <p:nvPr>
            <p:ph idx="2" type="subTitle"/>
          </p:nvPr>
        </p:nvSpPr>
        <p:spPr>
          <a:xfrm>
            <a:off x="2083725"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sp>
        <p:nvSpPr>
          <p:cNvPr id="3560" name="Google Shape;3560;p293"/>
          <p:cNvSpPr txBox="1"/>
          <p:nvPr>
            <p:ph idx="3" type="subTitle"/>
          </p:nvPr>
        </p:nvSpPr>
        <p:spPr>
          <a:xfrm>
            <a:off x="4471850" y="4681700"/>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lt1"/>
              </a:buClr>
              <a:buSzPts val="1200"/>
              <a:buNone/>
              <a:defRPr sz="1200">
                <a:solidFill>
                  <a:schemeClr val="lt1"/>
                </a:solidFill>
              </a:defRPr>
            </a:lvl1pPr>
            <a:lvl2pPr lvl="1" rtl="0">
              <a:lnSpc>
                <a:spcPct val="135000"/>
              </a:lnSpc>
              <a:spcBef>
                <a:spcPts val="0"/>
              </a:spcBef>
              <a:spcAft>
                <a:spcPts val="0"/>
              </a:spcAft>
              <a:buClr>
                <a:schemeClr val="lt1"/>
              </a:buClr>
              <a:buSzPts val="1200"/>
              <a:buNone/>
              <a:defRPr sz="1200">
                <a:solidFill>
                  <a:schemeClr val="lt1"/>
                </a:solidFill>
              </a:defRPr>
            </a:lvl2pPr>
            <a:lvl3pPr lvl="2" rtl="0">
              <a:lnSpc>
                <a:spcPct val="135000"/>
              </a:lnSpc>
              <a:spcBef>
                <a:spcPts val="0"/>
              </a:spcBef>
              <a:spcAft>
                <a:spcPts val="0"/>
              </a:spcAft>
              <a:buClr>
                <a:schemeClr val="lt1"/>
              </a:buClr>
              <a:buSzPts val="1200"/>
              <a:buNone/>
              <a:defRPr sz="1200">
                <a:solidFill>
                  <a:schemeClr val="lt1"/>
                </a:solidFill>
              </a:defRPr>
            </a:lvl3pPr>
            <a:lvl4pPr lvl="3" rtl="0">
              <a:lnSpc>
                <a:spcPct val="135000"/>
              </a:lnSpc>
              <a:spcBef>
                <a:spcPts val="0"/>
              </a:spcBef>
              <a:spcAft>
                <a:spcPts val="0"/>
              </a:spcAft>
              <a:buClr>
                <a:schemeClr val="lt1"/>
              </a:buClr>
              <a:buSzPts val="1200"/>
              <a:buNone/>
              <a:defRPr sz="1200">
                <a:solidFill>
                  <a:schemeClr val="lt1"/>
                </a:solidFill>
              </a:defRPr>
            </a:lvl4pPr>
            <a:lvl5pPr lvl="4" rtl="0">
              <a:lnSpc>
                <a:spcPct val="135000"/>
              </a:lnSpc>
              <a:spcBef>
                <a:spcPts val="0"/>
              </a:spcBef>
              <a:spcAft>
                <a:spcPts val="0"/>
              </a:spcAft>
              <a:buClr>
                <a:schemeClr val="lt1"/>
              </a:buClr>
              <a:buSzPts val="1200"/>
              <a:buNone/>
              <a:defRPr sz="1200">
                <a:solidFill>
                  <a:schemeClr val="lt1"/>
                </a:solidFill>
              </a:defRPr>
            </a:lvl5pPr>
            <a:lvl6pPr lvl="5" rtl="0">
              <a:lnSpc>
                <a:spcPct val="135000"/>
              </a:lnSpc>
              <a:spcBef>
                <a:spcPts val="0"/>
              </a:spcBef>
              <a:spcAft>
                <a:spcPts val="0"/>
              </a:spcAft>
              <a:buClr>
                <a:schemeClr val="lt1"/>
              </a:buClr>
              <a:buSzPts val="1200"/>
              <a:buNone/>
              <a:defRPr sz="1200">
                <a:solidFill>
                  <a:schemeClr val="lt1"/>
                </a:solidFill>
              </a:defRPr>
            </a:lvl6pPr>
            <a:lvl7pPr lvl="6" rtl="0">
              <a:lnSpc>
                <a:spcPct val="135000"/>
              </a:lnSpc>
              <a:spcBef>
                <a:spcPts val="0"/>
              </a:spcBef>
              <a:spcAft>
                <a:spcPts val="0"/>
              </a:spcAft>
              <a:buClr>
                <a:schemeClr val="lt1"/>
              </a:buClr>
              <a:buSzPts val="1200"/>
              <a:buNone/>
              <a:defRPr sz="1200">
                <a:solidFill>
                  <a:schemeClr val="lt1"/>
                </a:solidFill>
              </a:defRPr>
            </a:lvl7pPr>
            <a:lvl8pPr lvl="7" rtl="0">
              <a:lnSpc>
                <a:spcPct val="135000"/>
              </a:lnSpc>
              <a:spcBef>
                <a:spcPts val="0"/>
              </a:spcBef>
              <a:spcAft>
                <a:spcPts val="0"/>
              </a:spcAft>
              <a:buClr>
                <a:schemeClr val="lt1"/>
              </a:buClr>
              <a:buSzPts val="1200"/>
              <a:buNone/>
              <a:defRPr sz="1200">
                <a:solidFill>
                  <a:schemeClr val="lt1"/>
                </a:solidFill>
              </a:defRPr>
            </a:lvl8pPr>
            <a:lvl9pPr lvl="8" rtl="0">
              <a:lnSpc>
                <a:spcPct val="135000"/>
              </a:lnSpc>
              <a:spcBef>
                <a:spcPts val="0"/>
              </a:spcBef>
              <a:spcAft>
                <a:spcPts val="0"/>
              </a:spcAft>
              <a:buClr>
                <a:schemeClr val="lt1"/>
              </a:buClr>
              <a:buSzPts val="1200"/>
              <a:buNone/>
              <a:defRPr sz="1200">
                <a:solidFill>
                  <a:schemeClr val="lt1"/>
                </a:solidFill>
              </a:defRPr>
            </a:lvl9pPr>
          </a:lstStyle>
          <a:p/>
        </p:txBody>
      </p:sp>
      <p:pic>
        <p:nvPicPr>
          <p:cNvPr id="3561" name="Google Shape;3561;p293"/>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562" name="Google Shape;3562;p293"/>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3563" name="Google Shape;3563;p29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closing">
  <p:cSld name="TITLE_1_1">
    <p:bg>
      <p:bgPr>
        <a:blipFill>
          <a:blip r:embed="rId2">
            <a:alphaModFix/>
          </a:blip>
          <a:stretch>
            <a:fillRect/>
          </a:stretch>
        </a:blipFill>
      </p:bgPr>
    </p:bg>
    <p:spTree>
      <p:nvGrpSpPr>
        <p:cNvPr id="3564" name="Shape 3564"/>
        <p:cNvGrpSpPr/>
        <p:nvPr/>
      </p:nvGrpSpPr>
      <p:grpSpPr>
        <a:xfrm>
          <a:off x="0" y="0"/>
          <a:ext cx="0" cy="0"/>
          <a:chOff x="0" y="0"/>
          <a:chExt cx="0" cy="0"/>
        </a:xfrm>
      </p:grpSpPr>
      <p:sp>
        <p:nvSpPr>
          <p:cNvPr id="3565" name="Google Shape;3565;p294"/>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294"/>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lt1"/>
              </a:buClr>
              <a:buSzPts val="1400"/>
              <a:buNone/>
              <a:defRPr sz="1400">
                <a:solidFill>
                  <a:schemeClr val="lt1"/>
                </a:solidFill>
              </a:defRPr>
            </a:lvl1pPr>
            <a:lvl2pPr lvl="1" rtl="0">
              <a:lnSpc>
                <a:spcPct val="180000"/>
              </a:lnSpc>
              <a:spcBef>
                <a:spcPts val="0"/>
              </a:spcBef>
              <a:spcAft>
                <a:spcPts val="0"/>
              </a:spcAft>
              <a:buClr>
                <a:schemeClr val="lt1"/>
              </a:buClr>
              <a:buSzPts val="1400"/>
              <a:buNone/>
              <a:defRPr sz="1400">
                <a:solidFill>
                  <a:schemeClr val="lt1"/>
                </a:solidFill>
              </a:defRPr>
            </a:lvl2pPr>
            <a:lvl3pPr lvl="2" rtl="0">
              <a:lnSpc>
                <a:spcPct val="180000"/>
              </a:lnSpc>
              <a:spcBef>
                <a:spcPts val="0"/>
              </a:spcBef>
              <a:spcAft>
                <a:spcPts val="0"/>
              </a:spcAft>
              <a:buClr>
                <a:schemeClr val="lt1"/>
              </a:buClr>
              <a:buSzPts val="1400"/>
              <a:buNone/>
              <a:defRPr sz="1400">
                <a:solidFill>
                  <a:schemeClr val="lt1"/>
                </a:solidFill>
              </a:defRPr>
            </a:lvl3pPr>
            <a:lvl4pPr lvl="3" rtl="0">
              <a:lnSpc>
                <a:spcPct val="180000"/>
              </a:lnSpc>
              <a:spcBef>
                <a:spcPts val="0"/>
              </a:spcBef>
              <a:spcAft>
                <a:spcPts val="0"/>
              </a:spcAft>
              <a:buClr>
                <a:schemeClr val="lt1"/>
              </a:buClr>
              <a:buSzPts val="1400"/>
              <a:buNone/>
              <a:defRPr sz="1400">
                <a:solidFill>
                  <a:schemeClr val="lt1"/>
                </a:solidFill>
              </a:defRPr>
            </a:lvl4pPr>
            <a:lvl5pPr lvl="4" rtl="0">
              <a:lnSpc>
                <a:spcPct val="180000"/>
              </a:lnSpc>
              <a:spcBef>
                <a:spcPts val="0"/>
              </a:spcBef>
              <a:spcAft>
                <a:spcPts val="0"/>
              </a:spcAft>
              <a:buClr>
                <a:schemeClr val="lt1"/>
              </a:buClr>
              <a:buSzPts val="1400"/>
              <a:buNone/>
              <a:defRPr sz="1400">
                <a:solidFill>
                  <a:schemeClr val="lt1"/>
                </a:solidFill>
              </a:defRPr>
            </a:lvl5pPr>
            <a:lvl6pPr lvl="5" rtl="0">
              <a:lnSpc>
                <a:spcPct val="180000"/>
              </a:lnSpc>
              <a:spcBef>
                <a:spcPts val="0"/>
              </a:spcBef>
              <a:spcAft>
                <a:spcPts val="0"/>
              </a:spcAft>
              <a:buClr>
                <a:schemeClr val="lt1"/>
              </a:buClr>
              <a:buSzPts val="1400"/>
              <a:buNone/>
              <a:defRPr sz="1400">
                <a:solidFill>
                  <a:schemeClr val="lt1"/>
                </a:solidFill>
              </a:defRPr>
            </a:lvl6pPr>
            <a:lvl7pPr lvl="6" rtl="0">
              <a:lnSpc>
                <a:spcPct val="180000"/>
              </a:lnSpc>
              <a:spcBef>
                <a:spcPts val="0"/>
              </a:spcBef>
              <a:spcAft>
                <a:spcPts val="0"/>
              </a:spcAft>
              <a:buClr>
                <a:schemeClr val="lt1"/>
              </a:buClr>
              <a:buSzPts val="1400"/>
              <a:buNone/>
              <a:defRPr sz="1400">
                <a:solidFill>
                  <a:schemeClr val="lt1"/>
                </a:solidFill>
              </a:defRPr>
            </a:lvl7pPr>
            <a:lvl8pPr lvl="7" rtl="0">
              <a:lnSpc>
                <a:spcPct val="180000"/>
              </a:lnSpc>
              <a:spcBef>
                <a:spcPts val="0"/>
              </a:spcBef>
              <a:spcAft>
                <a:spcPts val="0"/>
              </a:spcAft>
              <a:buClr>
                <a:schemeClr val="lt1"/>
              </a:buClr>
              <a:buSzPts val="1400"/>
              <a:buNone/>
              <a:defRPr sz="1400">
                <a:solidFill>
                  <a:schemeClr val="lt1"/>
                </a:solidFill>
              </a:defRPr>
            </a:lvl8pPr>
            <a:lvl9pPr lvl="8" rtl="0">
              <a:lnSpc>
                <a:spcPct val="180000"/>
              </a:lnSpc>
              <a:spcBef>
                <a:spcPts val="0"/>
              </a:spcBef>
              <a:spcAft>
                <a:spcPts val="0"/>
              </a:spcAft>
              <a:buClr>
                <a:schemeClr val="lt1"/>
              </a:buClr>
              <a:buSzPts val="1400"/>
              <a:buNone/>
              <a:defRPr sz="1400">
                <a:solidFill>
                  <a:schemeClr val="lt1"/>
                </a:solidFill>
              </a:defRPr>
            </a:lvl9pPr>
          </a:lstStyle>
          <a:p/>
        </p:txBody>
      </p:sp>
      <p:sp>
        <p:nvSpPr>
          <p:cNvPr id="3567" name="Google Shape;3567;p294"/>
          <p:cNvSpPr txBox="1"/>
          <p:nvPr>
            <p:ph type="title"/>
          </p:nvPr>
        </p:nvSpPr>
        <p:spPr>
          <a:xfrm>
            <a:off x="2083875" y="568625"/>
            <a:ext cx="4905000" cy="1985400"/>
          </a:xfrm>
          <a:prstGeom prst="rect">
            <a:avLst/>
          </a:prstGeom>
        </p:spPr>
        <p:txBody>
          <a:bodyPr anchorCtr="0" anchor="b" bIns="0" lIns="0" spcFirstLastPara="1" rIns="0" wrap="square" tIns="0">
            <a:noAutofit/>
          </a:bodyPr>
          <a:lstStyle>
            <a:lvl1pPr lvl="0" rtl="0">
              <a:lnSpc>
                <a:spcPct val="105000"/>
              </a:lnSpc>
              <a:spcBef>
                <a:spcPts val="0"/>
              </a:spcBef>
              <a:spcAft>
                <a:spcPts val="0"/>
              </a:spcAft>
              <a:buNone/>
              <a:defRPr sz="7000">
                <a:solidFill>
                  <a:schemeClr val="lt1"/>
                </a:solidFill>
              </a:defRPr>
            </a:lvl1pPr>
            <a:lvl2pPr lvl="1" rtl="0">
              <a:lnSpc>
                <a:spcPct val="105000"/>
              </a:lnSpc>
              <a:spcBef>
                <a:spcPts val="0"/>
              </a:spcBef>
              <a:spcAft>
                <a:spcPts val="0"/>
              </a:spcAft>
              <a:buNone/>
              <a:defRPr sz="7000">
                <a:solidFill>
                  <a:schemeClr val="lt1"/>
                </a:solidFill>
              </a:defRPr>
            </a:lvl2pPr>
            <a:lvl3pPr lvl="2" rtl="0">
              <a:lnSpc>
                <a:spcPct val="105000"/>
              </a:lnSpc>
              <a:spcBef>
                <a:spcPts val="0"/>
              </a:spcBef>
              <a:spcAft>
                <a:spcPts val="0"/>
              </a:spcAft>
              <a:buNone/>
              <a:defRPr sz="7000">
                <a:solidFill>
                  <a:schemeClr val="lt1"/>
                </a:solidFill>
              </a:defRPr>
            </a:lvl3pPr>
            <a:lvl4pPr lvl="3" rtl="0">
              <a:lnSpc>
                <a:spcPct val="105000"/>
              </a:lnSpc>
              <a:spcBef>
                <a:spcPts val="0"/>
              </a:spcBef>
              <a:spcAft>
                <a:spcPts val="0"/>
              </a:spcAft>
              <a:buNone/>
              <a:defRPr sz="7000">
                <a:solidFill>
                  <a:schemeClr val="lt1"/>
                </a:solidFill>
              </a:defRPr>
            </a:lvl4pPr>
            <a:lvl5pPr lvl="4" rtl="0">
              <a:lnSpc>
                <a:spcPct val="105000"/>
              </a:lnSpc>
              <a:spcBef>
                <a:spcPts val="0"/>
              </a:spcBef>
              <a:spcAft>
                <a:spcPts val="0"/>
              </a:spcAft>
              <a:buNone/>
              <a:defRPr sz="7000">
                <a:solidFill>
                  <a:schemeClr val="lt1"/>
                </a:solidFill>
              </a:defRPr>
            </a:lvl5pPr>
            <a:lvl6pPr lvl="5" rtl="0">
              <a:lnSpc>
                <a:spcPct val="105000"/>
              </a:lnSpc>
              <a:spcBef>
                <a:spcPts val="0"/>
              </a:spcBef>
              <a:spcAft>
                <a:spcPts val="0"/>
              </a:spcAft>
              <a:buNone/>
              <a:defRPr sz="7000">
                <a:solidFill>
                  <a:schemeClr val="lt1"/>
                </a:solidFill>
              </a:defRPr>
            </a:lvl6pPr>
            <a:lvl7pPr lvl="6" rtl="0">
              <a:lnSpc>
                <a:spcPct val="105000"/>
              </a:lnSpc>
              <a:spcBef>
                <a:spcPts val="0"/>
              </a:spcBef>
              <a:spcAft>
                <a:spcPts val="0"/>
              </a:spcAft>
              <a:buNone/>
              <a:defRPr sz="7000">
                <a:solidFill>
                  <a:schemeClr val="lt1"/>
                </a:solidFill>
              </a:defRPr>
            </a:lvl7pPr>
            <a:lvl8pPr lvl="7" rtl="0">
              <a:lnSpc>
                <a:spcPct val="105000"/>
              </a:lnSpc>
              <a:spcBef>
                <a:spcPts val="0"/>
              </a:spcBef>
              <a:spcAft>
                <a:spcPts val="0"/>
              </a:spcAft>
              <a:buNone/>
              <a:defRPr sz="7000">
                <a:solidFill>
                  <a:schemeClr val="lt1"/>
                </a:solidFill>
              </a:defRPr>
            </a:lvl8pPr>
            <a:lvl9pPr lvl="8" rtl="0">
              <a:lnSpc>
                <a:spcPct val="105000"/>
              </a:lnSpc>
              <a:spcBef>
                <a:spcPts val="0"/>
              </a:spcBef>
              <a:spcAft>
                <a:spcPts val="0"/>
              </a:spcAft>
              <a:buNone/>
              <a:defRPr sz="7000">
                <a:solidFill>
                  <a:schemeClr val="lt1"/>
                </a:solidFill>
              </a:defRPr>
            </a:lvl9pPr>
          </a:lstStyle>
          <a:p/>
        </p:txBody>
      </p:sp>
      <p:pic>
        <p:nvPicPr>
          <p:cNvPr id="3568" name="Google Shape;3568;p294"/>
          <p:cNvPicPr preferRelativeResize="0"/>
          <p:nvPr/>
        </p:nvPicPr>
        <p:blipFill>
          <a:blip r:embed="rId3">
            <a:alphaModFix/>
          </a:blip>
          <a:stretch>
            <a:fillRect/>
          </a:stretch>
        </p:blipFill>
        <p:spPr>
          <a:xfrm>
            <a:off x="10106850" y="6203986"/>
            <a:ext cx="1580275" cy="372766"/>
          </a:xfrm>
          <a:prstGeom prst="rect">
            <a:avLst/>
          </a:prstGeom>
          <a:noFill/>
          <a:ln>
            <a:noFill/>
          </a:ln>
        </p:spPr>
      </p:pic>
      <p:sp>
        <p:nvSpPr>
          <p:cNvPr id="3569" name="Google Shape;3569;p294"/>
          <p:cNvSpPr txBox="1"/>
          <p:nvPr/>
        </p:nvSpPr>
        <p:spPr>
          <a:xfrm>
            <a:off x="7960472" y="19998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linkedin.com/company/red-hat</a:t>
            </a:r>
            <a:endParaRPr>
              <a:solidFill>
                <a:schemeClr val="lt1"/>
              </a:solidFill>
              <a:latin typeface="Red Hat Text"/>
              <a:ea typeface="Red Hat Text"/>
              <a:cs typeface="Red Hat Text"/>
              <a:sym typeface="Red Hat Text"/>
            </a:endParaRPr>
          </a:p>
        </p:txBody>
      </p:sp>
      <p:sp>
        <p:nvSpPr>
          <p:cNvPr id="3570" name="Google Shape;3570;p294"/>
          <p:cNvSpPr txBox="1"/>
          <p:nvPr/>
        </p:nvSpPr>
        <p:spPr>
          <a:xfrm>
            <a:off x="7960472" y="27678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youtube.com/user/RedHatVideos</a:t>
            </a:r>
            <a:endParaRPr>
              <a:solidFill>
                <a:schemeClr val="lt1"/>
              </a:solidFill>
              <a:latin typeface="Red Hat Text"/>
              <a:ea typeface="Red Hat Text"/>
              <a:cs typeface="Red Hat Text"/>
              <a:sym typeface="Red Hat Text"/>
            </a:endParaRPr>
          </a:p>
        </p:txBody>
      </p:sp>
      <p:sp>
        <p:nvSpPr>
          <p:cNvPr id="3571" name="Google Shape;3571;p294"/>
          <p:cNvSpPr txBox="1"/>
          <p:nvPr/>
        </p:nvSpPr>
        <p:spPr>
          <a:xfrm>
            <a:off x="7960472" y="353592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facebook.com/redhatinc</a:t>
            </a:r>
            <a:endParaRPr>
              <a:solidFill>
                <a:schemeClr val="lt1"/>
              </a:solidFill>
              <a:latin typeface="Red Hat Text"/>
              <a:ea typeface="Red Hat Text"/>
              <a:cs typeface="Red Hat Text"/>
              <a:sym typeface="Red Hat Text"/>
            </a:endParaRPr>
          </a:p>
        </p:txBody>
      </p:sp>
      <p:sp>
        <p:nvSpPr>
          <p:cNvPr id="3572" name="Google Shape;3572;p294"/>
          <p:cNvSpPr txBox="1"/>
          <p:nvPr/>
        </p:nvSpPr>
        <p:spPr>
          <a:xfrm>
            <a:off x="7960472" y="4303975"/>
            <a:ext cx="2993400" cy="456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ed Hat Text"/>
                <a:ea typeface="Red Hat Text"/>
                <a:cs typeface="Red Hat Text"/>
                <a:sym typeface="Red Hat Text"/>
              </a:rPr>
              <a:t>twitter.com/RedHat</a:t>
            </a:r>
            <a:endParaRPr>
              <a:solidFill>
                <a:schemeClr val="lt1"/>
              </a:solidFill>
              <a:latin typeface="Red Hat Text"/>
              <a:ea typeface="Red Hat Text"/>
              <a:cs typeface="Red Hat Text"/>
              <a:sym typeface="Red Hat Text"/>
            </a:endParaRPr>
          </a:p>
        </p:txBody>
      </p:sp>
      <p:cxnSp>
        <p:nvCxnSpPr>
          <p:cNvPr id="3573" name="Google Shape;3573;p294"/>
          <p:cNvCxnSpPr/>
          <p:nvPr/>
        </p:nvCxnSpPr>
        <p:spPr>
          <a:xfrm rot="10800000">
            <a:off x="447775" y="50"/>
            <a:ext cx="0" cy="2282700"/>
          </a:xfrm>
          <a:prstGeom prst="straightConnector1">
            <a:avLst/>
          </a:prstGeom>
          <a:noFill/>
          <a:ln cap="flat" cmpd="sng" w="9525">
            <a:solidFill>
              <a:srgbClr val="EE0000"/>
            </a:solidFill>
            <a:prstDash val="solid"/>
            <a:round/>
            <a:headEnd len="med" w="med" type="none"/>
            <a:tailEnd len="med" w="med" type="none"/>
          </a:ln>
        </p:spPr>
      </p:cxnSp>
      <p:cxnSp>
        <p:nvCxnSpPr>
          <p:cNvPr id="3574" name="Google Shape;3574;p29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3575" name="Google Shape;3575;p29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576" name="Google Shape;3576;p294"/>
          <p:cNvPicPr preferRelativeResize="0"/>
          <p:nvPr/>
        </p:nvPicPr>
        <p:blipFill rotWithShape="1">
          <a:blip r:embed="rId4">
            <a:alphaModFix/>
          </a:blip>
          <a:srcRect b="0" l="0" r="0" t="0"/>
          <a:stretch/>
        </p:blipFill>
        <p:spPr>
          <a:xfrm>
            <a:off x="7456004" y="3535984"/>
            <a:ext cx="455950" cy="455950"/>
          </a:xfrm>
          <a:prstGeom prst="rect">
            <a:avLst/>
          </a:prstGeom>
          <a:noFill/>
          <a:ln>
            <a:noFill/>
          </a:ln>
        </p:spPr>
      </p:pic>
      <p:pic>
        <p:nvPicPr>
          <p:cNvPr id="3577" name="Google Shape;3577;p294"/>
          <p:cNvPicPr preferRelativeResize="0"/>
          <p:nvPr/>
        </p:nvPicPr>
        <p:blipFill rotWithShape="1">
          <a:blip r:embed="rId5">
            <a:alphaModFix/>
          </a:blip>
          <a:srcRect b="0" l="0" r="0" t="0"/>
          <a:stretch/>
        </p:blipFill>
        <p:spPr>
          <a:xfrm>
            <a:off x="7456004" y="2767909"/>
            <a:ext cx="455950" cy="455950"/>
          </a:xfrm>
          <a:prstGeom prst="rect">
            <a:avLst/>
          </a:prstGeom>
          <a:noFill/>
          <a:ln>
            <a:noFill/>
          </a:ln>
        </p:spPr>
      </p:pic>
      <p:pic>
        <p:nvPicPr>
          <p:cNvPr id="3578" name="Google Shape;3578;p294"/>
          <p:cNvPicPr preferRelativeResize="0"/>
          <p:nvPr/>
        </p:nvPicPr>
        <p:blipFill rotWithShape="1">
          <a:blip r:embed="rId6">
            <a:alphaModFix/>
          </a:blip>
          <a:srcRect b="0" l="0" r="0" t="0"/>
          <a:stretch/>
        </p:blipFill>
        <p:spPr>
          <a:xfrm>
            <a:off x="7456004" y="1999834"/>
            <a:ext cx="455950" cy="455950"/>
          </a:xfrm>
          <a:prstGeom prst="rect">
            <a:avLst/>
          </a:prstGeom>
          <a:noFill/>
          <a:ln>
            <a:noFill/>
          </a:ln>
        </p:spPr>
      </p:pic>
      <p:pic>
        <p:nvPicPr>
          <p:cNvPr id="3579" name="Google Shape;3579;p294"/>
          <p:cNvPicPr preferRelativeResize="0"/>
          <p:nvPr/>
        </p:nvPicPr>
        <p:blipFill rotWithShape="1">
          <a:blip r:embed="rId7">
            <a:alphaModFix/>
          </a:blip>
          <a:srcRect b="0" l="0" r="0" t="0"/>
          <a:stretch/>
        </p:blipFill>
        <p:spPr>
          <a:xfrm>
            <a:off x="7456004" y="4304059"/>
            <a:ext cx="455950" cy="455950"/>
          </a:xfrm>
          <a:prstGeom prst="rect">
            <a:avLst/>
          </a:prstGeom>
          <a:noFill/>
          <a:ln>
            <a:noFill/>
          </a:ln>
        </p:spPr>
      </p:pic>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Title">
  <p:cSld name="CUSTOM">
    <p:bg>
      <p:bgPr>
        <a:blipFill>
          <a:blip r:embed="rId2">
            <a:alphaModFix/>
          </a:blip>
          <a:stretch>
            <a:fillRect/>
          </a:stretch>
        </a:blipFill>
      </p:bgPr>
    </p:bg>
    <p:spTree>
      <p:nvGrpSpPr>
        <p:cNvPr id="3580" name="Shape 3580"/>
        <p:cNvGrpSpPr/>
        <p:nvPr/>
      </p:nvGrpSpPr>
      <p:grpSpPr>
        <a:xfrm>
          <a:off x="0" y="0"/>
          <a:ext cx="0" cy="0"/>
          <a:chOff x="0" y="0"/>
          <a:chExt cx="0" cy="0"/>
        </a:xfrm>
      </p:grpSpPr>
      <p:sp>
        <p:nvSpPr>
          <p:cNvPr id="3581" name="Google Shape;3581;p295"/>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82" name="Google Shape;3582;p295"/>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583" name="Google Shape;3583;p295"/>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3584" name="Google Shape;3584;p295"/>
          <p:cNvSpPr txBox="1"/>
          <p:nvPr>
            <p:ph idx="1" type="subTitle"/>
          </p:nvPr>
        </p:nvSpPr>
        <p:spPr>
          <a:xfrm>
            <a:off x="5660525" y="3971650"/>
            <a:ext cx="4446300" cy="9144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Clr>
                <a:schemeClr val="dk1"/>
              </a:buClr>
              <a:buSzPts val="1800"/>
              <a:buNone/>
              <a:defRPr sz="1800">
                <a:solidFill>
                  <a:schemeClr val="dk1"/>
                </a:solidFill>
              </a:defRPr>
            </a:lvl1pPr>
            <a:lvl2pPr lvl="1" rtl="0">
              <a:lnSpc>
                <a:spcPct val="140000"/>
              </a:lnSpc>
              <a:spcBef>
                <a:spcPts val="0"/>
              </a:spcBef>
              <a:spcAft>
                <a:spcPts val="0"/>
              </a:spcAft>
              <a:buClr>
                <a:schemeClr val="dk1"/>
              </a:buClr>
              <a:buSzPts val="1800"/>
              <a:buNone/>
              <a:defRPr sz="1800">
                <a:solidFill>
                  <a:schemeClr val="dk1"/>
                </a:solidFill>
              </a:defRPr>
            </a:lvl2pPr>
            <a:lvl3pPr lvl="2" rtl="0">
              <a:lnSpc>
                <a:spcPct val="140000"/>
              </a:lnSpc>
              <a:spcBef>
                <a:spcPts val="0"/>
              </a:spcBef>
              <a:spcAft>
                <a:spcPts val="0"/>
              </a:spcAft>
              <a:buClr>
                <a:schemeClr val="dk1"/>
              </a:buClr>
              <a:buSzPts val="1800"/>
              <a:buNone/>
              <a:defRPr sz="1800">
                <a:solidFill>
                  <a:schemeClr val="dk1"/>
                </a:solidFill>
              </a:defRPr>
            </a:lvl3pPr>
            <a:lvl4pPr lvl="3" rtl="0">
              <a:lnSpc>
                <a:spcPct val="140000"/>
              </a:lnSpc>
              <a:spcBef>
                <a:spcPts val="0"/>
              </a:spcBef>
              <a:spcAft>
                <a:spcPts val="0"/>
              </a:spcAft>
              <a:buClr>
                <a:schemeClr val="dk1"/>
              </a:buClr>
              <a:buSzPts val="1800"/>
              <a:buNone/>
              <a:defRPr sz="1800">
                <a:solidFill>
                  <a:schemeClr val="dk1"/>
                </a:solidFill>
              </a:defRPr>
            </a:lvl4pPr>
            <a:lvl5pPr lvl="4" rtl="0">
              <a:lnSpc>
                <a:spcPct val="140000"/>
              </a:lnSpc>
              <a:spcBef>
                <a:spcPts val="0"/>
              </a:spcBef>
              <a:spcAft>
                <a:spcPts val="0"/>
              </a:spcAft>
              <a:buClr>
                <a:schemeClr val="dk1"/>
              </a:buClr>
              <a:buSzPts val="1800"/>
              <a:buNone/>
              <a:defRPr sz="1800">
                <a:solidFill>
                  <a:schemeClr val="dk1"/>
                </a:solidFill>
              </a:defRPr>
            </a:lvl5pPr>
            <a:lvl6pPr lvl="5" rtl="0">
              <a:lnSpc>
                <a:spcPct val="140000"/>
              </a:lnSpc>
              <a:spcBef>
                <a:spcPts val="0"/>
              </a:spcBef>
              <a:spcAft>
                <a:spcPts val="0"/>
              </a:spcAft>
              <a:buClr>
                <a:schemeClr val="dk1"/>
              </a:buClr>
              <a:buSzPts val="1800"/>
              <a:buNone/>
              <a:defRPr sz="1800">
                <a:solidFill>
                  <a:schemeClr val="dk1"/>
                </a:solidFill>
              </a:defRPr>
            </a:lvl6pPr>
            <a:lvl7pPr lvl="6" rtl="0">
              <a:lnSpc>
                <a:spcPct val="140000"/>
              </a:lnSpc>
              <a:spcBef>
                <a:spcPts val="0"/>
              </a:spcBef>
              <a:spcAft>
                <a:spcPts val="0"/>
              </a:spcAft>
              <a:buClr>
                <a:schemeClr val="dk1"/>
              </a:buClr>
              <a:buSzPts val="1800"/>
              <a:buNone/>
              <a:defRPr sz="1800">
                <a:solidFill>
                  <a:schemeClr val="dk1"/>
                </a:solidFill>
              </a:defRPr>
            </a:lvl7pPr>
            <a:lvl8pPr lvl="7" rtl="0">
              <a:lnSpc>
                <a:spcPct val="140000"/>
              </a:lnSpc>
              <a:spcBef>
                <a:spcPts val="0"/>
              </a:spcBef>
              <a:spcAft>
                <a:spcPts val="0"/>
              </a:spcAft>
              <a:buClr>
                <a:schemeClr val="dk1"/>
              </a:buClr>
              <a:buSzPts val="1800"/>
              <a:buNone/>
              <a:defRPr sz="1800">
                <a:solidFill>
                  <a:schemeClr val="dk1"/>
                </a:solidFill>
              </a:defRPr>
            </a:lvl8pPr>
            <a:lvl9pPr lvl="8" rtl="0">
              <a:lnSpc>
                <a:spcPct val="140000"/>
              </a:lnSpc>
              <a:spcBef>
                <a:spcPts val="0"/>
              </a:spcBef>
              <a:spcAft>
                <a:spcPts val="0"/>
              </a:spcAft>
              <a:buClr>
                <a:schemeClr val="dk1"/>
              </a:buClr>
              <a:buSzPts val="1800"/>
              <a:buNone/>
              <a:defRPr sz="1800">
                <a:solidFill>
                  <a:schemeClr val="dk1"/>
                </a:solidFill>
              </a:defRPr>
            </a:lvl9pPr>
          </a:lstStyle>
          <a:p/>
        </p:txBody>
      </p:sp>
      <p:sp>
        <p:nvSpPr>
          <p:cNvPr id="3585" name="Google Shape;3585;p295"/>
          <p:cNvSpPr txBox="1"/>
          <p:nvPr>
            <p:ph type="title"/>
          </p:nvPr>
        </p:nvSpPr>
        <p:spPr>
          <a:xfrm>
            <a:off x="5660525" y="1709031"/>
            <a:ext cx="5736300" cy="21174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4600">
                <a:solidFill>
                  <a:schemeClr val="accent1"/>
                </a:solidFill>
                <a:latin typeface="Red Hat Display Medium"/>
                <a:ea typeface="Red Hat Display Medium"/>
                <a:cs typeface="Red Hat Display Medium"/>
                <a:sym typeface="Red Hat Display Medium"/>
              </a:defRPr>
            </a:lvl9pPr>
          </a:lstStyle>
          <a:p/>
        </p:txBody>
      </p:sp>
      <p:sp>
        <p:nvSpPr>
          <p:cNvPr id="3586" name="Google Shape;3586;p295"/>
          <p:cNvSpPr txBox="1"/>
          <p:nvPr>
            <p:ph idx="2" type="subTitle"/>
          </p:nvPr>
        </p:nvSpPr>
        <p:spPr>
          <a:xfrm>
            <a:off x="5660525" y="5318275"/>
            <a:ext cx="2040300" cy="605700"/>
          </a:xfrm>
          <a:prstGeom prst="rect">
            <a:avLst/>
          </a:prstGeom>
        </p:spPr>
        <p:txBody>
          <a:bodyPr anchorCtr="0" anchor="t" bIns="0" lIns="0" spcFirstLastPara="1" rIns="0" wrap="square" tIns="0">
            <a:noAutofit/>
          </a:bodyPr>
          <a:lstStyle>
            <a:lvl1pPr lvl="0" rtl="0">
              <a:lnSpc>
                <a:spcPct val="135000"/>
              </a:lnSpc>
              <a:spcBef>
                <a:spcPts val="0"/>
              </a:spcBef>
              <a:spcAft>
                <a:spcPts val="0"/>
              </a:spcAft>
              <a:buClr>
                <a:schemeClr val="dk1"/>
              </a:buClr>
              <a:buSzPts val="1200"/>
              <a:buNone/>
              <a:defRPr sz="1200">
                <a:solidFill>
                  <a:schemeClr val="dk1"/>
                </a:solidFill>
              </a:defRPr>
            </a:lvl1pPr>
            <a:lvl2pPr lvl="1" rtl="0">
              <a:lnSpc>
                <a:spcPct val="135000"/>
              </a:lnSpc>
              <a:spcBef>
                <a:spcPts val="0"/>
              </a:spcBef>
              <a:spcAft>
                <a:spcPts val="0"/>
              </a:spcAft>
              <a:buClr>
                <a:schemeClr val="dk1"/>
              </a:buClr>
              <a:buSzPts val="1200"/>
              <a:buNone/>
              <a:defRPr sz="1200">
                <a:solidFill>
                  <a:schemeClr val="dk1"/>
                </a:solidFill>
              </a:defRPr>
            </a:lvl2pPr>
            <a:lvl3pPr lvl="2" rtl="0">
              <a:lnSpc>
                <a:spcPct val="135000"/>
              </a:lnSpc>
              <a:spcBef>
                <a:spcPts val="0"/>
              </a:spcBef>
              <a:spcAft>
                <a:spcPts val="0"/>
              </a:spcAft>
              <a:buClr>
                <a:schemeClr val="dk1"/>
              </a:buClr>
              <a:buSzPts val="1200"/>
              <a:buNone/>
              <a:defRPr sz="1200">
                <a:solidFill>
                  <a:schemeClr val="dk1"/>
                </a:solidFill>
              </a:defRPr>
            </a:lvl3pPr>
            <a:lvl4pPr lvl="3" rtl="0">
              <a:lnSpc>
                <a:spcPct val="135000"/>
              </a:lnSpc>
              <a:spcBef>
                <a:spcPts val="0"/>
              </a:spcBef>
              <a:spcAft>
                <a:spcPts val="0"/>
              </a:spcAft>
              <a:buClr>
                <a:schemeClr val="dk1"/>
              </a:buClr>
              <a:buSzPts val="1200"/>
              <a:buNone/>
              <a:defRPr sz="1200">
                <a:solidFill>
                  <a:schemeClr val="dk1"/>
                </a:solidFill>
              </a:defRPr>
            </a:lvl4pPr>
            <a:lvl5pPr lvl="4" rtl="0">
              <a:lnSpc>
                <a:spcPct val="135000"/>
              </a:lnSpc>
              <a:spcBef>
                <a:spcPts val="0"/>
              </a:spcBef>
              <a:spcAft>
                <a:spcPts val="0"/>
              </a:spcAft>
              <a:buClr>
                <a:schemeClr val="dk1"/>
              </a:buClr>
              <a:buSzPts val="1200"/>
              <a:buNone/>
              <a:defRPr sz="1200">
                <a:solidFill>
                  <a:schemeClr val="dk1"/>
                </a:solidFill>
              </a:defRPr>
            </a:lvl5pPr>
            <a:lvl6pPr lvl="5" rtl="0">
              <a:lnSpc>
                <a:spcPct val="135000"/>
              </a:lnSpc>
              <a:spcBef>
                <a:spcPts val="0"/>
              </a:spcBef>
              <a:spcAft>
                <a:spcPts val="0"/>
              </a:spcAft>
              <a:buClr>
                <a:schemeClr val="dk1"/>
              </a:buClr>
              <a:buSzPts val="1200"/>
              <a:buNone/>
              <a:defRPr sz="1200">
                <a:solidFill>
                  <a:schemeClr val="dk1"/>
                </a:solidFill>
              </a:defRPr>
            </a:lvl6pPr>
            <a:lvl7pPr lvl="6" rtl="0">
              <a:lnSpc>
                <a:spcPct val="135000"/>
              </a:lnSpc>
              <a:spcBef>
                <a:spcPts val="0"/>
              </a:spcBef>
              <a:spcAft>
                <a:spcPts val="0"/>
              </a:spcAft>
              <a:buClr>
                <a:schemeClr val="dk1"/>
              </a:buClr>
              <a:buSzPts val="1200"/>
              <a:buNone/>
              <a:defRPr sz="1200">
                <a:solidFill>
                  <a:schemeClr val="dk1"/>
                </a:solidFill>
              </a:defRPr>
            </a:lvl7pPr>
            <a:lvl8pPr lvl="7" rtl="0">
              <a:lnSpc>
                <a:spcPct val="135000"/>
              </a:lnSpc>
              <a:spcBef>
                <a:spcPts val="0"/>
              </a:spcBef>
              <a:spcAft>
                <a:spcPts val="0"/>
              </a:spcAft>
              <a:buClr>
                <a:schemeClr val="dk1"/>
              </a:buClr>
              <a:buSzPts val="1200"/>
              <a:buNone/>
              <a:defRPr sz="1200">
                <a:solidFill>
                  <a:schemeClr val="dk1"/>
                </a:solidFill>
              </a:defRPr>
            </a:lvl8pPr>
            <a:lvl9pPr lvl="8" rtl="0">
              <a:lnSpc>
                <a:spcPct val="135000"/>
              </a:lnSpc>
              <a:spcBef>
                <a:spcPts val="0"/>
              </a:spcBef>
              <a:spcAft>
                <a:spcPts val="0"/>
              </a:spcAft>
              <a:buClr>
                <a:schemeClr val="dk1"/>
              </a:buClr>
              <a:buSzPts val="1200"/>
              <a:buNone/>
              <a:defRPr sz="1200">
                <a:solidFill>
                  <a:schemeClr val="dk1"/>
                </a:solidFill>
              </a:defRPr>
            </a:lvl9pPr>
          </a:lstStyle>
          <a:p/>
        </p:txBody>
      </p:sp>
      <p:sp>
        <p:nvSpPr>
          <p:cNvPr id="3587" name="Google Shape;3587;p295"/>
          <p:cNvSpPr txBox="1"/>
          <p:nvPr>
            <p:ph idx="3"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3588" name="Google Shape;3588;p29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closing">
  <p:cSld name="CUSTOM_1">
    <p:bg>
      <p:bgPr>
        <a:blipFill>
          <a:blip r:embed="rId2">
            <a:alphaModFix/>
          </a:blip>
          <a:stretch>
            <a:fillRect/>
          </a:stretch>
        </a:blipFill>
      </p:bgPr>
    </p:bg>
    <p:spTree>
      <p:nvGrpSpPr>
        <p:cNvPr id="3589" name="Shape 3589"/>
        <p:cNvGrpSpPr/>
        <p:nvPr/>
      </p:nvGrpSpPr>
      <p:grpSpPr>
        <a:xfrm>
          <a:off x="0" y="0"/>
          <a:ext cx="0" cy="0"/>
          <a:chOff x="0" y="0"/>
          <a:chExt cx="0" cy="0"/>
        </a:xfrm>
      </p:grpSpPr>
      <p:sp>
        <p:nvSpPr>
          <p:cNvPr id="3590" name="Google Shape;3590;p296"/>
          <p:cNvSpPr/>
          <p:nvPr/>
        </p:nvSpPr>
        <p:spPr>
          <a:xfrm>
            <a:off x="9617175" y="5878875"/>
            <a:ext cx="25749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91" name="Google Shape;3591;p296"/>
          <p:cNvPicPr preferRelativeResize="0"/>
          <p:nvPr/>
        </p:nvPicPr>
        <p:blipFill>
          <a:blip r:embed="rId3">
            <a:alphaModFix/>
          </a:blip>
          <a:stretch>
            <a:fillRect/>
          </a:stretch>
        </p:blipFill>
        <p:spPr>
          <a:xfrm>
            <a:off x="10106850" y="6203986"/>
            <a:ext cx="1580275" cy="372766"/>
          </a:xfrm>
          <a:prstGeom prst="rect">
            <a:avLst/>
          </a:prstGeom>
          <a:noFill/>
          <a:ln>
            <a:noFill/>
          </a:ln>
        </p:spPr>
      </p:pic>
      <p:cxnSp>
        <p:nvCxnSpPr>
          <p:cNvPr id="3592" name="Google Shape;3592;p296"/>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3593" name="Google Shape;3593;p296"/>
          <p:cNvSpPr txBox="1"/>
          <p:nvPr>
            <p:ph type="title"/>
          </p:nvPr>
        </p:nvSpPr>
        <p:spPr>
          <a:xfrm>
            <a:off x="5660525" y="568626"/>
            <a:ext cx="5736300" cy="1929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None/>
              <a:defRPr sz="7000">
                <a:solidFill>
                  <a:schemeClr val="accent1"/>
                </a:solidFill>
                <a:latin typeface="Red Hat Display Medium"/>
                <a:ea typeface="Red Hat Display Medium"/>
                <a:cs typeface="Red Hat Display Medium"/>
                <a:sym typeface="Red Hat Display Medium"/>
              </a:defRPr>
            </a:lvl9pPr>
          </a:lstStyle>
          <a:p/>
        </p:txBody>
      </p:sp>
      <p:sp>
        <p:nvSpPr>
          <p:cNvPr id="3594" name="Google Shape;3594;p296"/>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3595" name="Google Shape;3595;p296"/>
          <p:cNvSpPr txBox="1"/>
          <p:nvPr>
            <p:ph idx="2" type="subTitle"/>
          </p:nvPr>
        </p:nvSpPr>
        <p:spPr>
          <a:xfrm>
            <a:off x="5660525" y="2752400"/>
            <a:ext cx="4446300" cy="1524900"/>
          </a:xfrm>
          <a:prstGeom prst="rect">
            <a:avLst/>
          </a:prstGeom>
        </p:spPr>
        <p:txBody>
          <a:bodyPr anchorCtr="0" anchor="t" bIns="0" lIns="0" spcFirstLastPara="1" rIns="0" wrap="square" tIns="0">
            <a:noAutofit/>
          </a:bodyPr>
          <a:lstStyle>
            <a:lvl1pPr lvl="0" rtl="0">
              <a:lnSpc>
                <a:spcPct val="180000"/>
              </a:lnSpc>
              <a:spcBef>
                <a:spcPts val="0"/>
              </a:spcBef>
              <a:spcAft>
                <a:spcPts val="0"/>
              </a:spcAft>
              <a:buClr>
                <a:schemeClr val="dk1"/>
              </a:buClr>
              <a:buSzPts val="1400"/>
              <a:buNone/>
              <a:defRPr sz="1400">
                <a:solidFill>
                  <a:schemeClr val="dk1"/>
                </a:solidFill>
              </a:defRPr>
            </a:lvl1pPr>
            <a:lvl2pPr lvl="1" rtl="0">
              <a:lnSpc>
                <a:spcPct val="180000"/>
              </a:lnSpc>
              <a:spcBef>
                <a:spcPts val="0"/>
              </a:spcBef>
              <a:spcAft>
                <a:spcPts val="0"/>
              </a:spcAft>
              <a:buClr>
                <a:schemeClr val="dk1"/>
              </a:buClr>
              <a:buSzPts val="1400"/>
              <a:buNone/>
              <a:defRPr sz="1400">
                <a:solidFill>
                  <a:schemeClr val="dk1"/>
                </a:solidFill>
              </a:defRPr>
            </a:lvl2pPr>
            <a:lvl3pPr lvl="2" rtl="0">
              <a:lnSpc>
                <a:spcPct val="180000"/>
              </a:lnSpc>
              <a:spcBef>
                <a:spcPts val="0"/>
              </a:spcBef>
              <a:spcAft>
                <a:spcPts val="0"/>
              </a:spcAft>
              <a:buClr>
                <a:schemeClr val="dk1"/>
              </a:buClr>
              <a:buSzPts val="1400"/>
              <a:buNone/>
              <a:defRPr sz="1400">
                <a:solidFill>
                  <a:schemeClr val="dk1"/>
                </a:solidFill>
              </a:defRPr>
            </a:lvl3pPr>
            <a:lvl4pPr lvl="3" rtl="0">
              <a:lnSpc>
                <a:spcPct val="180000"/>
              </a:lnSpc>
              <a:spcBef>
                <a:spcPts val="0"/>
              </a:spcBef>
              <a:spcAft>
                <a:spcPts val="0"/>
              </a:spcAft>
              <a:buClr>
                <a:schemeClr val="dk1"/>
              </a:buClr>
              <a:buSzPts val="1400"/>
              <a:buNone/>
              <a:defRPr sz="1400">
                <a:solidFill>
                  <a:schemeClr val="dk1"/>
                </a:solidFill>
              </a:defRPr>
            </a:lvl4pPr>
            <a:lvl5pPr lvl="4" rtl="0">
              <a:lnSpc>
                <a:spcPct val="180000"/>
              </a:lnSpc>
              <a:spcBef>
                <a:spcPts val="0"/>
              </a:spcBef>
              <a:spcAft>
                <a:spcPts val="0"/>
              </a:spcAft>
              <a:buClr>
                <a:schemeClr val="dk1"/>
              </a:buClr>
              <a:buSzPts val="1400"/>
              <a:buNone/>
              <a:defRPr sz="1400">
                <a:solidFill>
                  <a:schemeClr val="dk1"/>
                </a:solidFill>
              </a:defRPr>
            </a:lvl5pPr>
            <a:lvl6pPr lvl="5" rtl="0">
              <a:lnSpc>
                <a:spcPct val="180000"/>
              </a:lnSpc>
              <a:spcBef>
                <a:spcPts val="0"/>
              </a:spcBef>
              <a:spcAft>
                <a:spcPts val="0"/>
              </a:spcAft>
              <a:buClr>
                <a:schemeClr val="dk1"/>
              </a:buClr>
              <a:buSzPts val="1400"/>
              <a:buNone/>
              <a:defRPr sz="1400">
                <a:solidFill>
                  <a:schemeClr val="dk1"/>
                </a:solidFill>
              </a:defRPr>
            </a:lvl6pPr>
            <a:lvl7pPr lvl="6" rtl="0">
              <a:lnSpc>
                <a:spcPct val="180000"/>
              </a:lnSpc>
              <a:spcBef>
                <a:spcPts val="0"/>
              </a:spcBef>
              <a:spcAft>
                <a:spcPts val="0"/>
              </a:spcAft>
              <a:buClr>
                <a:schemeClr val="dk1"/>
              </a:buClr>
              <a:buSzPts val="1400"/>
              <a:buNone/>
              <a:defRPr sz="1400">
                <a:solidFill>
                  <a:schemeClr val="dk1"/>
                </a:solidFill>
              </a:defRPr>
            </a:lvl7pPr>
            <a:lvl8pPr lvl="7" rtl="0">
              <a:lnSpc>
                <a:spcPct val="180000"/>
              </a:lnSpc>
              <a:spcBef>
                <a:spcPts val="0"/>
              </a:spcBef>
              <a:spcAft>
                <a:spcPts val="0"/>
              </a:spcAft>
              <a:buClr>
                <a:schemeClr val="dk1"/>
              </a:buClr>
              <a:buSzPts val="1400"/>
              <a:buNone/>
              <a:defRPr sz="1400">
                <a:solidFill>
                  <a:schemeClr val="dk1"/>
                </a:solidFill>
              </a:defRPr>
            </a:lvl8pPr>
            <a:lvl9pPr lvl="8" rtl="0">
              <a:lnSpc>
                <a:spcPct val="180000"/>
              </a:lnSpc>
              <a:spcBef>
                <a:spcPts val="0"/>
              </a:spcBef>
              <a:spcAft>
                <a:spcPts val="0"/>
              </a:spcAft>
              <a:buClr>
                <a:schemeClr val="dk1"/>
              </a:buClr>
              <a:buSzPts val="1400"/>
              <a:buNone/>
              <a:defRPr sz="1400">
                <a:solidFill>
                  <a:schemeClr val="dk1"/>
                </a:solidFill>
              </a:defRPr>
            </a:lvl9pPr>
          </a:lstStyle>
          <a:p/>
        </p:txBody>
      </p:sp>
      <p:sp>
        <p:nvSpPr>
          <p:cNvPr id="3596" name="Google Shape;3596;p296"/>
          <p:cNvSpPr txBox="1"/>
          <p:nvPr/>
        </p:nvSpPr>
        <p:spPr>
          <a:xfrm>
            <a:off x="5903450"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linkedin.com/company/red-hat</a:t>
            </a:r>
            <a:endParaRPr sz="1200">
              <a:solidFill>
                <a:schemeClr val="dk1"/>
              </a:solidFill>
              <a:latin typeface="Red Hat Text"/>
              <a:ea typeface="Red Hat Text"/>
              <a:cs typeface="Red Hat Text"/>
              <a:sym typeface="Red Hat Text"/>
            </a:endParaRPr>
          </a:p>
        </p:txBody>
      </p:sp>
      <p:sp>
        <p:nvSpPr>
          <p:cNvPr id="3597" name="Google Shape;3597;p296"/>
          <p:cNvSpPr txBox="1"/>
          <p:nvPr/>
        </p:nvSpPr>
        <p:spPr>
          <a:xfrm>
            <a:off x="5903450"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youtube.com/user/RedHatVideos</a:t>
            </a:r>
            <a:endParaRPr sz="1200">
              <a:solidFill>
                <a:schemeClr val="dk1"/>
              </a:solidFill>
              <a:latin typeface="Red Hat Text"/>
              <a:ea typeface="Red Hat Text"/>
              <a:cs typeface="Red Hat Text"/>
              <a:sym typeface="Red Hat Text"/>
            </a:endParaRPr>
          </a:p>
        </p:txBody>
      </p:sp>
      <p:sp>
        <p:nvSpPr>
          <p:cNvPr id="3598" name="Google Shape;3598;p296"/>
          <p:cNvSpPr txBox="1"/>
          <p:nvPr/>
        </p:nvSpPr>
        <p:spPr>
          <a:xfrm>
            <a:off x="8815525" y="46692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facebook.com/redhatinc</a:t>
            </a:r>
            <a:endParaRPr sz="1200">
              <a:solidFill>
                <a:schemeClr val="dk1"/>
              </a:solidFill>
              <a:latin typeface="Red Hat Text"/>
              <a:ea typeface="Red Hat Text"/>
              <a:cs typeface="Red Hat Text"/>
              <a:sym typeface="Red Hat Text"/>
            </a:endParaRPr>
          </a:p>
        </p:txBody>
      </p:sp>
      <p:sp>
        <p:nvSpPr>
          <p:cNvPr id="3599" name="Google Shape;3599;p296"/>
          <p:cNvSpPr txBox="1"/>
          <p:nvPr/>
        </p:nvSpPr>
        <p:spPr>
          <a:xfrm>
            <a:off x="8815525" y="5174300"/>
            <a:ext cx="2560500" cy="24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twitter.com/RedHat</a:t>
            </a:r>
            <a:endParaRPr sz="1200">
              <a:solidFill>
                <a:schemeClr val="dk1"/>
              </a:solidFill>
              <a:latin typeface="Red Hat Text"/>
              <a:ea typeface="Red Hat Text"/>
              <a:cs typeface="Red Hat Text"/>
              <a:sym typeface="Red Hat Text"/>
            </a:endParaRPr>
          </a:p>
        </p:txBody>
      </p:sp>
      <p:pic>
        <p:nvPicPr>
          <p:cNvPr id="3600" name="Google Shape;3600;p296"/>
          <p:cNvPicPr preferRelativeResize="0"/>
          <p:nvPr/>
        </p:nvPicPr>
        <p:blipFill rotWithShape="1">
          <a:blip r:embed="rId4">
            <a:alphaModFix/>
          </a:blip>
          <a:srcRect b="0" l="2508" r="2498" t="0"/>
          <a:stretch/>
        </p:blipFill>
        <p:spPr>
          <a:xfrm>
            <a:off x="8586459" y="5174306"/>
            <a:ext cx="229075" cy="241150"/>
          </a:xfrm>
          <a:prstGeom prst="rect">
            <a:avLst/>
          </a:prstGeom>
          <a:noFill/>
          <a:ln>
            <a:noFill/>
          </a:ln>
        </p:spPr>
      </p:pic>
      <p:pic>
        <p:nvPicPr>
          <p:cNvPr id="3601" name="Google Shape;3601;p296"/>
          <p:cNvPicPr preferRelativeResize="0"/>
          <p:nvPr/>
        </p:nvPicPr>
        <p:blipFill rotWithShape="1">
          <a:blip r:embed="rId5">
            <a:alphaModFix/>
          </a:blip>
          <a:srcRect b="0" l="2678" r="2678" t="0"/>
          <a:stretch/>
        </p:blipFill>
        <p:spPr>
          <a:xfrm>
            <a:off x="8586459" y="4669206"/>
            <a:ext cx="229075" cy="241150"/>
          </a:xfrm>
          <a:prstGeom prst="rect">
            <a:avLst/>
          </a:prstGeom>
          <a:noFill/>
          <a:ln>
            <a:noFill/>
          </a:ln>
        </p:spPr>
      </p:pic>
      <p:pic>
        <p:nvPicPr>
          <p:cNvPr id="3602" name="Google Shape;3602;p296"/>
          <p:cNvPicPr preferRelativeResize="0"/>
          <p:nvPr/>
        </p:nvPicPr>
        <p:blipFill rotWithShape="1">
          <a:blip r:embed="rId6">
            <a:alphaModFix/>
          </a:blip>
          <a:srcRect b="0" l="2508" r="2498" t="0"/>
          <a:stretch/>
        </p:blipFill>
        <p:spPr>
          <a:xfrm>
            <a:off x="5660534" y="5174306"/>
            <a:ext cx="229075" cy="241150"/>
          </a:xfrm>
          <a:prstGeom prst="rect">
            <a:avLst/>
          </a:prstGeom>
          <a:noFill/>
          <a:ln>
            <a:noFill/>
          </a:ln>
        </p:spPr>
      </p:pic>
      <p:pic>
        <p:nvPicPr>
          <p:cNvPr id="3603" name="Google Shape;3603;p296"/>
          <p:cNvPicPr preferRelativeResize="0"/>
          <p:nvPr/>
        </p:nvPicPr>
        <p:blipFill rotWithShape="1">
          <a:blip r:embed="rId7">
            <a:alphaModFix/>
          </a:blip>
          <a:srcRect b="0" l="2326" r="2326" t="0"/>
          <a:stretch/>
        </p:blipFill>
        <p:spPr>
          <a:xfrm>
            <a:off x="5660534" y="4669206"/>
            <a:ext cx="229075" cy="241150"/>
          </a:xfrm>
          <a:prstGeom prst="rect">
            <a:avLst/>
          </a:prstGeom>
          <a:noFill/>
          <a:ln>
            <a:noFill/>
          </a:ln>
        </p:spPr>
      </p:pic>
      <p:sp>
        <p:nvSpPr>
          <p:cNvPr id="3604" name="Google Shape;3604;p29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A">
  <p:cSld name="CUSTOM_2">
    <p:bg>
      <p:bgPr>
        <a:blipFill>
          <a:blip r:embed="rId2">
            <a:alphaModFix/>
          </a:blip>
          <a:stretch>
            <a:fillRect/>
          </a:stretch>
        </a:blipFill>
      </p:bgPr>
    </p:bg>
    <p:spTree>
      <p:nvGrpSpPr>
        <p:cNvPr id="3605" name="Shape 3605"/>
        <p:cNvGrpSpPr/>
        <p:nvPr/>
      </p:nvGrpSpPr>
      <p:grpSpPr>
        <a:xfrm>
          <a:off x="0" y="0"/>
          <a:ext cx="0" cy="0"/>
          <a:chOff x="0" y="0"/>
          <a:chExt cx="0" cy="0"/>
        </a:xfrm>
      </p:grpSpPr>
      <p:sp>
        <p:nvSpPr>
          <p:cNvPr id="3606" name="Google Shape;3606;p297"/>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lt1"/>
                </a:solidFill>
                <a:latin typeface="Red Hat Display Medium"/>
                <a:ea typeface="Red Hat Display Medium"/>
                <a:cs typeface="Red Hat Display Medium"/>
                <a:sym typeface="Red Hat Display Medium"/>
              </a:defRPr>
            </a:lvl9pPr>
          </a:lstStyle>
          <a:p/>
        </p:txBody>
      </p:sp>
      <p:cxnSp>
        <p:nvCxnSpPr>
          <p:cNvPr id="3607" name="Google Shape;3607;p297"/>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3608" name="Google Shape;3608;p29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609" name="Google Shape;3609;p2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3610" name="Google Shape;3610;p297"/>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141414"/>
                </a:solidFill>
              </a:defRPr>
            </a:lvl1pPr>
            <a:lvl2pPr lvl="1" rtl="0">
              <a:lnSpc>
                <a:spcPct val="174000"/>
              </a:lnSpc>
              <a:spcBef>
                <a:spcPts val="0"/>
              </a:spcBef>
              <a:spcAft>
                <a:spcPts val="0"/>
              </a:spcAft>
              <a:buNone/>
              <a:defRPr sz="1400">
                <a:solidFill>
                  <a:srgbClr val="141414"/>
                </a:solidFill>
              </a:defRPr>
            </a:lvl2pPr>
            <a:lvl3pPr lvl="2" rtl="0">
              <a:lnSpc>
                <a:spcPct val="174000"/>
              </a:lnSpc>
              <a:spcBef>
                <a:spcPts val="0"/>
              </a:spcBef>
              <a:spcAft>
                <a:spcPts val="0"/>
              </a:spcAft>
              <a:buNone/>
              <a:defRPr sz="1400">
                <a:solidFill>
                  <a:srgbClr val="141414"/>
                </a:solidFill>
              </a:defRPr>
            </a:lvl3pPr>
            <a:lvl4pPr lvl="3" rtl="0">
              <a:lnSpc>
                <a:spcPct val="174000"/>
              </a:lnSpc>
              <a:spcBef>
                <a:spcPts val="0"/>
              </a:spcBef>
              <a:spcAft>
                <a:spcPts val="0"/>
              </a:spcAft>
              <a:buNone/>
              <a:defRPr sz="1400">
                <a:solidFill>
                  <a:srgbClr val="141414"/>
                </a:solidFill>
              </a:defRPr>
            </a:lvl4pPr>
            <a:lvl5pPr lvl="4" rtl="0">
              <a:lnSpc>
                <a:spcPct val="174000"/>
              </a:lnSpc>
              <a:spcBef>
                <a:spcPts val="0"/>
              </a:spcBef>
              <a:spcAft>
                <a:spcPts val="0"/>
              </a:spcAft>
              <a:buNone/>
              <a:defRPr sz="1400">
                <a:solidFill>
                  <a:srgbClr val="141414"/>
                </a:solidFill>
              </a:defRPr>
            </a:lvl5pPr>
            <a:lvl6pPr lvl="5" rtl="0">
              <a:lnSpc>
                <a:spcPct val="174000"/>
              </a:lnSpc>
              <a:spcBef>
                <a:spcPts val="0"/>
              </a:spcBef>
              <a:spcAft>
                <a:spcPts val="0"/>
              </a:spcAft>
              <a:buNone/>
              <a:defRPr sz="1400">
                <a:solidFill>
                  <a:srgbClr val="141414"/>
                </a:solidFill>
              </a:defRPr>
            </a:lvl6pPr>
            <a:lvl7pPr lvl="6" rtl="0">
              <a:lnSpc>
                <a:spcPct val="174000"/>
              </a:lnSpc>
              <a:spcBef>
                <a:spcPts val="0"/>
              </a:spcBef>
              <a:spcAft>
                <a:spcPts val="0"/>
              </a:spcAft>
              <a:buNone/>
              <a:defRPr sz="1400">
                <a:solidFill>
                  <a:srgbClr val="141414"/>
                </a:solidFill>
              </a:defRPr>
            </a:lvl7pPr>
            <a:lvl8pPr lvl="7" rtl="0">
              <a:lnSpc>
                <a:spcPct val="174000"/>
              </a:lnSpc>
              <a:spcBef>
                <a:spcPts val="0"/>
              </a:spcBef>
              <a:spcAft>
                <a:spcPts val="0"/>
              </a:spcAft>
              <a:buNone/>
              <a:defRPr sz="1400">
                <a:solidFill>
                  <a:srgbClr val="141414"/>
                </a:solidFill>
              </a:defRPr>
            </a:lvl8pPr>
            <a:lvl9pPr lvl="8" rtl="0">
              <a:lnSpc>
                <a:spcPct val="174000"/>
              </a:lnSpc>
              <a:spcBef>
                <a:spcPts val="0"/>
              </a:spcBef>
              <a:spcAft>
                <a:spcPts val="0"/>
              </a:spcAft>
              <a:buNone/>
              <a:defRPr sz="1400">
                <a:solidFill>
                  <a:srgbClr val="141414"/>
                </a:solidFill>
              </a:defRPr>
            </a:lvl9pPr>
          </a:lstStyle>
          <a:p/>
        </p:txBody>
      </p:sp>
      <p:pic>
        <p:nvPicPr>
          <p:cNvPr id="3611" name="Google Shape;3611;p297"/>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3612" name="Google Shape;3612;p29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B">
  <p:cSld name="CUSTOM_2_1">
    <p:bg>
      <p:bgPr>
        <a:blipFill>
          <a:blip r:embed="rId2">
            <a:alphaModFix/>
          </a:blip>
          <a:stretch>
            <a:fillRect/>
          </a:stretch>
        </a:blipFill>
      </p:bgPr>
    </p:bg>
    <p:spTree>
      <p:nvGrpSpPr>
        <p:cNvPr id="3613" name="Shape 3613"/>
        <p:cNvGrpSpPr/>
        <p:nvPr/>
      </p:nvGrpSpPr>
      <p:grpSpPr>
        <a:xfrm>
          <a:off x="0" y="0"/>
          <a:ext cx="0" cy="0"/>
          <a:chOff x="0" y="0"/>
          <a:chExt cx="0" cy="0"/>
        </a:xfrm>
      </p:grpSpPr>
      <p:sp>
        <p:nvSpPr>
          <p:cNvPr id="3614" name="Google Shape;3614;p298"/>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3615" name="Google Shape;3615;p29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3616" name="Google Shape;3616;p29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617" name="Google Shape;3617;p29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3618" name="Google Shape;3618;p298"/>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chemeClr val="lt1"/>
                </a:solidFill>
              </a:defRPr>
            </a:lvl1pPr>
            <a:lvl2pPr lvl="1" rtl="0">
              <a:lnSpc>
                <a:spcPct val="174000"/>
              </a:lnSpc>
              <a:spcBef>
                <a:spcPts val="0"/>
              </a:spcBef>
              <a:spcAft>
                <a:spcPts val="0"/>
              </a:spcAft>
              <a:buNone/>
              <a:defRPr sz="1400">
                <a:solidFill>
                  <a:schemeClr val="lt1"/>
                </a:solidFill>
              </a:defRPr>
            </a:lvl2pPr>
            <a:lvl3pPr lvl="2" rtl="0">
              <a:lnSpc>
                <a:spcPct val="174000"/>
              </a:lnSpc>
              <a:spcBef>
                <a:spcPts val="0"/>
              </a:spcBef>
              <a:spcAft>
                <a:spcPts val="0"/>
              </a:spcAft>
              <a:buNone/>
              <a:defRPr sz="1400">
                <a:solidFill>
                  <a:schemeClr val="lt1"/>
                </a:solidFill>
              </a:defRPr>
            </a:lvl3pPr>
            <a:lvl4pPr lvl="3" rtl="0">
              <a:lnSpc>
                <a:spcPct val="174000"/>
              </a:lnSpc>
              <a:spcBef>
                <a:spcPts val="0"/>
              </a:spcBef>
              <a:spcAft>
                <a:spcPts val="0"/>
              </a:spcAft>
              <a:buNone/>
              <a:defRPr sz="1400">
                <a:solidFill>
                  <a:schemeClr val="lt1"/>
                </a:solidFill>
              </a:defRPr>
            </a:lvl4pPr>
            <a:lvl5pPr lvl="4" rtl="0">
              <a:lnSpc>
                <a:spcPct val="174000"/>
              </a:lnSpc>
              <a:spcBef>
                <a:spcPts val="0"/>
              </a:spcBef>
              <a:spcAft>
                <a:spcPts val="0"/>
              </a:spcAft>
              <a:buNone/>
              <a:defRPr sz="1400">
                <a:solidFill>
                  <a:schemeClr val="lt1"/>
                </a:solidFill>
              </a:defRPr>
            </a:lvl5pPr>
            <a:lvl6pPr lvl="5" rtl="0">
              <a:lnSpc>
                <a:spcPct val="174000"/>
              </a:lnSpc>
              <a:spcBef>
                <a:spcPts val="0"/>
              </a:spcBef>
              <a:spcAft>
                <a:spcPts val="0"/>
              </a:spcAft>
              <a:buNone/>
              <a:defRPr sz="1400">
                <a:solidFill>
                  <a:schemeClr val="lt1"/>
                </a:solidFill>
              </a:defRPr>
            </a:lvl6pPr>
            <a:lvl7pPr lvl="6" rtl="0">
              <a:lnSpc>
                <a:spcPct val="174000"/>
              </a:lnSpc>
              <a:spcBef>
                <a:spcPts val="0"/>
              </a:spcBef>
              <a:spcAft>
                <a:spcPts val="0"/>
              </a:spcAft>
              <a:buNone/>
              <a:defRPr sz="1400">
                <a:solidFill>
                  <a:schemeClr val="lt1"/>
                </a:solidFill>
              </a:defRPr>
            </a:lvl7pPr>
            <a:lvl8pPr lvl="7" rtl="0">
              <a:lnSpc>
                <a:spcPct val="174000"/>
              </a:lnSpc>
              <a:spcBef>
                <a:spcPts val="0"/>
              </a:spcBef>
              <a:spcAft>
                <a:spcPts val="0"/>
              </a:spcAft>
              <a:buNone/>
              <a:defRPr sz="1400">
                <a:solidFill>
                  <a:schemeClr val="lt1"/>
                </a:solidFill>
              </a:defRPr>
            </a:lvl8pPr>
            <a:lvl9pPr lvl="8" rtl="0">
              <a:lnSpc>
                <a:spcPct val="174000"/>
              </a:lnSpc>
              <a:spcBef>
                <a:spcPts val="0"/>
              </a:spcBef>
              <a:spcAft>
                <a:spcPts val="0"/>
              </a:spcAft>
              <a:buNone/>
              <a:defRPr sz="1400">
                <a:solidFill>
                  <a:schemeClr val="lt1"/>
                </a:solidFill>
              </a:defRPr>
            </a:lvl9pPr>
          </a:lstStyle>
          <a:p/>
        </p:txBody>
      </p:sp>
      <p:pic>
        <p:nvPicPr>
          <p:cNvPr id="3619" name="Google Shape;3619;p298"/>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3620" name="Google Shape;3620;p29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C">
  <p:cSld name="CUSTOM_2_1_1">
    <p:bg>
      <p:bgPr>
        <a:blipFill>
          <a:blip r:embed="rId2">
            <a:alphaModFix/>
          </a:blip>
          <a:stretch>
            <a:fillRect/>
          </a:stretch>
        </a:blipFill>
      </p:bgPr>
    </p:bg>
    <p:spTree>
      <p:nvGrpSpPr>
        <p:cNvPr id="3621" name="Shape 3621"/>
        <p:cNvGrpSpPr/>
        <p:nvPr/>
      </p:nvGrpSpPr>
      <p:grpSpPr>
        <a:xfrm>
          <a:off x="0" y="0"/>
          <a:ext cx="0" cy="0"/>
          <a:chOff x="0" y="0"/>
          <a:chExt cx="0" cy="0"/>
        </a:xfrm>
      </p:grpSpPr>
      <p:sp>
        <p:nvSpPr>
          <p:cNvPr id="3622" name="Google Shape;3622;p299"/>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lvl1pPr lvl="0"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1pPr>
            <a:lvl2pPr lvl="1"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2pPr>
            <a:lvl3pPr lvl="2"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3pPr>
            <a:lvl4pPr lvl="3"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4pPr>
            <a:lvl5pPr lvl="4"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5pPr>
            <a:lvl6pPr lvl="5"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6pPr>
            <a:lvl7pPr lvl="6"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7pPr>
            <a:lvl8pPr lvl="7"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8pPr>
            <a:lvl9pPr lvl="8" rtl="0">
              <a:spcBef>
                <a:spcPts val="0"/>
              </a:spcBef>
              <a:spcAft>
                <a:spcPts val="0"/>
              </a:spcAft>
              <a:buNone/>
              <a:defRPr sz="6000">
                <a:solidFill>
                  <a:schemeClr val="accent1"/>
                </a:solidFill>
                <a:latin typeface="Red Hat Display Medium"/>
                <a:ea typeface="Red Hat Display Medium"/>
                <a:cs typeface="Red Hat Display Medium"/>
                <a:sym typeface="Red Hat Display Medium"/>
              </a:defRPr>
            </a:lvl9pPr>
          </a:lstStyle>
          <a:p/>
        </p:txBody>
      </p:sp>
      <p:cxnSp>
        <p:nvCxnSpPr>
          <p:cNvPr id="3623" name="Google Shape;3623;p29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cxnSp>
        <p:nvCxnSpPr>
          <p:cNvPr id="3624" name="Google Shape;3624;p29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3625" name="Google Shape;3625;p29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dk1"/>
              </a:buClr>
              <a:buSzPts val="1000"/>
              <a:buFont typeface="Red Hat Text Medium"/>
              <a:buNone/>
              <a:defRPr sz="1000">
                <a:solidFill>
                  <a:schemeClr val="dk1"/>
                </a:solidFill>
                <a:latin typeface="Red Hat Text Medium"/>
                <a:ea typeface="Red Hat Text Medium"/>
                <a:cs typeface="Red Hat Text Medium"/>
                <a:sym typeface="Red Hat Text Medium"/>
              </a:defRPr>
            </a:lvl9pPr>
          </a:lstStyle>
          <a:p/>
        </p:txBody>
      </p:sp>
      <p:sp>
        <p:nvSpPr>
          <p:cNvPr id="3626" name="Google Shape;3626;p299"/>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rgbClr val="EBEBEB"/>
                </a:solidFill>
              </a:defRPr>
            </a:lvl1pPr>
            <a:lvl2pPr lvl="1" rtl="0">
              <a:lnSpc>
                <a:spcPct val="174000"/>
              </a:lnSpc>
              <a:spcBef>
                <a:spcPts val="0"/>
              </a:spcBef>
              <a:spcAft>
                <a:spcPts val="0"/>
              </a:spcAft>
              <a:buNone/>
              <a:defRPr sz="1400">
                <a:solidFill>
                  <a:srgbClr val="EBEBEB"/>
                </a:solidFill>
              </a:defRPr>
            </a:lvl2pPr>
            <a:lvl3pPr lvl="2" rtl="0">
              <a:lnSpc>
                <a:spcPct val="174000"/>
              </a:lnSpc>
              <a:spcBef>
                <a:spcPts val="0"/>
              </a:spcBef>
              <a:spcAft>
                <a:spcPts val="0"/>
              </a:spcAft>
              <a:buNone/>
              <a:defRPr sz="1400">
                <a:solidFill>
                  <a:srgbClr val="EBEBEB"/>
                </a:solidFill>
              </a:defRPr>
            </a:lvl3pPr>
            <a:lvl4pPr lvl="3" rtl="0">
              <a:lnSpc>
                <a:spcPct val="174000"/>
              </a:lnSpc>
              <a:spcBef>
                <a:spcPts val="0"/>
              </a:spcBef>
              <a:spcAft>
                <a:spcPts val="0"/>
              </a:spcAft>
              <a:buNone/>
              <a:defRPr sz="1400">
                <a:solidFill>
                  <a:srgbClr val="EBEBEB"/>
                </a:solidFill>
              </a:defRPr>
            </a:lvl4pPr>
            <a:lvl5pPr lvl="4" rtl="0">
              <a:lnSpc>
                <a:spcPct val="174000"/>
              </a:lnSpc>
              <a:spcBef>
                <a:spcPts val="0"/>
              </a:spcBef>
              <a:spcAft>
                <a:spcPts val="0"/>
              </a:spcAft>
              <a:buNone/>
              <a:defRPr sz="1400">
                <a:solidFill>
                  <a:srgbClr val="EBEBEB"/>
                </a:solidFill>
              </a:defRPr>
            </a:lvl5pPr>
            <a:lvl6pPr lvl="5" rtl="0">
              <a:lnSpc>
                <a:spcPct val="174000"/>
              </a:lnSpc>
              <a:spcBef>
                <a:spcPts val="0"/>
              </a:spcBef>
              <a:spcAft>
                <a:spcPts val="0"/>
              </a:spcAft>
              <a:buNone/>
              <a:defRPr sz="1400">
                <a:solidFill>
                  <a:srgbClr val="EBEBEB"/>
                </a:solidFill>
              </a:defRPr>
            </a:lvl6pPr>
            <a:lvl7pPr lvl="6" rtl="0">
              <a:lnSpc>
                <a:spcPct val="174000"/>
              </a:lnSpc>
              <a:spcBef>
                <a:spcPts val="0"/>
              </a:spcBef>
              <a:spcAft>
                <a:spcPts val="0"/>
              </a:spcAft>
              <a:buNone/>
              <a:defRPr sz="1400">
                <a:solidFill>
                  <a:srgbClr val="EBEBEB"/>
                </a:solidFill>
              </a:defRPr>
            </a:lvl7pPr>
            <a:lvl8pPr lvl="7" rtl="0">
              <a:lnSpc>
                <a:spcPct val="174000"/>
              </a:lnSpc>
              <a:spcBef>
                <a:spcPts val="0"/>
              </a:spcBef>
              <a:spcAft>
                <a:spcPts val="0"/>
              </a:spcAft>
              <a:buNone/>
              <a:defRPr sz="1400">
                <a:solidFill>
                  <a:srgbClr val="EBEBEB"/>
                </a:solidFill>
              </a:defRPr>
            </a:lvl8pPr>
            <a:lvl9pPr lvl="8" rtl="0">
              <a:lnSpc>
                <a:spcPct val="174000"/>
              </a:lnSpc>
              <a:spcBef>
                <a:spcPts val="0"/>
              </a:spcBef>
              <a:spcAft>
                <a:spcPts val="0"/>
              </a:spcAft>
              <a:buNone/>
              <a:defRPr sz="1400">
                <a:solidFill>
                  <a:srgbClr val="EBEBEB"/>
                </a:solidFill>
              </a:defRPr>
            </a:lvl9pPr>
          </a:lstStyle>
          <a:p/>
        </p:txBody>
      </p:sp>
      <p:pic>
        <p:nvPicPr>
          <p:cNvPr id="3627" name="Google Shape;3627;p299"/>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3628" name="Google Shape;3628;p299"/>
          <p:cNvSpPr txBox="1"/>
          <p:nvPr>
            <p:ph idx="3" type="subTitle"/>
          </p:nvPr>
        </p:nvSpPr>
        <p:spPr>
          <a:xfrm>
            <a:off x="9251450" y="1743719"/>
            <a:ext cx="2124300" cy="3309000"/>
          </a:xfrm>
          <a:prstGeom prst="rect">
            <a:avLst/>
          </a:prstGeom>
        </p:spPr>
        <p:txBody>
          <a:bodyPr anchorCtr="0" anchor="t" bIns="0" lIns="0" spcFirstLastPara="1" rIns="0" wrap="square" tIns="0">
            <a:noAutofit/>
          </a:bodyPr>
          <a:lstStyle>
            <a:lvl1pPr lvl="0" rtl="0">
              <a:lnSpc>
                <a:spcPct val="174000"/>
              </a:lnSpc>
              <a:spcBef>
                <a:spcPts val="0"/>
              </a:spcBef>
              <a:spcAft>
                <a:spcPts val="0"/>
              </a:spcAft>
              <a:buNone/>
              <a:defRPr sz="1400">
                <a:solidFill>
                  <a:schemeClr val="dk1"/>
                </a:solidFill>
              </a:defRPr>
            </a:lvl1pPr>
            <a:lvl2pPr lvl="1" rtl="0">
              <a:lnSpc>
                <a:spcPct val="174000"/>
              </a:lnSpc>
              <a:spcBef>
                <a:spcPts val="0"/>
              </a:spcBef>
              <a:spcAft>
                <a:spcPts val="0"/>
              </a:spcAft>
              <a:buNone/>
              <a:defRPr sz="1400">
                <a:solidFill>
                  <a:schemeClr val="dk1"/>
                </a:solidFill>
              </a:defRPr>
            </a:lvl2pPr>
            <a:lvl3pPr lvl="2" rtl="0">
              <a:lnSpc>
                <a:spcPct val="174000"/>
              </a:lnSpc>
              <a:spcBef>
                <a:spcPts val="0"/>
              </a:spcBef>
              <a:spcAft>
                <a:spcPts val="0"/>
              </a:spcAft>
              <a:buNone/>
              <a:defRPr sz="1400">
                <a:solidFill>
                  <a:schemeClr val="dk1"/>
                </a:solidFill>
              </a:defRPr>
            </a:lvl3pPr>
            <a:lvl4pPr lvl="3" rtl="0">
              <a:lnSpc>
                <a:spcPct val="174000"/>
              </a:lnSpc>
              <a:spcBef>
                <a:spcPts val="0"/>
              </a:spcBef>
              <a:spcAft>
                <a:spcPts val="0"/>
              </a:spcAft>
              <a:buNone/>
              <a:defRPr sz="1400">
                <a:solidFill>
                  <a:schemeClr val="dk1"/>
                </a:solidFill>
              </a:defRPr>
            </a:lvl4pPr>
            <a:lvl5pPr lvl="4" rtl="0">
              <a:lnSpc>
                <a:spcPct val="174000"/>
              </a:lnSpc>
              <a:spcBef>
                <a:spcPts val="0"/>
              </a:spcBef>
              <a:spcAft>
                <a:spcPts val="0"/>
              </a:spcAft>
              <a:buNone/>
              <a:defRPr sz="1400">
                <a:solidFill>
                  <a:schemeClr val="dk1"/>
                </a:solidFill>
              </a:defRPr>
            </a:lvl5pPr>
            <a:lvl6pPr lvl="5" rtl="0">
              <a:lnSpc>
                <a:spcPct val="174000"/>
              </a:lnSpc>
              <a:spcBef>
                <a:spcPts val="0"/>
              </a:spcBef>
              <a:spcAft>
                <a:spcPts val="0"/>
              </a:spcAft>
              <a:buNone/>
              <a:defRPr sz="1400">
                <a:solidFill>
                  <a:schemeClr val="dk1"/>
                </a:solidFill>
              </a:defRPr>
            </a:lvl6pPr>
            <a:lvl7pPr lvl="6" rtl="0">
              <a:lnSpc>
                <a:spcPct val="174000"/>
              </a:lnSpc>
              <a:spcBef>
                <a:spcPts val="0"/>
              </a:spcBef>
              <a:spcAft>
                <a:spcPts val="0"/>
              </a:spcAft>
              <a:buNone/>
              <a:defRPr sz="1400">
                <a:solidFill>
                  <a:schemeClr val="dk1"/>
                </a:solidFill>
              </a:defRPr>
            </a:lvl7pPr>
            <a:lvl8pPr lvl="7" rtl="0">
              <a:lnSpc>
                <a:spcPct val="174000"/>
              </a:lnSpc>
              <a:spcBef>
                <a:spcPts val="0"/>
              </a:spcBef>
              <a:spcAft>
                <a:spcPts val="0"/>
              </a:spcAft>
              <a:buNone/>
              <a:defRPr sz="1400">
                <a:solidFill>
                  <a:schemeClr val="dk1"/>
                </a:solidFill>
              </a:defRPr>
            </a:lvl8pPr>
            <a:lvl9pPr lvl="8" rtl="0">
              <a:lnSpc>
                <a:spcPct val="174000"/>
              </a:lnSpc>
              <a:spcBef>
                <a:spcPts val="0"/>
              </a:spcBef>
              <a:spcAft>
                <a:spcPts val="0"/>
              </a:spcAft>
              <a:buNone/>
              <a:defRPr sz="1400">
                <a:solidFill>
                  <a:schemeClr val="dk1"/>
                </a:solidFill>
              </a:defRPr>
            </a:lvl9pPr>
          </a:lstStyle>
          <a:p/>
        </p:txBody>
      </p:sp>
      <p:sp>
        <p:nvSpPr>
          <p:cNvPr id="3629" name="Google Shape;3629;p29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p:cSld name="CUSTOM_3">
    <p:bg>
      <p:bgPr>
        <a:blipFill>
          <a:blip r:embed="rId2">
            <a:alphaModFix/>
          </a:blip>
          <a:stretch>
            <a:fillRect/>
          </a:stretch>
        </a:blipFill>
      </p:bgPr>
    </p:bg>
    <p:spTree>
      <p:nvGrpSpPr>
        <p:cNvPr id="3630" name="Shape 3630"/>
        <p:cNvGrpSpPr/>
        <p:nvPr/>
      </p:nvGrpSpPr>
      <p:grpSpPr>
        <a:xfrm>
          <a:off x="0" y="0"/>
          <a:ext cx="0" cy="0"/>
          <a:chOff x="0" y="0"/>
          <a:chExt cx="0" cy="0"/>
        </a:xfrm>
      </p:grpSpPr>
      <p:sp>
        <p:nvSpPr>
          <p:cNvPr id="3631" name="Google Shape;3631;p300"/>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accent1"/>
                </a:solidFill>
              </a:defRPr>
            </a:lvl1pPr>
            <a:lvl2pPr lvl="1" rtl="0">
              <a:lnSpc>
                <a:spcPct val="100000"/>
              </a:lnSpc>
              <a:spcBef>
                <a:spcPts val="0"/>
              </a:spcBef>
              <a:spcAft>
                <a:spcPts val="0"/>
              </a:spcAft>
              <a:buNone/>
              <a:defRPr sz="5400">
                <a:solidFill>
                  <a:schemeClr val="accent1"/>
                </a:solidFill>
              </a:defRPr>
            </a:lvl2pPr>
            <a:lvl3pPr lvl="2" rtl="0">
              <a:lnSpc>
                <a:spcPct val="100000"/>
              </a:lnSpc>
              <a:spcBef>
                <a:spcPts val="0"/>
              </a:spcBef>
              <a:spcAft>
                <a:spcPts val="0"/>
              </a:spcAft>
              <a:buNone/>
              <a:defRPr sz="5400">
                <a:solidFill>
                  <a:schemeClr val="accent1"/>
                </a:solidFill>
              </a:defRPr>
            </a:lvl3pPr>
            <a:lvl4pPr lvl="3" rtl="0">
              <a:lnSpc>
                <a:spcPct val="100000"/>
              </a:lnSpc>
              <a:spcBef>
                <a:spcPts val="0"/>
              </a:spcBef>
              <a:spcAft>
                <a:spcPts val="0"/>
              </a:spcAft>
              <a:buNone/>
              <a:defRPr sz="5400">
                <a:solidFill>
                  <a:schemeClr val="accent1"/>
                </a:solidFill>
              </a:defRPr>
            </a:lvl4pPr>
            <a:lvl5pPr lvl="4" rtl="0">
              <a:lnSpc>
                <a:spcPct val="100000"/>
              </a:lnSpc>
              <a:spcBef>
                <a:spcPts val="0"/>
              </a:spcBef>
              <a:spcAft>
                <a:spcPts val="0"/>
              </a:spcAft>
              <a:buNone/>
              <a:defRPr sz="5400">
                <a:solidFill>
                  <a:schemeClr val="accent1"/>
                </a:solidFill>
              </a:defRPr>
            </a:lvl5pPr>
            <a:lvl6pPr lvl="5" rtl="0">
              <a:lnSpc>
                <a:spcPct val="100000"/>
              </a:lnSpc>
              <a:spcBef>
                <a:spcPts val="0"/>
              </a:spcBef>
              <a:spcAft>
                <a:spcPts val="0"/>
              </a:spcAft>
              <a:buNone/>
              <a:defRPr sz="5400">
                <a:solidFill>
                  <a:schemeClr val="accent1"/>
                </a:solidFill>
              </a:defRPr>
            </a:lvl6pPr>
            <a:lvl7pPr lvl="6" rtl="0">
              <a:lnSpc>
                <a:spcPct val="100000"/>
              </a:lnSpc>
              <a:spcBef>
                <a:spcPts val="0"/>
              </a:spcBef>
              <a:spcAft>
                <a:spcPts val="0"/>
              </a:spcAft>
              <a:buNone/>
              <a:defRPr sz="5400">
                <a:solidFill>
                  <a:schemeClr val="accent1"/>
                </a:solidFill>
              </a:defRPr>
            </a:lvl7pPr>
            <a:lvl8pPr lvl="7" rtl="0">
              <a:lnSpc>
                <a:spcPct val="100000"/>
              </a:lnSpc>
              <a:spcBef>
                <a:spcPts val="0"/>
              </a:spcBef>
              <a:spcAft>
                <a:spcPts val="0"/>
              </a:spcAft>
              <a:buNone/>
              <a:defRPr sz="5400">
                <a:solidFill>
                  <a:schemeClr val="accent1"/>
                </a:solidFill>
              </a:defRPr>
            </a:lvl8pPr>
            <a:lvl9pPr lvl="8" rtl="0">
              <a:lnSpc>
                <a:spcPct val="100000"/>
              </a:lnSpc>
              <a:spcBef>
                <a:spcPts val="0"/>
              </a:spcBef>
              <a:spcAft>
                <a:spcPts val="0"/>
              </a:spcAft>
              <a:buNone/>
              <a:defRPr sz="5400">
                <a:solidFill>
                  <a:schemeClr val="accent1"/>
                </a:solidFill>
              </a:defRPr>
            </a:lvl9pPr>
          </a:lstStyle>
          <a:p/>
        </p:txBody>
      </p:sp>
      <p:cxnSp>
        <p:nvCxnSpPr>
          <p:cNvPr id="3632" name="Google Shape;3632;p30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3633" name="Google Shape;3633;p300"/>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3634" name="Google Shape;3634;p300"/>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3635" name="Google Shape;3635;p300"/>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sp>
        <p:nvSpPr>
          <p:cNvPr id="3636" name="Google Shape;3636;p30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1 divider">
  <p:cSld name="CUSTOM_3_1">
    <p:bg>
      <p:bgPr>
        <a:blipFill>
          <a:blip r:embed="rId2">
            <a:alphaModFix/>
          </a:blip>
          <a:stretch>
            <a:fillRect/>
          </a:stretch>
        </a:blipFill>
      </p:bgPr>
    </p:bg>
    <p:spTree>
      <p:nvGrpSpPr>
        <p:cNvPr id="3637" name="Shape 3637"/>
        <p:cNvGrpSpPr/>
        <p:nvPr/>
      </p:nvGrpSpPr>
      <p:grpSpPr>
        <a:xfrm>
          <a:off x="0" y="0"/>
          <a:ext cx="0" cy="0"/>
          <a:chOff x="0" y="0"/>
          <a:chExt cx="0" cy="0"/>
        </a:xfrm>
      </p:grpSpPr>
      <p:sp>
        <p:nvSpPr>
          <p:cNvPr id="3638" name="Google Shape;3638;p301"/>
          <p:cNvSpPr txBox="1"/>
          <p:nvPr>
            <p:ph type="title"/>
          </p:nvPr>
        </p:nvSpPr>
        <p:spPr>
          <a:xfrm>
            <a:off x="2076025" y="1883250"/>
            <a:ext cx="7992000" cy="30711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3639" name="Google Shape;3639;p301"/>
          <p:cNvCxnSpPr/>
          <p:nvPr/>
        </p:nvCxnSpPr>
        <p:spPr>
          <a:xfrm rot="10800000">
            <a:off x="447767" y="6401400"/>
            <a:ext cx="0" cy="456600"/>
          </a:xfrm>
          <a:prstGeom prst="straightConnector1">
            <a:avLst/>
          </a:prstGeom>
          <a:noFill/>
          <a:ln cap="flat" cmpd="sng" w="9525">
            <a:solidFill>
              <a:srgbClr val="800000"/>
            </a:solidFill>
            <a:prstDash val="solid"/>
            <a:round/>
            <a:headEnd len="med" w="med" type="none"/>
            <a:tailEnd len="med" w="med" type="none"/>
          </a:ln>
        </p:spPr>
      </p:cxnSp>
      <p:pic>
        <p:nvPicPr>
          <p:cNvPr id="3640" name="Google Shape;3640;p301"/>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cxnSp>
        <p:nvCxnSpPr>
          <p:cNvPr id="3641" name="Google Shape;3641;p301"/>
          <p:cNvCxnSpPr/>
          <p:nvPr/>
        </p:nvCxnSpPr>
        <p:spPr>
          <a:xfrm>
            <a:off x="2076025" y="1653700"/>
            <a:ext cx="1390800" cy="0"/>
          </a:xfrm>
          <a:prstGeom prst="straightConnector1">
            <a:avLst/>
          </a:prstGeom>
          <a:noFill/>
          <a:ln cap="flat" cmpd="sng" w="9525">
            <a:solidFill>
              <a:srgbClr val="EE0000"/>
            </a:solidFill>
            <a:prstDash val="solid"/>
            <a:round/>
            <a:headEnd len="med" w="med" type="none"/>
            <a:tailEnd len="med" w="med" type="none"/>
          </a:ln>
        </p:spPr>
      </p:cxnSp>
      <p:cxnSp>
        <p:nvCxnSpPr>
          <p:cNvPr id="3642" name="Google Shape;3642;p301"/>
          <p:cNvCxnSpPr/>
          <p:nvPr/>
        </p:nvCxnSpPr>
        <p:spPr>
          <a:xfrm rot="10800000">
            <a:off x="447775" y="100"/>
            <a:ext cx="0" cy="886500"/>
          </a:xfrm>
          <a:prstGeom prst="straightConnector1">
            <a:avLst/>
          </a:prstGeom>
          <a:noFill/>
          <a:ln cap="flat" cmpd="sng" w="9525">
            <a:solidFill>
              <a:srgbClr val="800000"/>
            </a:solidFill>
            <a:prstDash val="solid"/>
            <a:round/>
            <a:headEnd len="med" w="med" type="none"/>
            <a:tailEnd len="med" w="med" type="none"/>
          </a:ln>
        </p:spPr>
      </p:cxnSp>
      <p:sp>
        <p:nvSpPr>
          <p:cNvPr id="3643" name="Google Shape;3643;p30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sp>
        <p:nvSpPr>
          <p:cNvPr id="3644" name="Google Shape;3644;p30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3 divider">
  <p:cSld name="CUSTOM_3_1_1">
    <p:bg>
      <p:bgPr>
        <a:blipFill>
          <a:blip r:embed="rId2">
            <a:alphaModFix/>
          </a:blip>
          <a:stretch>
            <a:fillRect/>
          </a:stretch>
        </a:blipFill>
      </p:bgPr>
    </p:bg>
    <p:spTree>
      <p:nvGrpSpPr>
        <p:cNvPr id="3645" name="Shape 3645"/>
        <p:cNvGrpSpPr/>
        <p:nvPr/>
      </p:nvGrpSpPr>
      <p:grpSpPr>
        <a:xfrm>
          <a:off x="0" y="0"/>
          <a:ext cx="0" cy="0"/>
          <a:chOff x="0" y="0"/>
          <a:chExt cx="0" cy="0"/>
        </a:xfrm>
      </p:grpSpPr>
      <p:sp>
        <p:nvSpPr>
          <p:cNvPr id="3646" name="Google Shape;3646;p302"/>
          <p:cNvSpPr txBox="1"/>
          <p:nvPr>
            <p:ph type="title"/>
          </p:nvPr>
        </p:nvSpPr>
        <p:spPr>
          <a:xfrm>
            <a:off x="5674100" y="1632950"/>
            <a:ext cx="5037300" cy="3882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5400">
                <a:solidFill>
                  <a:schemeClr val="lt1"/>
                </a:solidFill>
              </a:defRPr>
            </a:lvl1pPr>
            <a:lvl2pPr lvl="1" rtl="0">
              <a:lnSpc>
                <a:spcPct val="100000"/>
              </a:lnSpc>
              <a:spcBef>
                <a:spcPts val="0"/>
              </a:spcBef>
              <a:spcAft>
                <a:spcPts val="0"/>
              </a:spcAft>
              <a:buNone/>
              <a:defRPr sz="5400">
                <a:solidFill>
                  <a:schemeClr val="lt1"/>
                </a:solidFill>
              </a:defRPr>
            </a:lvl2pPr>
            <a:lvl3pPr lvl="2" rtl="0">
              <a:lnSpc>
                <a:spcPct val="100000"/>
              </a:lnSpc>
              <a:spcBef>
                <a:spcPts val="0"/>
              </a:spcBef>
              <a:spcAft>
                <a:spcPts val="0"/>
              </a:spcAft>
              <a:buNone/>
              <a:defRPr sz="5400">
                <a:solidFill>
                  <a:schemeClr val="lt1"/>
                </a:solidFill>
              </a:defRPr>
            </a:lvl3pPr>
            <a:lvl4pPr lvl="3" rtl="0">
              <a:lnSpc>
                <a:spcPct val="100000"/>
              </a:lnSpc>
              <a:spcBef>
                <a:spcPts val="0"/>
              </a:spcBef>
              <a:spcAft>
                <a:spcPts val="0"/>
              </a:spcAft>
              <a:buNone/>
              <a:defRPr sz="5400">
                <a:solidFill>
                  <a:schemeClr val="lt1"/>
                </a:solidFill>
              </a:defRPr>
            </a:lvl4pPr>
            <a:lvl5pPr lvl="4" rtl="0">
              <a:lnSpc>
                <a:spcPct val="100000"/>
              </a:lnSpc>
              <a:spcBef>
                <a:spcPts val="0"/>
              </a:spcBef>
              <a:spcAft>
                <a:spcPts val="0"/>
              </a:spcAft>
              <a:buNone/>
              <a:defRPr sz="5400">
                <a:solidFill>
                  <a:schemeClr val="lt1"/>
                </a:solidFill>
              </a:defRPr>
            </a:lvl5pPr>
            <a:lvl6pPr lvl="5" rtl="0">
              <a:lnSpc>
                <a:spcPct val="100000"/>
              </a:lnSpc>
              <a:spcBef>
                <a:spcPts val="0"/>
              </a:spcBef>
              <a:spcAft>
                <a:spcPts val="0"/>
              </a:spcAft>
              <a:buNone/>
              <a:defRPr sz="5400">
                <a:solidFill>
                  <a:schemeClr val="lt1"/>
                </a:solidFill>
              </a:defRPr>
            </a:lvl6pPr>
            <a:lvl7pPr lvl="6" rtl="0">
              <a:lnSpc>
                <a:spcPct val="100000"/>
              </a:lnSpc>
              <a:spcBef>
                <a:spcPts val="0"/>
              </a:spcBef>
              <a:spcAft>
                <a:spcPts val="0"/>
              </a:spcAft>
              <a:buNone/>
              <a:defRPr sz="5400">
                <a:solidFill>
                  <a:schemeClr val="lt1"/>
                </a:solidFill>
              </a:defRPr>
            </a:lvl7pPr>
            <a:lvl8pPr lvl="7" rtl="0">
              <a:lnSpc>
                <a:spcPct val="100000"/>
              </a:lnSpc>
              <a:spcBef>
                <a:spcPts val="0"/>
              </a:spcBef>
              <a:spcAft>
                <a:spcPts val="0"/>
              </a:spcAft>
              <a:buNone/>
              <a:defRPr sz="5400">
                <a:solidFill>
                  <a:schemeClr val="lt1"/>
                </a:solidFill>
              </a:defRPr>
            </a:lvl8pPr>
            <a:lvl9pPr lvl="8" rtl="0">
              <a:lnSpc>
                <a:spcPct val="100000"/>
              </a:lnSpc>
              <a:spcBef>
                <a:spcPts val="0"/>
              </a:spcBef>
              <a:spcAft>
                <a:spcPts val="0"/>
              </a:spcAft>
              <a:buNone/>
              <a:defRPr sz="5400">
                <a:solidFill>
                  <a:schemeClr val="lt1"/>
                </a:solidFill>
              </a:defRPr>
            </a:lvl9pPr>
          </a:lstStyle>
          <a:p/>
        </p:txBody>
      </p:sp>
      <p:cxnSp>
        <p:nvCxnSpPr>
          <p:cNvPr id="3647" name="Google Shape;3647;p302"/>
          <p:cNvCxnSpPr/>
          <p:nvPr/>
        </p:nvCxnSpPr>
        <p:spPr>
          <a:xfrm rot="10800000">
            <a:off x="447767" y="6401400"/>
            <a:ext cx="0" cy="456600"/>
          </a:xfrm>
          <a:prstGeom prst="straightConnector1">
            <a:avLst/>
          </a:prstGeom>
          <a:noFill/>
          <a:ln cap="flat" cmpd="sng" w="9525">
            <a:solidFill>
              <a:schemeClr val="lt1"/>
            </a:solidFill>
            <a:prstDash val="solid"/>
            <a:round/>
            <a:headEnd len="med" w="med" type="none"/>
            <a:tailEnd len="med" w="med" type="none"/>
          </a:ln>
        </p:spPr>
      </p:cxnSp>
      <p:sp>
        <p:nvSpPr>
          <p:cNvPr id="3648" name="Google Shape;3648;p302"/>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3649" name="Google Shape;3649;p302"/>
          <p:cNvPicPr preferRelativeResize="0"/>
          <p:nvPr/>
        </p:nvPicPr>
        <p:blipFill>
          <a:blip r:embed="rId3">
            <a:alphaModFix/>
          </a:blip>
          <a:stretch>
            <a:fillRect/>
          </a:stretch>
        </p:blipFill>
        <p:spPr>
          <a:xfrm>
            <a:off x="10711279" y="6312505"/>
            <a:ext cx="975850" cy="229612"/>
          </a:xfrm>
          <a:prstGeom prst="rect">
            <a:avLst/>
          </a:prstGeom>
          <a:noFill/>
          <a:ln>
            <a:noFill/>
          </a:ln>
        </p:spPr>
      </p:pic>
      <p:sp>
        <p:nvSpPr>
          <p:cNvPr id="3650" name="Google Shape;3650;p30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p:cSld name="CUSTOM_4">
    <p:spTree>
      <p:nvGrpSpPr>
        <p:cNvPr id="3651" name="Shape 3651"/>
        <p:cNvGrpSpPr/>
        <p:nvPr/>
      </p:nvGrpSpPr>
      <p:grpSpPr>
        <a:xfrm>
          <a:off x="0" y="0"/>
          <a:ext cx="0" cy="0"/>
          <a:chOff x="0" y="0"/>
          <a:chExt cx="0" cy="0"/>
        </a:xfrm>
      </p:grpSpPr>
      <p:sp>
        <p:nvSpPr>
          <p:cNvPr id="3652" name="Google Shape;3652;p30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653" name="Google Shape;3653;p30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654" name="Google Shape;3654;p30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55" name="Google Shape;3655;p30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56" name="Google Shape;3656;p30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57" name="Google Shape;3657;p30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658" name="Google Shape;3658;p30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659" name="Google Shape;3659;p30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hevrons">
  <p:cSld name="CUSTOM_4_20">
    <p:spTree>
      <p:nvGrpSpPr>
        <p:cNvPr id="3660" name="Shape 3660"/>
        <p:cNvGrpSpPr/>
        <p:nvPr/>
      </p:nvGrpSpPr>
      <p:grpSpPr>
        <a:xfrm>
          <a:off x="0" y="0"/>
          <a:ext cx="0" cy="0"/>
          <a:chOff x="0" y="0"/>
          <a:chExt cx="0" cy="0"/>
        </a:xfrm>
      </p:grpSpPr>
      <p:sp>
        <p:nvSpPr>
          <p:cNvPr id="3661" name="Google Shape;3661;p30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662" name="Google Shape;3662;p30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663" name="Google Shape;3663;p30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64" name="Google Shape;3664;p30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65" name="Google Shape;3665;p30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66" name="Google Shape;3666;p30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667" name="Google Shape;3667;p30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668" name="Google Shape;3668;p30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669" name="Google Shape;3669;p304"/>
          <p:cNvSpPr/>
          <p:nvPr/>
        </p:nvSpPr>
        <p:spPr>
          <a:xfrm>
            <a:off x="3901500" y="2473638"/>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304"/>
          <p:cNvSpPr/>
          <p:nvPr/>
        </p:nvSpPr>
        <p:spPr>
          <a:xfrm>
            <a:off x="780300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304"/>
          <p:cNvSpPr/>
          <p:nvPr/>
        </p:nvSpPr>
        <p:spPr>
          <a:xfrm>
            <a:off x="0" y="2473650"/>
            <a:ext cx="43890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304"/>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304"/>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304"/>
          <p:cNvSpPr txBox="1"/>
          <p:nvPr>
            <p:ph idx="4" type="subTitle"/>
          </p:nvPr>
        </p:nvSpPr>
        <p:spPr>
          <a:xfrm>
            <a:off x="3901500" y="2473650"/>
            <a:ext cx="4389000" cy="2702400"/>
          </a:xfrm>
          <a:prstGeom prst="rect">
            <a:avLst/>
          </a:prstGeom>
        </p:spPr>
        <p:txBody>
          <a:bodyPr anchorCtr="0" anchor="ctr" bIns="0" lIns="1097275" spcFirstLastPara="1" rIns="457200" wrap="square" tIns="91425">
            <a:noAutofit/>
          </a:bodyPr>
          <a:lstStyle>
            <a:lvl1pPr lvl="0">
              <a:lnSpc>
                <a:spcPct val="115000"/>
              </a:lnSpc>
              <a:spcBef>
                <a:spcPts val="0"/>
              </a:spcBef>
              <a:spcAft>
                <a:spcPts val="0"/>
              </a:spcAft>
              <a:buNone/>
              <a:defRPr/>
            </a:lvl1pPr>
            <a:lvl2pPr lvl="1">
              <a:lnSpc>
                <a:spcPct val="115000"/>
              </a:lnSpc>
              <a:spcBef>
                <a:spcPts val="1000"/>
              </a:spcBef>
              <a:spcAft>
                <a:spcPts val="0"/>
              </a:spcAft>
              <a:buNone/>
              <a:defRPr/>
            </a:lvl2pPr>
            <a:lvl3pPr lvl="2">
              <a:lnSpc>
                <a:spcPct val="115000"/>
              </a:lnSpc>
              <a:spcBef>
                <a:spcPts val="1000"/>
              </a:spcBef>
              <a:spcAft>
                <a:spcPts val="0"/>
              </a:spcAft>
              <a:buNone/>
              <a:defRPr/>
            </a:lvl3pPr>
            <a:lvl4pPr lvl="3">
              <a:lnSpc>
                <a:spcPct val="115000"/>
              </a:lnSpc>
              <a:spcBef>
                <a:spcPts val="1000"/>
              </a:spcBef>
              <a:spcAft>
                <a:spcPts val="0"/>
              </a:spcAft>
              <a:buNone/>
              <a:defRPr/>
            </a:lvl4pPr>
            <a:lvl5pPr lvl="4">
              <a:lnSpc>
                <a:spcPct val="115000"/>
              </a:lnSpc>
              <a:spcBef>
                <a:spcPts val="1000"/>
              </a:spcBef>
              <a:spcAft>
                <a:spcPts val="0"/>
              </a:spcAft>
              <a:buNone/>
              <a:defRPr/>
            </a:lvl5pPr>
            <a:lvl6pPr lvl="5">
              <a:lnSpc>
                <a:spcPct val="115000"/>
              </a:lnSpc>
              <a:spcBef>
                <a:spcPts val="1000"/>
              </a:spcBef>
              <a:spcAft>
                <a:spcPts val="0"/>
              </a:spcAft>
              <a:buNone/>
              <a:defRPr/>
            </a:lvl6pPr>
            <a:lvl7pPr lvl="6">
              <a:lnSpc>
                <a:spcPct val="115000"/>
              </a:lnSpc>
              <a:spcBef>
                <a:spcPts val="1000"/>
              </a:spcBef>
              <a:spcAft>
                <a:spcPts val="0"/>
              </a:spcAft>
              <a:buNone/>
              <a:defRPr/>
            </a:lvl7pPr>
            <a:lvl8pPr lvl="7">
              <a:lnSpc>
                <a:spcPct val="115000"/>
              </a:lnSpc>
              <a:spcBef>
                <a:spcPts val="1000"/>
              </a:spcBef>
              <a:spcAft>
                <a:spcPts val="0"/>
              </a:spcAft>
              <a:buNone/>
              <a:defRPr/>
            </a:lvl8pPr>
            <a:lvl9pPr lvl="8">
              <a:lnSpc>
                <a:spcPct val="115000"/>
              </a:lnSpc>
              <a:spcBef>
                <a:spcPts val="1000"/>
              </a:spcBef>
              <a:spcAft>
                <a:spcPts val="1000"/>
              </a:spcAft>
              <a:buNone/>
              <a:defRPr/>
            </a:lvl9pPr>
          </a:lstStyle>
          <a:p/>
        </p:txBody>
      </p:sp>
      <p:sp>
        <p:nvSpPr>
          <p:cNvPr id="3675" name="Google Shape;3675;p304"/>
          <p:cNvSpPr txBox="1"/>
          <p:nvPr>
            <p:ph idx="5" type="subTitle"/>
          </p:nvPr>
        </p:nvSpPr>
        <p:spPr>
          <a:xfrm>
            <a:off x="0" y="2473650"/>
            <a:ext cx="4389000" cy="2702400"/>
          </a:xfrm>
          <a:prstGeom prst="rect">
            <a:avLst/>
          </a:prstGeom>
        </p:spPr>
        <p:txBody>
          <a:bodyPr anchorCtr="0" anchor="ctr" bIns="0" lIns="868675" spcFirstLastPara="1" rIns="7315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3676" name="Google Shape;3676;p304"/>
          <p:cNvSpPr txBox="1"/>
          <p:nvPr>
            <p:ph idx="6" type="subTitle"/>
          </p:nvPr>
        </p:nvSpPr>
        <p:spPr>
          <a:xfrm>
            <a:off x="7803000" y="2473650"/>
            <a:ext cx="4389000" cy="2702400"/>
          </a:xfrm>
          <a:prstGeom prst="rect">
            <a:avLst/>
          </a:prstGeom>
        </p:spPr>
        <p:txBody>
          <a:bodyPr anchorCtr="0" anchor="ctr" bIns="0" lIns="1097275" spcFirstLastPara="1" rIns="4572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chevrons">
  <p:cSld name="CUSTOM_4_20_1">
    <p:spTree>
      <p:nvGrpSpPr>
        <p:cNvPr id="3677" name="Shape 3677"/>
        <p:cNvGrpSpPr/>
        <p:nvPr/>
      </p:nvGrpSpPr>
      <p:grpSpPr>
        <a:xfrm>
          <a:off x="0" y="0"/>
          <a:ext cx="0" cy="0"/>
          <a:chOff x="0" y="0"/>
          <a:chExt cx="0" cy="0"/>
        </a:xfrm>
      </p:grpSpPr>
      <p:sp>
        <p:nvSpPr>
          <p:cNvPr id="3678" name="Google Shape;3678;p30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679" name="Google Shape;3679;p30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680" name="Google Shape;3680;p30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81" name="Google Shape;3681;p30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82" name="Google Shape;3682;p30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83" name="Google Shape;3683;p30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684" name="Google Shape;3684;p30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685" name="Google Shape;3685;p30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686" name="Google Shape;3686;p305"/>
          <p:cNvSpPr/>
          <p:nvPr/>
        </p:nvSpPr>
        <p:spPr>
          <a:xfrm>
            <a:off x="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305"/>
          <p:cNvSpPr/>
          <p:nvPr/>
        </p:nvSpPr>
        <p:spPr>
          <a:xfrm>
            <a:off x="11071500" y="2473638"/>
            <a:ext cx="1120500" cy="27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305"/>
          <p:cNvSpPr/>
          <p:nvPr/>
        </p:nvSpPr>
        <p:spPr>
          <a:xfrm>
            <a:off x="586380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305"/>
          <p:cNvSpPr/>
          <p:nvPr/>
        </p:nvSpPr>
        <p:spPr>
          <a:xfrm>
            <a:off x="0" y="2473650"/>
            <a:ext cx="6328200" cy="2702400"/>
          </a:xfrm>
          <a:prstGeom prst="chevron">
            <a:avLst>
              <a:gd fmla="val 273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305"/>
          <p:cNvSpPr txBox="1"/>
          <p:nvPr>
            <p:ph idx="4" type="subTitle"/>
          </p:nvPr>
        </p:nvSpPr>
        <p:spPr>
          <a:xfrm>
            <a:off x="0" y="2473650"/>
            <a:ext cx="6328200" cy="2702400"/>
          </a:xfrm>
          <a:prstGeom prst="rect">
            <a:avLst/>
          </a:prstGeom>
        </p:spPr>
        <p:txBody>
          <a:bodyPr anchorCtr="0" anchor="ctr" bIns="0" lIns="868675"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
        <p:nvSpPr>
          <p:cNvPr id="3691" name="Google Shape;3691;p305"/>
          <p:cNvSpPr txBox="1"/>
          <p:nvPr>
            <p:ph idx="5" type="subTitle"/>
          </p:nvPr>
        </p:nvSpPr>
        <p:spPr>
          <a:xfrm>
            <a:off x="5863800" y="2473650"/>
            <a:ext cx="6328200" cy="2702400"/>
          </a:xfrm>
          <a:prstGeom prst="rect">
            <a:avLst/>
          </a:prstGeom>
        </p:spPr>
        <p:txBody>
          <a:bodyPr anchorCtr="0" anchor="ctr" bIns="0" lIns="1188700" spcFirstLastPara="1" rIns="914400" wrap="square" tIns="91425">
            <a:noAutofit/>
          </a:bodyPr>
          <a:lstStyle>
            <a:lvl1pPr lvl="0" rtl="0">
              <a:lnSpc>
                <a:spcPct val="115000"/>
              </a:lnSpc>
              <a:spcBef>
                <a:spcPts val="0"/>
              </a:spcBef>
              <a:spcAft>
                <a:spcPts val="0"/>
              </a:spcAft>
              <a:buNone/>
              <a:defRPr/>
            </a:lvl1pPr>
            <a:lvl2pPr lvl="1" rtl="0">
              <a:lnSpc>
                <a:spcPct val="115000"/>
              </a:lnSpc>
              <a:spcBef>
                <a:spcPts val="1000"/>
              </a:spcBef>
              <a:spcAft>
                <a:spcPts val="0"/>
              </a:spcAft>
              <a:buNone/>
              <a:defRPr/>
            </a:lvl2pPr>
            <a:lvl3pPr lvl="2" rtl="0">
              <a:lnSpc>
                <a:spcPct val="115000"/>
              </a:lnSpc>
              <a:spcBef>
                <a:spcPts val="1000"/>
              </a:spcBef>
              <a:spcAft>
                <a:spcPts val="0"/>
              </a:spcAft>
              <a:buNone/>
              <a:defRPr/>
            </a:lvl3pPr>
            <a:lvl4pPr lvl="3" rtl="0">
              <a:lnSpc>
                <a:spcPct val="115000"/>
              </a:lnSpc>
              <a:spcBef>
                <a:spcPts val="1000"/>
              </a:spcBef>
              <a:spcAft>
                <a:spcPts val="0"/>
              </a:spcAft>
              <a:buNone/>
              <a:defRPr/>
            </a:lvl4pPr>
            <a:lvl5pPr lvl="4" rtl="0">
              <a:lnSpc>
                <a:spcPct val="115000"/>
              </a:lnSpc>
              <a:spcBef>
                <a:spcPts val="1000"/>
              </a:spcBef>
              <a:spcAft>
                <a:spcPts val="0"/>
              </a:spcAft>
              <a:buNone/>
              <a:defRPr/>
            </a:lvl5pPr>
            <a:lvl6pPr lvl="5" rtl="0">
              <a:lnSpc>
                <a:spcPct val="115000"/>
              </a:lnSpc>
              <a:spcBef>
                <a:spcPts val="1000"/>
              </a:spcBef>
              <a:spcAft>
                <a:spcPts val="0"/>
              </a:spcAft>
              <a:buNone/>
              <a:defRPr/>
            </a:lvl6pPr>
            <a:lvl7pPr lvl="6" rtl="0">
              <a:lnSpc>
                <a:spcPct val="115000"/>
              </a:lnSpc>
              <a:spcBef>
                <a:spcPts val="1000"/>
              </a:spcBef>
              <a:spcAft>
                <a:spcPts val="0"/>
              </a:spcAft>
              <a:buNone/>
              <a:defRPr/>
            </a:lvl7pPr>
            <a:lvl8pPr lvl="7" rtl="0">
              <a:lnSpc>
                <a:spcPct val="115000"/>
              </a:lnSpc>
              <a:spcBef>
                <a:spcPts val="1000"/>
              </a:spcBef>
              <a:spcAft>
                <a:spcPts val="0"/>
              </a:spcAft>
              <a:buNone/>
              <a:defRPr/>
            </a:lvl8pPr>
            <a:lvl9pPr lvl="8" rtl="0">
              <a:lnSpc>
                <a:spcPct val="115000"/>
              </a:lnSpc>
              <a:spcBef>
                <a:spcPts val="1000"/>
              </a:spcBef>
              <a:spcAft>
                <a:spcPts val="1000"/>
              </a:spcAft>
              <a:buNone/>
              <a:defRPr/>
            </a:lvl9pPr>
          </a:lstStyle>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ircles">
  <p:cSld name="CUSTOM_4_19">
    <p:spTree>
      <p:nvGrpSpPr>
        <p:cNvPr id="3692" name="Shape 3692"/>
        <p:cNvGrpSpPr/>
        <p:nvPr/>
      </p:nvGrpSpPr>
      <p:grpSpPr>
        <a:xfrm>
          <a:off x="0" y="0"/>
          <a:ext cx="0" cy="0"/>
          <a:chOff x="0" y="0"/>
          <a:chExt cx="0" cy="0"/>
        </a:xfrm>
      </p:grpSpPr>
      <p:sp>
        <p:nvSpPr>
          <p:cNvPr id="3693" name="Google Shape;3693;p30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694" name="Google Shape;3694;p306"/>
          <p:cNvSpPr txBox="1"/>
          <p:nvPr>
            <p:ph type="title"/>
          </p:nvPr>
        </p:nvSpPr>
        <p:spPr>
          <a:xfrm>
            <a:off x="884963"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695" name="Google Shape;3695;p30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696" name="Google Shape;3696;p30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697" name="Google Shape;3697;p30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698" name="Google Shape;3698;p30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699" name="Google Shape;3699;p306"/>
          <p:cNvSpPr txBox="1"/>
          <p:nvPr>
            <p:ph idx="2" type="subTitle"/>
          </p:nvPr>
        </p:nvSpPr>
        <p:spPr>
          <a:xfrm>
            <a:off x="885038"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700" name="Google Shape;3700;p30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pic>
        <p:nvPicPr>
          <p:cNvPr id="3701" name="Google Shape;3701;p306"/>
          <p:cNvPicPr preferRelativeResize="0"/>
          <p:nvPr/>
        </p:nvPicPr>
        <p:blipFill rotWithShape="1">
          <a:blip r:embed="rId3">
            <a:alphaModFix/>
          </a:blip>
          <a:srcRect b="505" l="0" r="0" t="505"/>
          <a:stretch/>
        </p:blipFill>
        <p:spPr>
          <a:xfrm>
            <a:off x="1420039" y="2175762"/>
            <a:ext cx="9351923" cy="3488587"/>
          </a:xfrm>
          <a:prstGeom prst="rect">
            <a:avLst/>
          </a:prstGeom>
          <a:noFill/>
          <a:ln>
            <a:noFill/>
          </a:ln>
        </p:spPr>
      </p:pic>
      <p:sp>
        <p:nvSpPr>
          <p:cNvPr id="3702" name="Google Shape;3702;p306"/>
          <p:cNvSpPr txBox="1"/>
          <p:nvPr>
            <p:ph idx="4" type="subTitle"/>
          </p:nvPr>
        </p:nvSpPr>
        <p:spPr>
          <a:xfrm>
            <a:off x="1977450" y="2894055"/>
            <a:ext cx="2343600" cy="2052000"/>
          </a:xfrm>
          <a:prstGeom prst="rect">
            <a:avLst/>
          </a:prstGeom>
        </p:spPr>
        <p:txBody>
          <a:bodyPr anchorCtr="0" anchor="ctr" bIns="91425" lIns="274300" spcFirstLastPara="1" rIns="274300" wrap="square" tIns="91425">
            <a:noAutofit/>
          </a:bodyPr>
          <a:lstStyle>
            <a:lvl1pPr lvl="0" algn="ctr">
              <a:lnSpc>
                <a:spcPct val="100000"/>
              </a:lnSpc>
              <a:spcBef>
                <a:spcPts val="0"/>
              </a:spcBef>
              <a:spcAft>
                <a:spcPts val="0"/>
              </a:spcAft>
              <a:buNone/>
              <a:defRPr sz="1800"/>
            </a:lvl1pPr>
            <a:lvl2pPr lvl="1" algn="ctr">
              <a:lnSpc>
                <a:spcPct val="100000"/>
              </a:lnSpc>
              <a:spcBef>
                <a:spcPts val="0"/>
              </a:spcBef>
              <a:spcAft>
                <a:spcPts val="0"/>
              </a:spcAft>
              <a:buNone/>
              <a:defRPr sz="1800"/>
            </a:lvl2pPr>
            <a:lvl3pPr lvl="2" algn="ctr">
              <a:lnSpc>
                <a:spcPct val="100000"/>
              </a:lnSpc>
              <a:spcBef>
                <a:spcPts val="0"/>
              </a:spcBef>
              <a:spcAft>
                <a:spcPts val="0"/>
              </a:spcAft>
              <a:buNone/>
              <a:defRPr sz="1800"/>
            </a:lvl3pPr>
            <a:lvl4pPr lvl="3" algn="ctr">
              <a:lnSpc>
                <a:spcPct val="100000"/>
              </a:lnSpc>
              <a:spcBef>
                <a:spcPts val="0"/>
              </a:spcBef>
              <a:spcAft>
                <a:spcPts val="0"/>
              </a:spcAft>
              <a:buNone/>
              <a:defRPr sz="1800"/>
            </a:lvl4pPr>
            <a:lvl5pPr lvl="4" algn="ctr">
              <a:lnSpc>
                <a:spcPct val="100000"/>
              </a:lnSpc>
              <a:spcBef>
                <a:spcPts val="0"/>
              </a:spcBef>
              <a:spcAft>
                <a:spcPts val="0"/>
              </a:spcAft>
              <a:buNone/>
              <a:defRPr sz="1800"/>
            </a:lvl5pPr>
            <a:lvl6pPr lvl="5" algn="ctr">
              <a:lnSpc>
                <a:spcPct val="100000"/>
              </a:lnSpc>
              <a:spcBef>
                <a:spcPts val="0"/>
              </a:spcBef>
              <a:spcAft>
                <a:spcPts val="0"/>
              </a:spcAft>
              <a:buNone/>
              <a:defRPr sz="1800"/>
            </a:lvl6pPr>
            <a:lvl7pPr lvl="6" algn="ctr">
              <a:lnSpc>
                <a:spcPct val="100000"/>
              </a:lnSpc>
              <a:spcBef>
                <a:spcPts val="0"/>
              </a:spcBef>
              <a:spcAft>
                <a:spcPts val="0"/>
              </a:spcAft>
              <a:buNone/>
              <a:defRPr sz="1800"/>
            </a:lvl7pPr>
            <a:lvl8pPr lvl="7" algn="ctr">
              <a:lnSpc>
                <a:spcPct val="100000"/>
              </a:lnSpc>
              <a:spcBef>
                <a:spcPts val="0"/>
              </a:spcBef>
              <a:spcAft>
                <a:spcPts val="0"/>
              </a:spcAft>
              <a:buNone/>
              <a:defRPr sz="1800"/>
            </a:lvl8pPr>
            <a:lvl9pPr lvl="8" algn="ctr">
              <a:lnSpc>
                <a:spcPct val="100000"/>
              </a:lnSpc>
              <a:spcBef>
                <a:spcPts val="0"/>
              </a:spcBef>
              <a:spcAft>
                <a:spcPts val="0"/>
              </a:spcAft>
              <a:buNone/>
              <a:defRPr sz="1800"/>
            </a:lvl9pPr>
          </a:lstStyle>
          <a:p/>
        </p:txBody>
      </p:sp>
      <p:sp>
        <p:nvSpPr>
          <p:cNvPr id="3703" name="Google Shape;3703;p306"/>
          <p:cNvSpPr txBox="1"/>
          <p:nvPr>
            <p:ph idx="5" type="subTitle"/>
          </p:nvPr>
        </p:nvSpPr>
        <p:spPr>
          <a:xfrm>
            <a:off x="492420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
        <p:nvSpPr>
          <p:cNvPr id="3704" name="Google Shape;3704;p306"/>
          <p:cNvSpPr txBox="1"/>
          <p:nvPr>
            <p:ph idx="6" type="subTitle"/>
          </p:nvPr>
        </p:nvSpPr>
        <p:spPr>
          <a:xfrm>
            <a:off x="7870950" y="2894050"/>
            <a:ext cx="2343600" cy="2052000"/>
          </a:xfrm>
          <a:prstGeom prst="rect">
            <a:avLst/>
          </a:prstGeom>
        </p:spPr>
        <p:txBody>
          <a:bodyPr anchorCtr="0" anchor="ctr" bIns="91425" lIns="274300" spcFirstLastPara="1" rIns="274300" wrap="square" tIns="91425">
            <a:noAutofit/>
          </a:bodyPr>
          <a:lstStyle>
            <a:lvl1pPr lvl="0" rtl="0" algn="ctr">
              <a:lnSpc>
                <a:spcPct val="100000"/>
              </a:lnSpc>
              <a:spcBef>
                <a:spcPts val="0"/>
              </a:spcBef>
              <a:spcAft>
                <a:spcPts val="0"/>
              </a:spcAft>
              <a:buNone/>
              <a:defRPr sz="1800"/>
            </a:lvl1pPr>
            <a:lvl2pPr lvl="1" rtl="0" algn="ctr">
              <a:lnSpc>
                <a:spcPct val="100000"/>
              </a:lnSpc>
              <a:spcBef>
                <a:spcPts val="0"/>
              </a:spcBef>
              <a:spcAft>
                <a:spcPts val="0"/>
              </a:spcAft>
              <a:buNone/>
              <a:defRPr sz="1800"/>
            </a:lvl2pPr>
            <a:lvl3pPr lvl="2" rtl="0" algn="ctr">
              <a:lnSpc>
                <a:spcPct val="100000"/>
              </a:lnSpc>
              <a:spcBef>
                <a:spcPts val="0"/>
              </a:spcBef>
              <a:spcAft>
                <a:spcPts val="0"/>
              </a:spcAft>
              <a:buNone/>
              <a:defRPr sz="1800"/>
            </a:lvl3pPr>
            <a:lvl4pPr lvl="3" rtl="0" algn="ctr">
              <a:lnSpc>
                <a:spcPct val="100000"/>
              </a:lnSpc>
              <a:spcBef>
                <a:spcPts val="0"/>
              </a:spcBef>
              <a:spcAft>
                <a:spcPts val="0"/>
              </a:spcAft>
              <a:buNone/>
              <a:defRPr sz="1800"/>
            </a:lvl4pPr>
            <a:lvl5pPr lvl="4" rtl="0" algn="ctr">
              <a:lnSpc>
                <a:spcPct val="100000"/>
              </a:lnSpc>
              <a:spcBef>
                <a:spcPts val="0"/>
              </a:spcBef>
              <a:spcAft>
                <a:spcPts val="0"/>
              </a:spcAft>
              <a:buNone/>
              <a:defRPr sz="1800"/>
            </a:lvl5pPr>
            <a:lvl6pPr lvl="5" rtl="0" algn="ctr">
              <a:lnSpc>
                <a:spcPct val="100000"/>
              </a:lnSpc>
              <a:spcBef>
                <a:spcPts val="0"/>
              </a:spcBef>
              <a:spcAft>
                <a:spcPts val="0"/>
              </a:spcAft>
              <a:buNone/>
              <a:defRPr sz="1800"/>
            </a:lvl6pPr>
            <a:lvl7pPr lvl="6" rtl="0" algn="ctr">
              <a:lnSpc>
                <a:spcPct val="100000"/>
              </a:lnSpc>
              <a:spcBef>
                <a:spcPts val="0"/>
              </a:spcBef>
              <a:spcAft>
                <a:spcPts val="0"/>
              </a:spcAft>
              <a:buNone/>
              <a:defRPr sz="1800"/>
            </a:lvl7pPr>
            <a:lvl8pPr lvl="7" rtl="0" algn="ctr">
              <a:lnSpc>
                <a:spcPct val="100000"/>
              </a:lnSpc>
              <a:spcBef>
                <a:spcPts val="0"/>
              </a:spcBef>
              <a:spcAft>
                <a:spcPts val="0"/>
              </a:spcAft>
              <a:buNone/>
              <a:defRPr sz="1800"/>
            </a:lvl8pPr>
            <a:lvl9pPr lvl="8" rtl="0" algn="ctr">
              <a:lnSpc>
                <a:spcPct val="100000"/>
              </a:lnSpc>
              <a:spcBef>
                <a:spcPts val="0"/>
              </a:spcBef>
              <a:spcAft>
                <a:spcPts val="0"/>
              </a:spcAft>
              <a:buNone/>
              <a:defRPr sz="1800"/>
            </a:lvl9pPr>
          </a:lstStyle>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lank">
  <p:cSld name="CUSTOM_4_18">
    <p:spTree>
      <p:nvGrpSpPr>
        <p:cNvPr id="3705" name="Shape 3705"/>
        <p:cNvGrpSpPr/>
        <p:nvPr/>
      </p:nvGrpSpPr>
      <p:grpSpPr>
        <a:xfrm>
          <a:off x="0" y="0"/>
          <a:ext cx="0" cy="0"/>
          <a:chOff x="0" y="0"/>
          <a:chExt cx="0" cy="0"/>
        </a:xfrm>
      </p:grpSpPr>
      <p:sp>
        <p:nvSpPr>
          <p:cNvPr id="3706" name="Google Shape;3706;p30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3707" name="Google Shape;3707;p30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08" name="Google Shape;3708;p30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09" name="Google Shape;3709;p30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10" name="Google Shape;3710;p30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11" name="Google Shape;3711;p30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subhead, and body">
  <p:cSld name="CUSTOM_4_17">
    <p:spTree>
      <p:nvGrpSpPr>
        <p:cNvPr id="3712" name="Shape 3712"/>
        <p:cNvGrpSpPr/>
        <p:nvPr/>
      </p:nvGrpSpPr>
      <p:grpSpPr>
        <a:xfrm>
          <a:off x="0" y="0"/>
          <a:ext cx="0" cy="0"/>
          <a:chOff x="0" y="0"/>
          <a:chExt cx="0" cy="0"/>
        </a:xfrm>
      </p:grpSpPr>
      <p:sp>
        <p:nvSpPr>
          <p:cNvPr id="3713" name="Google Shape;3713;p30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714" name="Google Shape;3714;p30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715" name="Google Shape;3715;p30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16" name="Google Shape;3716;p30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17" name="Google Shape;3717;p30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18" name="Google Shape;3718;p30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19" name="Google Shape;3719;p30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720" name="Google Shape;3720;p30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721" name="Google Shape;3721;p308"/>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a:lnSpc>
                <a:spcPct val="140000"/>
              </a:lnSpc>
              <a:spcBef>
                <a:spcPts val="1000"/>
              </a:spcBef>
              <a:spcAft>
                <a:spcPts val="0"/>
              </a:spcAft>
              <a:buSzPts val="1400"/>
              <a:buChar char="▸"/>
              <a:defRPr sz="1400"/>
            </a:lvl1pPr>
            <a:lvl2pPr indent="-304800" lvl="1" marL="914400">
              <a:lnSpc>
                <a:spcPct val="140000"/>
              </a:lnSpc>
              <a:spcBef>
                <a:spcPts val="1000"/>
              </a:spcBef>
              <a:spcAft>
                <a:spcPts val="0"/>
              </a:spcAft>
              <a:buSzPts val="1200"/>
              <a:buChar char="･"/>
              <a:defRPr sz="1200"/>
            </a:lvl2pPr>
            <a:lvl3pPr indent="-304800" lvl="2" marL="1371600">
              <a:lnSpc>
                <a:spcPct val="140000"/>
              </a:lnSpc>
              <a:spcBef>
                <a:spcPts val="1000"/>
              </a:spcBef>
              <a:spcAft>
                <a:spcPts val="0"/>
              </a:spcAft>
              <a:buSzPts val="1200"/>
              <a:buChar char="･"/>
              <a:defRPr sz="1200"/>
            </a:lvl3pPr>
            <a:lvl4pPr indent="-304800" lvl="3" marL="1828800">
              <a:lnSpc>
                <a:spcPct val="140000"/>
              </a:lnSpc>
              <a:spcBef>
                <a:spcPts val="1000"/>
              </a:spcBef>
              <a:spcAft>
                <a:spcPts val="0"/>
              </a:spcAft>
              <a:buSzPts val="1200"/>
              <a:buChar char="･"/>
              <a:defRPr sz="1200"/>
            </a:lvl4pPr>
            <a:lvl5pPr indent="-304800" lvl="4" marL="2286000">
              <a:lnSpc>
                <a:spcPct val="140000"/>
              </a:lnSpc>
              <a:spcBef>
                <a:spcPts val="1000"/>
              </a:spcBef>
              <a:spcAft>
                <a:spcPts val="0"/>
              </a:spcAft>
              <a:buSzPts val="1200"/>
              <a:buChar char="･"/>
              <a:defRPr sz="1200"/>
            </a:lvl5pPr>
            <a:lvl6pPr indent="-304800" lvl="5" marL="2743200">
              <a:lnSpc>
                <a:spcPct val="140000"/>
              </a:lnSpc>
              <a:spcBef>
                <a:spcPts val="1000"/>
              </a:spcBef>
              <a:spcAft>
                <a:spcPts val="0"/>
              </a:spcAft>
              <a:buSzPts val="1200"/>
              <a:buChar char="･"/>
              <a:defRPr sz="1200"/>
            </a:lvl6pPr>
            <a:lvl7pPr indent="-304800" lvl="6" marL="3200400">
              <a:lnSpc>
                <a:spcPct val="140000"/>
              </a:lnSpc>
              <a:spcBef>
                <a:spcPts val="1000"/>
              </a:spcBef>
              <a:spcAft>
                <a:spcPts val="0"/>
              </a:spcAft>
              <a:buSzPts val="1200"/>
              <a:buChar char="･"/>
              <a:defRPr sz="1200"/>
            </a:lvl7pPr>
            <a:lvl8pPr indent="-304800" lvl="7" marL="3657600">
              <a:lnSpc>
                <a:spcPct val="140000"/>
              </a:lnSpc>
              <a:spcBef>
                <a:spcPts val="1000"/>
              </a:spcBef>
              <a:spcAft>
                <a:spcPts val="0"/>
              </a:spcAft>
              <a:buSzPts val="1200"/>
              <a:buChar char="･"/>
              <a:defRPr sz="1200"/>
            </a:lvl8pPr>
            <a:lvl9pPr indent="-304800" lvl="8" marL="411480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body">
  <p:cSld name="CUSTOM_4_17_2">
    <p:spTree>
      <p:nvGrpSpPr>
        <p:cNvPr id="3722" name="Shape 3722"/>
        <p:cNvGrpSpPr/>
        <p:nvPr/>
      </p:nvGrpSpPr>
      <p:grpSpPr>
        <a:xfrm>
          <a:off x="0" y="0"/>
          <a:ext cx="0" cy="0"/>
          <a:chOff x="0" y="0"/>
          <a:chExt cx="0" cy="0"/>
        </a:xfrm>
      </p:grpSpPr>
      <p:sp>
        <p:nvSpPr>
          <p:cNvPr id="3723" name="Google Shape;3723;p30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724" name="Google Shape;3724;p30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725" name="Google Shape;3725;p30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26" name="Google Shape;3726;p30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27" name="Google Shape;3727;p30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28" name="Google Shape;3728;p30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29" name="Google Shape;3729;p30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730" name="Google Shape;3730;p309"/>
          <p:cNvSpPr txBox="1"/>
          <p:nvPr>
            <p:ph idx="3" type="body"/>
          </p:nvPr>
        </p:nvSpPr>
        <p:spPr>
          <a:xfrm>
            <a:off x="2438400" y="1828800"/>
            <a:ext cx="7315200" cy="41148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body">
  <p:cSld name="CUSTOM_4_17_2_1">
    <p:spTree>
      <p:nvGrpSpPr>
        <p:cNvPr id="3731" name="Shape 3731"/>
        <p:cNvGrpSpPr/>
        <p:nvPr/>
      </p:nvGrpSpPr>
      <p:grpSpPr>
        <a:xfrm>
          <a:off x="0" y="0"/>
          <a:ext cx="0" cy="0"/>
          <a:chOff x="0" y="0"/>
          <a:chExt cx="0" cy="0"/>
        </a:xfrm>
      </p:grpSpPr>
      <p:sp>
        <p:nvSpPr>
          <p:cNvPr id="3732" name="Google Shape;3732;p31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3733" name="Google Shape;3733;p31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34" name="Google Shape;3734;p31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35" name="Google Shape;3735;p31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36" name="Google Shape;3736;p31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37" name="Google Shape;3737;p31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738" name="Google Shape;3738;p310"/>
          <p:cNvSpPr txBox="1"/>
          <p:nvPr>
            <p:ph idx="3" type="body"/>
          </p:nvPr>
        </p:nvSpPr>
        <p:spPr>
          <a:xfrm>
            <a:off x="2438400" y="886600"/>
            <a:ext cx="7315200" cy="4800600"/>
          </a:xfrm>
          <a:prstGeom prst="rect">
            <a:avLst/>
          </a:prstGeom>
        </p:spPr>
        <p:txBody>
          <a:bodyPr anchorCtr="0" anchor="ctr"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and two column body">
  <p:cSld name="CUSTOM_4_17_1">
    <p:spTree>
      <p:nvGrpSpPr>
        <p:cNvPr id="3739" name="Shape 3739"/>
        <p:cNvGrpSpPr/>
        <p:nvPr/>
      </p:nvGrpSpPr>
      <p:grpSpPr>
        <a:xfrm>
          <a:off x="0" y="0"/>
          <a:ext cx="0" cy="0"/>
          <a:chOff x="0" y="0"/>
          <a:chExt cx="0" cy="0"/>
        </a:xfrm>
      </p:grpSpPr>
      <p:sp>
        <p:nvSpPr>
          <p:cNvPr id="3740" name="Google Shape;3740;p31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741" name="Google Shape;3741;p311"/>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742" name="Google Shape;3742;p31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43" name="Google Shape;3743;p31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44" name="Google Shape;3744;p31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45" name="Google Shape;3745;p31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46" name="Google Shape;3746;p31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747" name="Google Shape;3747;p31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748" name="Google Shape;3748;p311"/>
          <p:cNvSpPr txBox="1"/>
          <p:nvPr>
            <p:ph idx="4" type="body"/>
          </p:nvPr>
        </p:nvSpPr>
        <p:spPr>
          <a:xfrm>
            <a:off x="885125" y="2291177"/>
            <a:ext cx="4937700" cy="37272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
        <p:nvSpPr>
          <p:cNvPr id="3749" name="Google Shape;3749;p311"/>
          <p:cNvSpPr txBox="1"/>
          <p:nvPr>
            <p:ph idx="5" type="body"/>
          </p:nvPr>
        </p:nvSpPr>
        <p:spPr>
          <a:xfrm>
            <a:off x="6369425" y="2291175"/>
            <a:ext cx="4937700" cy="37272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vertical">
  <p:cSld name="CUSTOM_4_16">
    <p:spTree>
      <p:nvGrpSpPr>
        <p:cNvPr id="3750" name="Shape 3750"/>
        <p:cNvGrpSpPr/>
        <p:nvPr/>
      </p:nvGrpSpPr>
      <p:grpSpPr>
        <a:xfrm>
          <a:off x="0" y="0"/>
          <a:ext cx="0" cy="0"/>
          <a:chOff x="0" y="0"/>
          <a:chExt cx="0" cy="0"/>
        </a:xfrm>
      </p:grpSpPr>
      <p:sp>
        <p:nvSpPr>
          <p:cNvPr id="3751" name="Google Shape;3751;p31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3752" name="Google Shape;3752;p31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53" name="Google Shape;3753;p31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54" name="Google Shape;3754;p31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55" name="Google Shape;3755;p31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56" name="Google Shape;3756;p312"/>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757" name="Google Shape;3757;p312"/>
          <p:cNvCxnSpPr/>
          <p:nvPr/>
        </p:nvCxnSpPr>
        <p:spPr>
          <a:xfrm>
            <a:off x="4146414" y="-7350"/>
            <a:ext cx="0" cy="6872700"/>
          </a:xfrm>
          <a:prstGeom prst="straightConnector1">
            <a:avLst/>
          </a:prstGeom>
          <a:noFill/>
          <a:ln cap="flat" cmpd="sng" w="28575">
            <a:solidFill>
              <a:srgbClr val="D5D5D5"/>
            </a:solidFill>
            <a:prstDash val="solid"/>
            <a:round/>
            <a:headEnd len="med" w="med" type="none"/>
            <a:tailEnd len="med" w="med" type="none"/>
          </a:ln>
        </p:spPr>
      </p:cxnSp>
      <p:sp>
        <p:nvSpPr>
          <p:cNvPr id="3758" name="Google Shape;3758;p312"/>
          <p:cNvSpPr txBox="1"/>
          <p:nvPr>
            <p:ph idx="3" type="subTitle"/>
          </p:nvPr>
        </p:nvSpPr>
        <p:spPr>
          <a:xfrm>
            <a:off x="4467775" y="1832876"/>
            <a:ext cx="5115600" cy="6456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0"/>
              </a:spcBef>
              <a:spcAft>
                <a:spcPts val="0"/>
              </a:spcAft>
              <a:buNone/>
              <a:defRPr sz="1400"/>
            </a:lvl2pPr>
            <a:lvl3pPr lvl="2" rtl="0">
              <a:spcBef>
                <a:spcPts val="0"/>
              </a:spcBef>
              <a:spcAft>
                <a:spcPts val="0"/>
              </a:spcAft>
              <a:buNone/>
              <a:defRPr sz="1400"/>
            </a:lvl3pPr>
            <a:lvl4pPr lvl="3" rtl="0">
              <a:spcBef>
                <a:spcPts val="0"/>
              </a:spcBef>
              <a:spcAft>
                <a:spcPts val="0"/>
              </a:spcAft>
              <a:buNone/>
              <a:defRPr sz="1400"/>
            </a:lvl4pPr>
            <a:lvl5pPr lvl="4" rtl="0">
              <a:spcBef>
                <a:spcPts val="0"/>
              </a:spcBef>
              <a:spcAft>
                <a:spcPts val="0"/>
              </a:spcAft>
              <a:buNone/>
              <a:defRPr sz="1400"/>
            </a:lvl5pPr>
            <a:lvl6pPr lvl="5" rtl="0">
              <a:spcBef>
                <a:spcPts val="0"/>
              </a:spcBef>
              <a:spcAft>
                <a:spcPts val="0"/>
              </a:spcAft>
              <a:buNone/>
              <a:defRPr sz="1400"/>
            </a:lvl6pPr>
            <a:lvl7pPr lvl="6" rtl="0">
              <a:spcBef>
                <a:spcPts val="0"/>
              </a:spcBef>
              <a:spcAft>
                <a:spcPts val="0"/>
              </a:spcAft>
              <a:buNone/>
              <a:defRPr sz="1400"/>
            </a:lvl7pPr>
            <a:lvl8pPr lvl="7" rtl="0">
              <a:spcBef>
                <a:spcPts val="0"/>
              </a:spcBef>
              <a:spcAft>
                <a:spcPts val="0"/>
              </a:spcAft>
              <a:buNone/>
              <a:defRPr sz="1400"/>
            </a:lvl8pPr>
            <a:lvl9pPr lvl="8" rtl="0">
              <a:spcBef>
                <a:spcPts val="0"/>
              </a:spcBef>
              <a:spcAft>
                <a:spcPts val="0"/>
              </a:spcAft>
              <a:buNone/>
              <a:defRPr sz="1400"/>
            </a:lvl9pPr>
          </a:lstStyle>
          <a:p/>
        </p:txBody>
      </p:sp>
      <p:sp>
        <p:nvSpPr>
          <p:cNvPr id="3759" name="Google Shape;3759;p312"/>
          <p:cNvSpPr txBox="1"/>
          <p:nvPr>
            <p:ph idx="4" type="subTitle"/>
          </p:nvPr>
        </p:nvSpPr>
        <p:spPr>
          <a:xfrm>
            <a:off x="4467775" y="1441300"/>
            <a:ext cx="4538700" cy="298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a:latin typeface="Red Hat Text Medium"/>
                <a:ea typeface="Red Hat Text Medium"/>
                <a:cs typeface="Red Hat Text Medium"/>
                <a:sym typeface="Red Hat Text Medium"/>
              </a:defRPr>
            </a:lvl1pPr>
            <a:lvl2pPr lvl="1" rtl="0">
              <a:lnSpc>
                <a:spcPct val="100000"/>
              </a:lnSpc>
              <a:spcBef>
                <a:spcPts val="0"/>
              </a:spcBef>
              <a:spcAft>
                <a:spcPts val="0"/>
              </a:spcAft>
              <a:buNone/>
              <a:defRPr>
                <a:latin typeface="Red Hat Text Medium"/>
                <a:ea typeface="Red Hat Text Medium"/>
                <a:cs typeface="Red Hat Text Medium"/>
                <a:sym typeface="Red Hat Text Medium"/>
              </a:defRPr>
            </a:lvl2pPr>
            <a:lvl3pPr lvl="2" rtl="0">
              <a:lnSpc>
                <a:spcPct val="100000"/>
              </a:lnSpc>
              <a:spcBef>
                <a:spcPts val="0"/>
              </a:spcBef>
              <a:spcAft>
                <a:spcPts val="0"/>
              </a:spcAft>
              <a:buNone/>
              <a:defRPr>
                <a:latin typeface="Red Hat Text Medium"/>
                <a:ea typeface="Red Hat Text Medium"/>
                <a:cs typeface="Red Hat Text Medium"/>
                <a:sym typeface="Red Hat Text Medium"/>
              </a:defRPr>
            </a:lvl3pPr>
            <a:lvl4pPr lvl="3" rtl="0">
              <a:lnSpc>
                <a:spcPct val="100000"/>
              </a:lnSpc>
              <a:spcBef>
                <a:spcPts val="0"/>
              </a:spcBef>
              <a:spcAft>
                <a:spcPts val="0"/>
              </a:spcAft>
              <a:buNone/>
              <a:defRPr>
                <a:latin typeface="Red Hat Text Medium"/>
                <a:ea typeface="Red Hat Text Medium"/>
                <a:cs typeface="Red Hat Text Medium"/>
                <a:sym typeface="Red Hat Text Medium"/>
              </a:defRPr>
            </a:lvl4pPr>
            <a:lvl5pPr lvl="4" rtl="0">
              <a:lnSpc>
                <a:spcPct val="100000"/>
              </a:lnSpc>
              <a:spcBef>
                <a:spcPts val="0"/>
              </a:spcBef>
              <a:spcAft>
                <a:spcPts val="0"/>
              </a:spcAft>
              <a:buNone/>
              <a:defRPr>
                <a:latin typeface="Red Hat Text Medium"/>
                <a:ea typeface="Red Hat Text Medium"/>
                <a:cs typeface="Red Hat Text Medium"/>
                <a:sym typeface="Red Hat Text Medium"/>
              </a:defRPr>
            </a:lvl5pPr>
            <a:lvl6pPr lvl="5" rtl="0">
              <a:lnSpc>
                <a:spcPct val="100000"/>
              </a:lnSpc>
              <a:spcBef>
                <a:spcPts val="0"/>
              </a:spcBef>
              <a:spcAft>
                <a:spcPts val="0"/>
              </a:spcAft>
              <a:buNone/>
              <a:defRPr>
                <a:latin typeface="Red Hat Text Medium"/>
                <a:ea typeface="Red Hat Text Medium"/>
                <a:cs typeface="Red Hat Text Medium"/>
                <a:sym typeface="Red Hat Text Medium"/>
              </a:defRPr>
            </a:lvl6pPr>
            <a:lvl7pPr lvl="6" rtl="0">
              <a:lnSpc>
                <a:spcPct val="100000"/>
              </a:lnSpc>
              <a:spcBef>
                <a:spcPts val="0"/>
              </a:spcBef>
              <a:spcAft>
                <a:spcPts val="0"/>
              </a:spcAft>
              <a:buNone/>
              <a:defRPr>
                <a:latin typeface="Red Hat Text Medium"/>
                <a:ea typeface="Red Hat Text Medium"/>
                <a:cs typeface="Red Hat Text Medium"/>
                <a:sym typeface="Red Hat Text Medium"/>
              </a:defRPr>
            </a:lvl7pPr>
            <a:lvl8pPr lvl="7" rtl="0">
              <a:lnSpc>
                <a:spcPct val="100000"/>
              </a:lnSpc>
              <a:spcBef>
                <a:spcPts val="0"/>
              </a:spcBef>
              <a:spcAft>
                <a:spcPts val="0"/>
              </a:spcAft>
              <a:buNone/>
              <a:defRPr>
                <a:latin typeface="Red Hat Text Medium"/>
                <a:ea typeface="Red Hat Text Medium"/>
                <a:cs typeface="Red Hat Text Medium"/>
                <a:sym typeface="Red Hat Text Medium"/>
              </a:defRPr>
            </a:lvl8pPr>
            <a:lvl9pPr lvl="8" rtl="0">
              <a:lnSpc>
                <a:spcPct val="100000"/>
              </a:lnSpc>
              <a:spcBef>
                <a:spcPts val="0"/>
              </a:spcBef>
              <a:spcAft>
                <a:spcPts val="0"/>
              </a:spcAft>
              <a:buNone/>
              <a:defRPr>
                <a:latin typeface="Red Hat Text Medium"/>
                <a:ea typeface="Red Hat Text Medium"/>
                <a:cs typeface="Red Hat Text Medium"/>
                <a:sym typeface="Red Hat Text Medium"/>
              </a:defRPr>
            </a:lvl9pPr>
          </a:lstStyle>
          <a:p/>
        </p:txBody>
      </p:sp>
      <p:sp>
        <p:nvSpPr>
          <p:cNvPr id="3760" name="Google Shape;3760;p312"/>
          <p:cNvSpPr txBox="1"/>
          <p:nvPr>
            <p:ph idx="5" type="subTitle"/>
          </p:nvPr>
        </p:nvSpPr>
        <p:spPr>
          <a:xfrm>
            <a:off x="3362500" y="1832876"/>
            <a:ext cx="690000" cy="2349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0"/>
              </a:spcBef>
              <a:spcAft>
                <a:spcPts val="0"/>
              </a:spcAft>
              <a:buNone/>
              <a:defRPr sz="1400"/>
            </a:lvl2pPr>
            <a:lvl3pPr lvl="2" rtl="0" algn="ctr">
              <a:spcBef>
                <a:spcPts val="0"/>
              </a:spcBef>
              <a:spcAft>
                <a:spcPts val="0"/>
              </a:spcAft>
              <a:buNone/>
              <a:defRPr sz="1400"/>
            </a:lvl3pPr>
            <a:lvl4pPr lvl="3" rtl="0" algn="ctr">
              <a:spcBef>
                <a:spcPts val="0"/>
              </a:spcBef>
              <a:spcAft>
                <a:spcPts val="0"/>
              </a:spcAft>
              <a:buNone/>
              <a:defRPr sz="1400"/>
            </a:lvl4pPr>
            <a:lvl5pPr lvl="4" rtl="0" algn="ctr">
              <a:spcBef>
                <a:spcPts val="0"/>
              </a:spcBef>
              <a:spcAft>
                <a:spcPts val="0"/>
              </a:spcAft>
              <a:buNone/>
              <a:defRPr sz="1400"/>
            </a:lvl5pPr>
            <a:lvl6pPr lvl="5" rtl="0" algn="ctr">
              <a:spcBef>
                <a:spcPts val="0"/>
              </a:spcBef>
              <a:spcAft>
                <a:spcPts val="0"/>
              </a:spcAft>
              <a:buNone/>
              <a:defRPr sz="1400"/>
            </a:lvl6pPr>
            <a:lvl7pPr lvl="6" rtl="0" algn="ctr">
              <a:spcBef>
                <a:spcPts val="0"/>
              </a:spcBef>
              <a:spcAft>
                <a:spcPts val="0"/>
              </a:spcAft>
              <a:buNone/>
              <a:defRPr sz="1400"/>
            </a:lvl7pPr>
            <a:lvl8pPr lvl="7" rtl="0" algn="ctr">
              <a:spcBef>
                <a:spcPts val="0"/>
              </a:spcBef>
              <a:spcAft>
                <a:spcPts val="0"/>
              </a:spcAft>
              <a:buNone/>
              <a:defRPr sz="1400"/>
            </a:lvl8pPr>
            <a:lvl9pPr lvl="8" rtl="0" algn="ctr">
              <a:spcBef>
                <a:spcPts val="0"/>
              </a:spcBef>
              <a:spcAft>
                <a:spcPts val="0"/>
              </a:spcAft>
              <a:buNone/>
              <a:defRPr sz="1400"/>
            </a:lvl9pPr>
          </a:lstStyle>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meline horizontal">
  <p:cSld name="CUSTOM_4_15">
    <p:spTree>
      <p:nvGrpSpPr>
        <p:cNvPr id="3761" name="Shape 3761"/>
        <p:cNvGrpSpPr/>
        <p:nvPr/>
      </p:nvGrpSpPr>
      <p:grpSpPr>
        <a:xfrm>
          <a:off x="0" y="0"/>
          <a:ext cx="0" cy="0"/>
          <a:chOff x="0" y="0"/>
          <a:chExt cx="0" cy="0"/>
        </a:xfrm>
      </p:grpSpPr>
      <p:sp>
        <p:nvSpPr>
          <p:cNvPr id="3762" name="Google Shape;3762;p31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763" name="Google Shape;3763;p31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764" name="Google Shape;3764;p31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65" name="Google Shape;3765;p31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66" name="Google Shape;3766;p31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67" name="Google Shape;3767;p31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68" name="Google Shape;3768;p31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769" name="Google Shape;3769;p31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770" name="Google Shape;3770;p313"/>
          <p:cNvSpPr txBox="1"/>
          <p:nvPr>
            <p:ph idx="4" type="subTitle"/>
          </p:nvPr>
        </p:nvSpPr>
        <p:spPr>
          <a:xfrm>
            <a:off x="2042425" y="2497493"/>
            <a:ext cx="2106900" cy="3792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3771" name="Google Shape;3771;p313"/>
          <p:cNvSpPr txBox="1"/>
          <p:nvPr>
            <p:ph idx="5" type="subTitle"/>
          </p:nvPr>
        </p:nvSpPr>
        <p:spPr>
          <a:xfrm>
            <a:off x="2042425" y="2903475"/>
            <a:ext cx="2106900" cy="6753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3772" name="Google Shape;3772;p313"/>
          <p:cNvSpPr txBox="1"/>
          <p:nvPr>
            <p:ph idx="6" type="subTitle"/>
          </p:nvPr>
        </p:nvSpPr>
        <p:spPr>
          <a:xfrm>
            <a:off x="1596475" y="4403575"/>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3773" name="Google Shape;3773;p313"/>
          <p:cNvSpPr txBox="1"/>
          <p:nvPr>
            <p:ph idx="7" type="subTitle"/>
          </p:nvPr>
        </p:nvSpPr>
        <p:spPr>
          <a:xfrm>
            <a:off x="3278975" y="3892511"/>
            <a:ext cx="975900" cy="234900"/>
          </a:xfrm>
          <a:prstGeom prst="rect">
            <a:avLst/>
          </a:prstGeom>
        </p:spPr>
        <p:txBody>
          <a:bodyPr anchorCtr="0" anchor="ctr" bIns="0" lIns="0" spcFirstLastPara="1" rIns="0" wrap="square" tIns="0">
            <a:noAutofit/>
          </a:bodyPr>
          <a:lstStyle>
            <a:lvl1pPr lvl="0" rtl="0" algn="ctr">
              <a:lnSpc>
                <a:spcPct val="115000"/>
              </a:lnSpc>
              <a:spcBef>
                <a:spcPts val="0"/>
              </a:spcBef>
              <a:spcAft>
                <a:spcPts val="0"/>
              </a:spcAft>
              <a:buNone/>
              <a:defRPr sz="1400">
                <a:solidFill>
                  <a:schemeClr val="accent1"/>
                </a:solidFill>
              </a:defRPr>
            </a:lvl1pPr>
            <a:lvl2pPr lvl="1" rtl="0" algn="ctr">
              <a:lnSpc>
                <a:spcPct val="115000"/>
              </a:lnSpc>
              <a:spcBef>
                <a:spcPts val="0"/>
              </a:spcBef>
              <a:spcAft>
                <a:spcPts val="0"/>
              </a:spcAft>
              <a:buNone/>
              <a:defRPr sz="1400">
                <a:solidFill>
                  <a:schemeClr val="accent1"/>
                </a:solidFill>
              </a:defRPr>
            </a:lvl2pPr>
            <a:lvl3pPr lvl="2" rtl="0" algn="ctr">
              <a:lnSpc>
                <a:spcPct val="115000"/>
              </a:lnSpc>
              <a:spcBef>
                <a:spcPts val="0"/>
              </a:spcBef>
              <a:spcAft>
                <a:spcPts val="0"/>
              </a:spcAft>
              <a:buNone/>
              <a:defRPr sz="1400">
                <a:solidFill>
                  <a:schemeClr val="accent1"/>
                </a:solidFill>
              </a:defRPr>
            </a:lvl3pPr>
            <a:lvl4pPr lvl="3" rtl="0" algn="ctr">
              <a:lnSpc>
                <a:spcPct val="115000"/>
              </a:lnSpc>
              <a:spcBef>
                <a:spcPts val="0"/>
              </a:spcBef>
              <a:spcAft>
                <a:spcPts val="0"/>
              </a:spcAft>
              <a:buNone/>
              <a:defRPr sz="1400">
                <a:solidFill>
                  <a:schemeClr val="accent1"/>
                </a:solidFill>
              </a:defRPr>
            </a:lvl4pPr>
            <a:lvl5pPr lvl="4" rtl="0" algn="ctr">
              <a:lnSpc>
                <a:spcPct val="115000"/>
              </a:lnSpc>
              <a:spcBef>
                <a:spcPts val="0"/>
              </a:spcBef>
              <a:spcAft>
                <a:spcPts val="0"/>
              </a:spcAft>
              <a:buNone/>
              <a:defRPr sz="1400">
                <a:solidFill>
                  <a:schemeClr val="accent1"/>
                </a:solidFill>
              </a:defRPr>
            </a:lvl5pPr>
            <a:lvl6pPr lvl="5" rtl="0" algn="ctr">
              <a:lnSpc>
                <a:spcPct val="115000"/>
              </a:lnSpc>
              <a:spcBef>
                <a:spcPts val="0"/>
              </a:spcBef>
              <a:spcAft>
                <a:spcPts val="0"/>
              </a:spcAft>
              <a:buNone/>
              <a:defRPr sz="1400">
                <a:solidFill>
                  <a:schemeClr val="accent1"/>
                </a:solidFill>
              </a:defRPr>
            </a:lvl6pPr>
            <a:lvl7pPr lvl="6" rtl="0" algn="ctr">
              <a:lnSpc>
                <a:spcPct val="115000"/>
              </a:lnSpc>
              <a:spcBef>
                <a:spcPts val="0"/>
              </a:spcBef>
              <a:spcAft>
                <a:spcPts val="0"/>
              </a:spcAft>
              <a:buNone/>
              <a:defRPr sz="1400">
                <a:solidFill>
                  <a:schemeClr val="accent1"/>
                </a:solidFill>
              </a:defRPr>
            </a:lvl7pPr>
            <a:lvl8pPr lvl="7" rtl="0" algn="ctr">
              <a:lnSpc>
                <a:spcPct val="115000"/>
              </a:lnSpc>
              <a:spcBef>
                <a:spcPts val="0"/>
              </a:spcBef>
              <a:spcAft>
                <a:spcPts val="0"/>
              </a:spcAft>
              <a:buNone/>
              <a:defRPr sz="1400">
                <a:solidFill>
                  <a:schemeClr val="accent1"/>
                </a:solidFill>
              </a:defRPr>
            </a:lvl8pPr>
            <a:lvl9pPr lvl="8" rtl="0" algn="ctr">
              <a:lnSpc>
                <a:spcPct val="115000"/>
              </a:lnSpc>
              <a:spcBef>
                <a:spcPts val="0"/>
              </a:spcBef>
              <a:spcAft>
                <a:spcPts val="0"/>
              </a:spcAft>
              <a:buNone/>
              <a:defRPr sz="1400">
                <a:solidFill>
                  <a:schemeClr val="accent1"/>
                </a:solidFill>
              </a:defRPr>
            </a:lvl9pPr>
          </a:lstStyle>
          <a:p/>
        </p:txBody>
      </p:sp>
      <p:sp>
        <p:nvSpPr>
          <p:cNvPr id="3774" name="Google Shape;3774;p313"/>
          <p:cNvSpPr txBox="1"/>
          <p:nvPr>
            <p:ph idx="8" type="subTitle"/>
          </p:nvPr>
        </p:nvSpPr>
        <p:spPr>
          <a:xfrm>
            <a:off x="1713425" y="4752722"/>
            <a:ext cx="2106900" cy="379200"/>
          </a:xfrm>
          <a:prstGeom prst="rect">
            <a:avLst/>
          </a:prstGeom>
        </p:spPr>
        <p:txBody>
          <a:bodyPr anchorCtr="0" anchor="b" bIns="0" lIns="0" spcFirstLastPara="1" rIns="0" wrap="square" tIns="0">
            <a:noAutofit/>
          </a:bodyPr>
          <a:lstStyle>
            <a:lvl1pPr lvl="0" rtl="0" algn="r">
              <a:lnSpc>
                <a:spcPct val="115000"/>
              </a:lnSpc>
              <a:spcBef>
                <a:spcPts val="0"/>
              </a:spcBef>
              <a:spcAft>
                <a:spcPts val="0"/>
              </a:spcAft>
              <a:buNone/>
              <a:defRPr sz="1200">
                <a:latin typeface="Red Hat Text Medium"/>
                <a:ea typeface="Red Hat Text Medium"/>
                <a:cs typeface="Red Hat Text Medium"/>
                <a:sym typeface="Red Hat Text Medium"/>
              </a:defRPr>
            </a:lvl1pPr>
            <a:lvl2pPr lvl="1" rtl="0" algn="r">
              <a:lnSpc>
                <a:spcPct val="115000"/>
              </a:lnSpc>
              <a:spcBef>
                <a:spcPts val="0"/>
              </a:spcBef>
              <a:spcAft>
                <a:spcPts val="0"/>
              </a:spcAft>
              <a:buNone/>
              <a:defRPr sz="1200">
                <a:latin typeface="Red Hat Text Medium"/>
                <a:ea typeface="Red Hat Text Medium"/>
                <a:cs typeface="Red Hat Text Medium"/>
                <a:sym typeface="Red Hat Text Medium"/>
              </a:defRPr>
            </a:lvl2pPr>
            <a:lvl3pPr lvl="2" rtl="0" algn="r">
              <a:lnSpc>
                <a:spcPct val="115000"/>
              </a:lnSpc>
              <a:spcBef>
                <a:spcPts val="0"/>
              </a:spcBef>
              <a:spcAft>
                <a:spcPts val="0"/>
              </a:spcAft>
              <a:buNone/>
              <a:defRPr sz="1200">
                <a:latin typeface="Red Hat Text Medium"/>
                <a:ea typeface="Red Hat Text Medium"/>
                <a:cs typeface="Red Hat Text Medium"/>
                <a:sym typeface="Red Hat Text Medium"/>
              </a:defRPr>
            </a:lvl3pPr>
            <a:lvl4pPr lvl="3" rtl="0" algn="r">
              <a:lnSpc>
                <a:spcPct val="115000"/>
              </a:lnSpc>
              <a:spcBef>
                <a:spcPts val="0"/>
              </a:spcBef>
              <a:spcAft>
                <a:spcPts val="0"/>
              </a:spcAft>
              <a:buNone/>
              <a:defRPr sz="1200">
                <a:latin typeface="Red Hat Text Medium"/>
                <a:ea typeface="Red Hat Text Medium"/>
                <a:cs typeface="Red Hat Text Medium"/>
                <a:sym typeface="Red Hat Text Medium"/>
              </a:defRPr>
            </a:lvl4pPr>
            <a:lvl5pPr lvl="4" rtl="0" algn="r">
              <a:lnSpc>
                <a:spcPct val="115000"/>
              </a:lnSpc>
              <a:spcBef>
                <a:spcPts val="0"/>
              </a:spcBef>
              <a:spcAft>
                <a:spcPts val="0"/>
              </a:spcAft>
              <a:buNone/>
              <a:defRPr sz="1200">
                <a:latin typeface="Red Hat Text Medium"/>
                <a:ea typeface="Red Hat Text Medium"/>
                <a:cs typeface="Red Hat Text Medium"/>
                <a:sym typeface="Red Hat Text Medium"/>
              </a:defRPr>
            </a:lvl5pPr>
            <a:lvl6pPr lvl="5" rtl="0" algn="r">
              <a:lnSpc>
                <a:spcPct val="115000"/>
              </a:lnSpc>
              <a:spcBef>
                <a:spcPts val="0"/>
              </a:spcBef>
              <a:spcAft>
                <a:spcPts val="0"/>
              </a:spcAft>
              <a:buNone/>
              <a:defRPr sz="1200">
                <a:latin typeface="Red Hat Text Medium"/>
                <a:ea typeface="Red Hat Text Medium"/>
                <a:cs typeface="Red Hat Text Medium"/>
                <a:sym typeface="Red Hat Text Medium"/>
              </a:defRPr>
            </a:lvl6pPr>
            <a:lvl7pPr lvl="6" rtl="0" algn="r">
              <a:lnSpc>
                <a:spcPct val="115000"/>
              </a:lnSpc>
              <a:spcBef>
                <a:spcPts val="0"/>
              </a:spcBef>
              <a:spcAft>
                <a:spcPts val="0"/>
              </a:spcAft>
              <a:buNone/>
              <a:defRPr sz="1200">
                <a:latin typeface="Red Hat Text Medium"/>
                <a:ea typeface="Red Hat Text Medium"/>
                <a:cs typeface="Red Hat Text Medium"/>
                <a:sym typeface="Red Hat Text Medium"/>
              </a:defRPr>
            </a:lvl7pPr>
            <a:lvl8pPr lvl="7" rtl="0" algn="r">
              <a:lnSpc>
                <a:spcPct val="115000"/>
              </a:lnSpc>
              <a:spcBef>
                <a:spcPts val="0"/>
              </a:spcBef>
              <a:spcAft>
                <a:spcPts val="0"/>
              </a:spcAft>
              <a:buNone/>
              <a:defRPr sz="1200">
                <a:latin typeface="Red Hat Text Medium"/>
                <a:ea typeface="Red Hat Text Medium"/>
                <a:cs typeface="Red Hat Text Medium"/>
                <a:sym typeface="Red Hat Text Medium"/>
              </a:defRPr>
            </a:lvl8pPr>
            <a:lvl9pPr lvl="8" rtl="0" algn="r">
              <a:lnSpc>
                <a:spcPct val="115000"/>
              </a:lnSpc>
              <a:spcBef>
                <a:spcPts val="0"/>
              </a:spcBef>
              <a:spcAft>
                <a:spcPts val="0"/>
              </a:spcAft>
              <a:buNone/>
              <a:defRPr sz="1200">
                <a:latin typeface="Red Hat Text Medium"/>
                <a:ea typeface="Red Hat Text Medium"/>
                <a:cs typeface="Red Hat Text Medium"/>
                <a:sym typeface="Red Hat Text Medium"/>
              </a:defRPr>
            </a:lvl9pPr>
          </a:lstStyle>
          <a:p/>
        </p:txBody>
      </p:sp>
      <p:sp>
        <p:nvSpPr>
          <p:cNvPr id="3775" name="Google Shape;3775;p313"/>
          <p:cNvSpPr txBox="1"/>
          <p:nvPr>
            <p:ph idx="9" type="subTitle"/>
          </p:nvPr>
        </p:nvSpPr>
        <p:spPr>
          <a:xfrm>
            <a:off x="1713425" y="5158703"/>
            <a:ext cx="2106900" cy="675300"/>
          </a:xfrm>
          <a:prstGeom prst="rect">
            <a:avLst/>
          </a:prstGeom>
        </p:spPr>
        <p:txBody>
          <a:bodyPr anchorCtr="0" anchor="t" bIns="0" lIns="0" spcFirstLastPara="1" rIns="0" wrap="square" tIns="0">
            <a:noAutofit/>
          </a:bodyPr>
          <a:lstStyle>
            <a:lvl1pPr lvl="0" rtl="0" algn="r">
              <a:lnSpc>
                <a:spcPct val="115000"/>
              </a:lnSpc>
              <a:spcBef>
                <a:spcPts val="0"/>
              </a:spcBef>
              <a:spcAft>
                <a:spcPts val="0"/>
              </a:spcAft>
              <a:buNone/>
              <a:defRPr sz="1200"/>
            </a:lvl1pPr>
            <a:lvl2pPr lvl="1" rtl="0" algn="r">
              <a:lnSpc>
                <a:spcPct val="115000"/>
              </a:lnSpc>
              <a:spcBef>
                <a:spcPts val="0"/>
              </a:spcBef>
              <a:spcAft>
                <a:spcPts val="0"/>
              </a:spcAft>
              <a:buNone/>
              <a:defRPr sz="1200"/>
            </a:lvl2pPr>
            <a:lvl3pPr lvl="2" rtl="0" algn="r">
              <a:lnSpc>
                <a:spcPct val="115000"/>
              </a:lnSpc>
              <a:spcBef>
                <a:spcPts val="0"/>
              </a:spcBef>
              <a:spcAft>
                <a:spcPts val="0"/>
              </a:spcAft>
              <a:buNone/>
              <a:defRPr sz="1200"/>
            </a:lvl3pPr>
            <a:lvl4pPr lvl="3" rtl="0" algn="r">
              <a:lnSpc>
                <a:spcPct val="115000"/>
              </a:lnSpc>
              <a:spcBef>
                <a:spcPts val="0"/>
              </a:spcBef>
              <a:spcAft>
                <a:spcPts val="0"/>
              </a:spcAft>
              <a:buNone/>
              <a:defRPr sz="1200"/>
            </a:lvl4pPr>
            <a:lvl5pPr lvl="4" rtl="0" algn="r">
              <a:lnSpc>
                <a:spcPct val="115000"/>
              </a:lnSpc>
              <a:spcBef>
                <a:spcPts val="0"/>
              </a:spcBef>
              <a:spcAft>
                <a:spcPts val="0"/>
              </a:spcAft>
              <a:buNone/>
              <a:defRPr sz="1200"/>
            </a:lvl5pPr>
            <a:lvl6pPr lvl="5" rtl="0" algn="r">
              <a:lnSpc>
                <a:spcPct val="115000"/>
              </a:lnSpc>
              <a:spcBef>
                <a:spcPts val="0"/>
              </a:spcBef>
              <a:spcAft>
                <a:spcPts val="0"/>
              </a:spcAft>
              <a:buNone/>
              <a:defRPr sz="1200"/>
            </a:lvl6pPr>
            <a:lvl7pPr lvl="6" rtl="0" algn="r">
              <a:lnSpc>
                <a:spcPct val="115000"/>
              </a:lnSpc>
              <a:spcBef>
                <a:spcPts val="0"/>
              </a:spcBef>
              <a:spcAft>
                <a:spcPts val="0"/>
              </a:spcAft>
              <a:buNone/>
              <a:defRPr sz="1200"/>
            </a:lvl7pPr>
            <a:lvl8pPr lvl="7" rtl="0" algn="r">
              <a:lnSpc>
                <a:spcPct val="115000"/>
              </a:lnSpc>
              <a:spcBef>
                <a:spcPts val="0"/>
              </a:spcBef>
              <a:spcAft>
                <a:spcPts val="0"/>
              </a:spcAft>
              <a:buNone/>
              <a:defRPr sz="1200"/>
            </a:lvl8pPr>
            <a:lvl9pPr lvl="8" rtl="0" algn="r">
              <a:lnSpc>
                <a:spcPct val="115000"/>
              </a:lnSpc>
              <a:spcBef>
                <a:spcPts val="0"/>
              </a:spcBef>
              <a:spcAft>
                <a:spcPts val="0"/>
              </a:spcAft>
              <a:buNone/>
              <a:defRPr sz="1200"/>
            </a:lvl9pPr>
          </a:lstStyle>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hree callouts">
  <p:cSld name="CUSTOM_4_14">
    <p:spTree>
      <p:nvGrpSpPr>
        <p:cNvPr id="3776" name="Shape 3776"/>
        <p:cNvGrpSpPr/>
        <p:nvPr/>
      </p:nvGrpSpPr>
      <p:grpSpPr>
        <a:xfrm>
          <a:off x="0" y="0"/>
          <a:ext cx="0" cy="0"/>
          <a:chOff x="0" y="0"/>
          <a:chExt cx="0" cy="0"/>
        </a:xfrm>
      </p:grpSpPr>
      <p:sp>
        <p:nvSpPr>
          <p:cNvPr id="3777" name="Google Shape;3777;p314"/>
          <p:cNvSpPr txBox="1"/>
          <p:nvPr>
            <p:ph idx="1" type="subTitle"/>
          </p:nvPr>
        </p:nvSpPr>
        <p:spPr>
          <a:xfrm>
            <a:off x="100890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3778" name="Google Shape;3778;p314"/>
          <p:cNvSpPr txBox="1"/>
          <p:nvPr>
            <p:ph idx="2" type="subTitle"/>
          </p:nvPr>
        </p:nvSpPr>
        <p:spPr>
          <a:xfrm>
            <a:off x="45886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3779" name="Google Shape;3779;p314"/>
          <p:cNvSpPr txBox="1"/>
          <p:nvPr>
            <p:ph idx="3" type="subTitle"/>
          </p:nvPr>
        </p:nvSpPr>
        <p:spPr>
          <a:xfrm>
            <a:off x="8168350" y="2436425"/>
            <a:ext cx="3014700" cy="1240800"/>
          </a:xfrm>
          <a:prstGeom prst="rect">
            <a:avLst/>
          </a:prstGeom>
        </p:spPr>
        <p:txBody>
          <a:bodyPr anchorCtr="0" anchor="t" bIns="0" lIns="0" spcFirstLastPara="1" rIns="0" wrap="square" tIns="0">
            <a:noAutofit/>
          </a:bodyPr>
          <a:lstStyle>
            <a:lvl1pPr lvl="0" rtl="0" algn="ctr">
              <a:spcBef>
                <a:spcPts val="0"/>
              </a:spcBef>
              <a:spcAft>
                <a:spcPts val="0"/>
              </a:spcAft>
              <a:buNone/>
              <a:defRPr sz="8000">
                <a:solidFill>
                  <a:schemeClr val="accent1"/>
                </a:solidFill>
              </a:defRPr>
            </a:lvl1pPr>
            <a:lvl2pPr lvl="1" rtl="0" algn="ctr">
              <a:spcBef>
                <a:spcPts val="500"/>
              </a:spcBef>
              <a:spcAft>
                <a:spcPts val="0"/>
              </a:spcAft>
              <a:buNone/>
              <a:defRPr sz="8000">
                <a:solidFill>
                  <a:schemeClr val="accent1"/>
                </a:solidFill>
              </a:defRPr>
            </a:lvl2pPr>
            <a:lvl3pPr lvl="2" rtl="0" algn="ctr">
              <a:spcBef>
                <a:spcPts val="500"/>
              </a:spcBef>
              <a:spcAft>
                <a:spcPts val="0"/>
              </a:spcAft>
              <a:buNone/>
              <a:defRPr sz="8000">
                <a:solidFill>
                  <a:schemeClr val="accent1"/>
                </a:solidFill>
              </a:defRPr>
            </a:lvl3pPr>
            <a:lvl4pPr lvl="3" rtl="0" algn="ctr">
              <a:spcBef>
                <a:spcPts val="500"/>
              </a:spcBef>
              <a:spcAft>
                <a:spcPts val="0"/>
              </a:spcAft>
              <a:buNone/>
              <a:defRPr sz="8000">
                <a:solidFill>
                  <a:schemeClr val="accent1"/>
                </a:solidFill>
              </a:defRPr>
            </a:lvl4pPr>
            <a:lvl5pPr lvl="4" rtl="0" algn="ctr">
              <a:spcBef>
                <a:spcPts val="500"/>
              </a:spcBef>
              <a:spcAft>
                <a:spcPts val="0"/>
              </a:spcAft>
              <a:buNone/>
              <a:defRPr sz="8000">
                <a:solidFill>
                  <a:schemeClr val="accent1"/>
                </a:solidFill>
              </a:defRPr>
            </a:lvl5pPr>
            <a:lvl6pPr lvl="5" rtl="0" algn="ctr">
              <a:spcBef>
                <a:spcPts val="500"/>
              </a:spcBef>
              <a:spcAft>
                <a:spcPts val="0"/>
              </a:spcAft>
              <a:buNone/>
              <a:defRPr sz="8000">
                <a:solidFill>
                  <a:schemeClr val="accent1"/>
                </a:solidFill>
              </a:defRPr>
            </a:lvl6pPr>
            <a:lvl7pPr lvl="6" rtl="0" algn="ctr">
              <a:spcBef>
                <a:spcPts val="500"/>
              </a:spcBef>
              <a:spcAft>
                <a:spcPts val="0"/>
              </a:spcAft>
              <a:buNone/>
              <a:defRPr sz="8000">
                <a:solidFill>
                  <a:schemeClr val="accent1"/>
                </a:solidFill>
              </a:defRPr>
            </a:lvl7pPr>
            <a:lvl8pPr lvl="7" rtl="0" algn="ctr">
              <a:spcBef>
                <a:spcPts val="500"/>
              </a:spcBef>
              <a:spcAft>
                <a:spcPts val="0"/>
              </a:spcAft>
              <a:buNone/>
              <a:defRPr sz="8000">
                <a:solidFill>
                  <a:schemeClr val="accent1"/>
                </a:solidFill>
              </a:defRPr>
            </a:lvl8pPr>
            <a:lvl9pPr lvl="8" rtl="0" algn="ctr">
              <a:spcBef>
                <a:spcPts val="500"/>
              </a:spcBef>
              <a:spcAft>
                <a:spcPts val="500"/>
              </a:spcAft>
              <a:buNone/>
              <a:defRPr sz="8000">
                <a:solidFill>
                  <a:schemeClr val="accent1"/>
                </a:solidFill>
              </a:defRPr>
            </a:lvl9pPr>
          </a:lstStyle>
          <a:p/>
        </p:txBody>
      </p:sp>
      <p:sp>
        <p:nvSpPr>
          <p:cNvPr id="3780" name="Google Shape;3780;p314"/>
          <p:cNvSpPr txBox="1"/>
          <p:nvPr>
            <p:ph idx="4"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781" name="Google Shape;3781;p314"/>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782" name="Google Shape;3782;p31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783" name="Google Shape;3783;p31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784" name="Google Shape;3784;p31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785" name="Google Shape;3785;p31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786" name="Google Shape;3786;p314"/>
          <p:cNvSpPr txBox="1"/>
          <p:nvPr>
            <p:ph idx="5"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787" name="Google Shape;3787;p314"/>
          <p:cNvSpPr txBox="1"/>
          <p:nvPr>
            <p:ph idx="6"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788" name="Google Shape;3788;p314"/>
          <p:cNvCxnSpPr/>
          <p:nvPr/>
        </p:nvCxnSpPr>
        <p:spPr>
          <a:xfrm>
            <a:off x="4306145" y="2661025"/>
            <a:ext cx="0" cy="2556600"/>
          </a:xfrm>
          <a:prstGeom prst="straightConnector1">
            <a:avLst/>
          </a:prstGeom>
          <a:noFill/>
          <a:ln cap="flat" cmpd="sng" w="9525">
            <a:solidFill>
              <a:schemeClr val="dk2"/>
            </a:solidFill>
            <a:prstDash val="dot"/>
            <a:round/>
            <a:headEnd len="med" w="med" type="none"/>
            <a:tailEnd len="med" w="med" type="none"/>
          </a:ln>
        </p:spPr>
      </p:cxnSp>
      <p:cxnSp>
        <p:nvCxnSpPr>
          <p:cNvPr id="3789" name="Google Shape;3789;p314"/>
          <p:cNvCxnSpPr/>
          <p:nvPr/>
        </p:nvCxnSpPr>
        <p:spPr>
          <a:xfrm>
            <a:off x="7885845" y="2661025"/>
            <a:ext cx="0" cy="2556600"/>
          </a:xfrm>
          <a:prstGeom prst="straightConnector1">
            <a:avLst/>
          </a:prstGeom>
          <a:noFill/>
          <a:ln cap="flat" cmpd="sng" w="9525">
            <a:solidFill>
              <a:schemeClr val="dk2"/>
            </a:solidFill>
            <a:prstDash val="dot"/>
            <a:round/>
            <a:headEnd len="med" w="med" type="none"/>
            <a:tailEnd len="med" w="med" type="none"/>
          </a:ln>
        </p:spPr>
      </p:cxnSp>
      <p:sp>
        <p:nvSpPr>
          <p:cNvPr id="3790" name="Google Shape;3790;p314"/>
          <p:cNvSpPr txBox="1"/>
          <p:nvPr>
            <p:ph idx="7" type="subTitle"/>
          </p:nvPr>
        </p:nvSpPr>
        <p:spPr>
          <a:xfrm>
            <a:off x="44683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791" name="Google Shape;3791;p314"/>
          <p:cNvSpPr txBox="1"/>
          <p:nvPr>
            <p:ph idx="8" type="subTitle"/>
          </p:nvPr>
        </p:nvSpPr>
        <p:spPr>
          <a:xfrm>
            <a:off x="44684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3792" name="Google Shape;3792;p314"/>
          <p:cNvSpPr txBox="1"/>
          <p:nvPr>
            <p:ph idx="9" type="subTitle"/>
          </p:nvPr>
        </p:nvSpPr>
        <p:spPr>
          <a:xfrm>
            <a:off x="80480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793" name="Google Shape;3793;p314"/>
          <p:cNvSpPr txBox="1"/>
          <p:nvPr>
            <p:ph idx="13" type="subTitle"/>
          </p:nvPr>
        </p:nvSpPr>
        <p:spPr>
          <a:xfrm>
            <a:off x="80481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3794" name="Google Shape;3794;p314"/>
          <p:cNvSpPr txBox="1"/>
          <p:nvPr>
            <p:ph idx="14" type="subTitle"/>
          </p:nvPr>
        </p:nvSpPr>
        <p:spPr>
          <a:xfrm>
            <a:off x="888600" y="3677200"/>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795" name="Google Shape;3795;p314"/>
          <p:cNvSpPr txBox="1"/>
          <p:nvPr>
            <p:ph idx="15" type="subTitle"/>
          </p:nvPr>
        </p:nvSpPr>
        <p:spPr>
          <a:xfrm>
            <a:off x="888700" y="4166425"/>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p:cSld name="CUSTOM_4_13">
    <p:spTree>
      <p:nvGrpSpPr>
        <p:cNvPr id="3796" name="Shape 3796"/>
        <p:cNvGrpSpPr/>
        <p:nvPr/>
      </p:nvGrpSpPr>
      <p:grpSpPr>
        <a:xfrm>
          <a:off x="0" y="0"/>
          <a:ext cx="0" cy="0"/>
          <a:chOff x="0" y="0"/>
          <a:chExt cx="0" cy="0"/>
        </a:xfrm>
      </p:grpSpPr>
      <p:sp>
        <p:nvSpPr>
          <p:cNvPr id="3797" name="Google Shape;3797;p315"/>
          <p:cNvSpPr txBox="1"/>
          <p:nvPr>
            <p:ph idx="1" type="subTitle"/>
          </p:nvPr>
        </p:nvSpPr>
        <p:spPr>
          <a:xfrm>
            <a:off x="4555550" y="2436425"/>
            <a:ext cx="3014700" cy="1240800"/>
          </a:xfrm>
          <a:prstGeom prst="rect">
            <a:avLst/>
          </a:prstGeom>
        </p:spPr>
        <p:txBody>
          <a:bodyPr anchorCtr="0" anchor="t" bIns="0" lIns="0" spcFirstLastPara="1" rIns="0" wrap="square" tIns="0">
            <a:noAutofit/>
          </a:bodyPr>
          <a:lstStyle>
            <a:lvl1pPr lvl="0">
              <a:spcBef>
                <a:spcPts val="0"/>
              </a:spcBef>
              <a:spcAft>
                <a:spcPts val="0"/>
              </a:spcAft>
              <a:buNone/>
              <a:defRPr sz="8000">
                <a:solidFill>
                  <a:schemeClr val="accent1"/>
                </a:solidFill>
              </a:defRPr>
            </a:lvl1pPr>
            <a:lvl2pPr lvl="1">
              <a:spcBef>
                <a:spcPts val="500"/>
              </a:spcBef>
              <a:spcAft>
                <a:spcPts val="0"/>
              </a:spcAft>
              <a:buNone/>
              <a:defRPr sz="8000">
                <a:solidFill>
                  <a:schemeClr val="accent1"/>
                </a:solidFill>
              </a:defRPr>
            </a:lvl2pPr>
            <a:lvl3pPr lvl="2">
              <a:spcBef>
                <a:spcPts val="500"/>
              </a:spcBef>
              <a:spcAft>
                <a:spcPts val="0"/>
              </a:spcAft>
              <a:buNone/>
              <a:defRPr sz="8000">
                <a:solidFill>
                  <a:schemeClr val="accent1"/>
                </a:solidFill>
              </a:defRPr>
            </a:lvl3pPr>
            <a:lvl4pPr lvl="3">
              <a:spcBef>
                <a:spcPts val="500"/>
              </a:spcBef>
              <a:spcAft>
                <a:spcPts val="0"/>
              </a:spcAft>
              <a:buNone/>
              <a:defRPr sz="8000">
                <a:solidFill>
                  <a:schemeClr val="accent1"/>
                </a:solidFill>
              </a:defRPr>
            </a:lvl4pPr>
            <a:lvl5pPr lvl="4">
              <a:spcBef>
                <a:spcPts val="500"/>
              </a:spcBef>
              <a:spcAft>
                <a:spcPts val="0"/>
              </a:spcAft>
              <a:buNone/>
              <a:defRPr sz="8000">
                <a:solidFill>
                  <a:schemeClr val="accent1"/>
                </a:solidFill>
              </a:defRPr>
            </a:lvl5pPr>
            <a:lvl6pPr lvl="5">
              <a:spcBef>
                <a:spcPts val="500"/>
              </a:spcBef>
              <a:spcAft>
                <a:spcPts val="0"/>
              </a:spcAft>
              <a:buNone/>
              <a:defRPr sz="8000">
                <a:solidFill>
                  <a:schemeClr val="accent1"/>
                </a:solidFill>
              </a:defRPr>
            </a:lvl6pPr>
            <a:lvl7pPr lvl="6">
              <a:spcBef>
                <a:spcPts val="500"/>
              </a:spcBef>
              <a:spcAft>
                <a:spcPts val="0"/>
              </a:spcAft>
              <a:buNone/>
              <a:defRPr sz="8000">
                <a:solidFill>
                  <a:schemeClr val="accent1"/>
                </a:solidFill>
              </a:defRPr>
            </a:lvl7pPr>
            <a:lvl8pPr lvl="7">
              <a:spcBef>
                <a:spcPts val="500"/>
              </a:spcBef>
              <a:spcAft>
                <a:spcPts val="0"/>
              </a:spcAft>
              <a:buNone/>
              <a:defRPr sz="8000">
                <a:solidFill>
                  <a:schemeClr val="accent1"/>
                </a:solidFill>
              </a:defRPr>
            </a:lvl8pPr>
            <a:lvl9pPr lvl="8">
              <a:spcBef>
                <a:spcPts val="500"/>
              </a:spcBef>
              <a:spcAft>
                <a:spcPts val="500"/>
              </a:spcAft>
              <a:buNone/>
              <a:defRPr sz="8000">
                <a:solidFill>
                  <a:schemeClr val="accent1"/>
                </a:solidFill>
              </a:defRPr>
            </a:lvl9pPr>
          </a:lstStyle>
          <a:p/>
        </p:txBody>
      </p:sp>
      <p:sp>
        <p:nvSpPr>
          <p:cNvPr id="3798" name="Google Shape;3798;p315"/>
          <p:cNvSpPr txBox="1"/>
          <p:nvPr>
            <p:ph idx="2" type="subTitle"/>
          </p:nvPr>
        </p:nvSpPr>
        <p:spPr>
          <a:xfrm>
            <a:off x="7972925" y="2436425"/>
            <a:ext cx="3014700" cy="1240800"/>
          </a:xfrm>
          <a:prstGeom prst="rect">
            <a:avLst/>
          </a:prstGeom>
        </p:spPr>
        <p:txBody>
          <a:bodyPr anchorCtr="0" anchor="t" bIns="0" lIns="0" spcFirstLastPara="1" rIns="0" wrap="square" tIns="0">
            <a:noAutofit/>
          </a:bodyPr>
          <a:lstStyle>
            <a:lvl1pPr lvl="0" rtl="0">
              <a:spcBef>
                <a:spcPts val="0"/>
              </a:spcBef>
              <a:spcAft>
                <a:spcPts val="0"/>
              </a:spcAft>
              <a:buNone/>
              <a:defRPr sz="8000">
                <a:solidFill>
                  <a:schemeClr val="accent1"/>
                </a:solidFill>
              </a:defRPr>
            </a:lvl1pPr>
            <a:lvl2pPr lvl="1" rtl="0">
              <a:spcBef>
                <a:spcPts val="500"/>
              </a:spcBef>
              <a:spcAft>
                <a:spcPts val="0"/>
              </a:spcAft>
              <a:buNone/>
              <a:defRPr sz="8000">
                <a:solidFill>
                  <a:schemeClr val="accent1"/>
                </a:solidFill>
              </a:defRPr>
            </a:lvl2pPr>
            <a:lvl3pPr lvl="2" rtl="0">
              <a:spcBef>
                <a:spcPts val="500"/>
              </a:spcBef>
              <a:spcAft>
                <a:spcPts val="0"/>
              </a:spcAft>
              <a:buNone/>
              <a:defRPr sz="8000">
                <a:solidFill>
                  <a:schemeClr val="accent1"/>
                </a:solidFill>
              </a:defRPr>
            </a:lvl3pPr>
            <a:lvl4pPr lvl="3" rtl="0">
              <a:spcBef>
                <a:spcPts val="500"/>
              </a:spcBef>
              <a:spcAft>
                <a:spcPts val="0"/>
              </a:spcAft>
              <a:buNone/>
              <a:defRPr sz="8000">
                <a:solidFill>
                  <a:schemeClr val="accent1"/>
                </a:solidFill>
              </a:defRPr>
            </a:lvl4pPr>
            <a:lvl5pPr lvl="4" rtl="0">
              <a:spcBef>
                <a:spcPts val="500"/>
              </a:spcBef>
              <a:spcAft>
                <a:spcPts val="0"/>
              </a:spcAft>
              <a:buNone/>
              <a:defRPr sz="8000">
                <a:solidFill>
                  <a:schemeClr val="accent1"/>
                </a:solidFill>
              </a:defRPr>
            </a:lvl5pPr>
            <a:lvl6pPr lvl="5" rtl="0">
              <a:spcBef>
                <a:spcPts val="500"/>
              </a:spcBef>
              <a:spcAft>
                <a:spcPts val="0"/>
              </a:spcAft>
              <a:buNone/>
              <a:defRPr sz="8000">
                <a:solidFill>
                  <a:schemeClr val="accent1"/>
                </a:solidFill>
              </a:defRPr>
            </a:lvl6pPr>
            <a:lvl7pPr lvl="6" rtl="0">
              <a:spcBef>
                <a:spcPts val="500"/>
              </a:spcBef>
              <a:spcAft>
                <a:spcPts val="0"/>
              </a:spcAft>
              <a:buNone/>
              <a:defRPr sz="8000">
                <a:solidFill>
                  <a:schemeClr val="accent1"/>
                </a:solidFill>
              </a:defRPr>
            </a:lvl7pPr>
            <a:lvl8pPr lvl="7" rtl="0">
              <a:spcBef>
                <a:spcPts val="500"/>
              </a:spcBef>
              <a:spcAft>
                <a:spcPts val="0"/>
              </a:spcAft>
              <a:buNone/>
              <a:defRPr sz="8000">
                <a:solidFill>
                  <a:schemeClr val="accent1"/>
                </a:solidFill>
              </a:defRPr>
            </a:lvl8pPr>
            <a:lvl9pPr lvl="8" rtl="0">
              <a:spcBef>
                <a:spcPts val="500"/>
              </a:spcBef>
              <a:spcAft>
                <a:spcPts val="500"/>
              </a:spcAft>
              <a:buNone/>
              <a:defRPr sz="8000">
                <a:solidFill>
                  <a:schemeClr val="accent1"/>
                </a:solidFill>
              </a:defRPr>
            </a:lvl9pPr>
          </a:lstStyle>
          <a:p/>
        </p:txBody>
      </p:sp>
      <p:sp>
        <p:nvSpPr>
          <p:cNvPr id="3799" name="Google Shape;3799;p315"/>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800" name="Google Shape;3800;p31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801" name="Google Shape;3801;p31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02" name="Google Shape;3802;p31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03" name="Google Shape;3803;p31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04" name="Google Shape;3804;p31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805" name="Google Shape;3805;p315"/>
          <p:cNvSpPr txBox="1"/>
          <p:nvPr>
            <p:ph idx="4"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806" name="Google Shape;3806;p315"/>
          <p:cNvSpPr txBox="1"/>
          <p:nvPr>
            <p:ph idx="5"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807" name="Google Shape;3807;p315"/>
          <p:cNvSpPr txBox="1"/>
          <p:nvPr>
            <p:ph idx="6"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cxnSp>
        <p:nvCxnSpPr>
          <p:cNvPr id="3808" name="Google Shape;3808;p315"/>
          <p:cNvCxnSpPr/>
          <p:nvPr/>
        </p:nvCxnSpPr>
        <p:spPr>
          <a:xfrm>
            <a:off x="7885850" y="3677350"/>
            <a:ext cx="0" cy="1404600"/>
          </a:xfrm>
          <a:prstGeom prst="straightConnector1">
            <a:avLst/>
          </a:prstGeom>
          <a:noFill/>
          <a:ln cap="flat" cmpd="sng" w="9525">
            <a:solidFill>
              <a:schemeClr val="dk2"/>
            </a:solidFill>
            <a:prstDash val="dot"/>
            <a:round/>
            <a:headEnd len="med" w="med" type="none"/>
            <a:tailEnd len="med" w="med" type="none"/>
          </a:ln>
        </p:spPr>
      </p:cxnSp>
      <p:sp>
        <p:nvSpPr>
          <p:cNvPr id="3809" name="Google Shape;3809;p315"/>
          <p:cNvSpPr txBox="1"/>
          <p:nvPr>
            <p:ph idx="7" type="subTitle"/>
          </p:nvPr>
        </p:nvSpPr>
        <p:spPr>
          <a:xfrm>
            <a:off x="4620750"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810" name="Google Shape;3810;p315"/>
          <p:cNvSpPr txBox="1"/>
          <p:nvPr>
            <p:ph idx="8" type="subTitle"/>
          </p:nvPr>
        </p:nvSpPr>
        <p:spPr>
          <a:xfrm>
            <a:off x="4620750"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811" name="Google Shape;3811;p315"/>
          <p:cNvSpPr txBox="1"/>
          <p:nvPr>
            <p:ph idx="9" type="subTitle"/>
          </p:nvPr>
        </p:nvSpPr>
        <p:spPr>
          <a:xfrm>
            <a:off x="8051175" y="3677388"/>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812" name="Google Shape;3812;p315"/>
          <p:cNvSpPr txBox="1"/>
          <p:nvPr>
            <p:ph idx="13" type="subTitle"/>
          </p:nvPr>
        </p:nvSpPr>
        <p:spPr>
          <a:xfrm>
            <a:off x="8051175" y="4166613"/>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pies">
  <p:cSld name="CUSTOM_4_12">
    <p:spTree>
      <p:nvGrpSpPr>
        <p:cNvPr id="3813" name="Shape 3813"/>
        <p:cNvGrpSpPr/>
        <p:nvPr/>
      </p:nvGrpSpPr>
      <p:grpSpPr>
        <a:xfrm>
          <a:off x="0" y="0"/>
          <a:ext cx="0" cy="0"/>
          <a:chOff x="0" y="0"/>
          <a:chExt cx="0" cy="0"/>
        </a:xfrm>
      </p:grpSpPr>
      <p:sp>
        <p:nvSpPr>
          <p:cNvPr id="3814" name="Google Shape;3814;p31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815" name="Google Shape;3815;p31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816" name="Google Shape;3816;p31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17" name="Google Shape;3817;p31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18" name="Google Shape;3818;p31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19" name="Google Shape;3819;p31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820" name="Google Shape;3820;p31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821" name="Google Shape;3821;p31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3822" name="Google Shape;3822;p316"/>
          <p:cNvCxnSpPr/>
          <p:nvPr/>
        </p:nvCxnSpPr>
        <p:spPr>
          <a:xfrm>
            <a:off x="7885850" y="4439350"/>
            <a:ext cx="0" cy="1404600"/>
          </a:xfrm>
          <a:prstGeom prst="straightConnector1">
            <a:avLst/>
          </a:prstGeom>
          <a:noFill/>
          <a:ln cap="flat" cmpd="sng" w="9525">
            <a:solidFill>
              <a:schemeClr val="dk2"/>
            </a:solidFill>
            <a:prstDash val="dot"/>
            <a:round/>
            <a:headEnd len="med" w="med" type="none"/>
            <a:tailEnd len="med" w="med" type="none"/>
          </a:ln>
        </p:spPr>
      </p:cxnSp>
      <p:sp>
        <p:nvSpPr>
          <p:cNvPr id="3823" name="Google Shape;3823;p316"/>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824" name="Google Shape;3824;p316"/>
          <p:cNvSpPr txBox="1"/>
          <p:nvPr>
            <p:ph idx="5" type="subTitle"/>
          </p:nvPr>
        </p:nvSpPr>
        <p:spPr>
          <a:xfrm>
            <a:off x="4620750"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825" name="Google Shape;3825;p316"/>
          <p:cNvSpPr txBox="1"/>
          <p:nvPr>
            <p:ph idx="6" type="subTitle"/>
          </p:nvPr>
        </p:nvSpPr>
        <p:spPr>
          <a:xfrm>
            <a:off x="4620750"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3826" name="Google Shape;3826;p316"/>
          <p:cNvSpPr txBox="1"/>
          <p:nvPr>
            <p:ph idx="7" type="subTitle"/>
          </p:nvPr>
        </p:nvSpPr>
        <p:spPr>
          <a:xfrm>
            <a:off x="8051175" y="4439350"/>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3827" name="Google Shape;3827;p316"/>
          <p:cNvSpPr txBox="1"/>
          <p:nvPr>
            <p:ph idx="8" type="subTitle"/>
          </p:nvPr>
        </p:nvSpPr>
        <p:spPr>
          <a:xfrm>
            <a:off x="8051175" y="4928575"/>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large pie">
  <p:cSld name="CUSTOM_4_11">
    <p:spTree>
      <p:nvGrpSpPr>
        <p:cNvPr id="3828" name="Shape 3828"/>
        <p:cNvGrpSpPr/>
        <p:nvPr/>
      </p:nvGrpSpPr>
      <p:grpSpPr>
        <a:xfrm>
          <a:off x="0" y="0"/>
          <a:ext cx="0" cy="0"/>
          <a:chOff x="0" y="0"/>
          <a:chExt cx="0" cy="0"/>
        </a:xfrm>
      </p:grpSpPr>
      <p:sp>
        <p:nvSpPr>
          <p:cNvPr id="3829" name="Google Shape;3829;p31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830" name="Google Shape;3830;p31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831" name="Google Shape;3831;p31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32" name="Google Shape;3832;p31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33" name="Google Shape;3833;p31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34" name="Google Shape;3834;p31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835" name="Google Shape;3835;p31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836" name="Google Shape;3836;p31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837" name="Google Shape;3837;p317"/>
          <p:cNvSpPr txBox="1"/>
          <p:nvPr>
            <p:ph idx="4" type="subTitle"/>
          </p:nvPr>
        </p:nvSpPr>
        <p:spPr>
          <a:xfrm>
            <a:off x="887800" y="2596700"/>
            <a:ext cx="3182700" cy="2668800"/>
          </a:xfrm>
          <a:prstGeom prst="rect">
            <a:avLst/>
          </a:prstGeom>
        </p:spPr>
        <p:txBody>
          <a:bodyPr anchorCtr="0" anchor="t" bIns="0" lIns="0" spcFirstLastPara="1" rIns="0" wrap="square" tIns="0">
            <a:noAutofit/>
          </a:bodyPr>
          <a:lstStyle>
            <a:lvl1pPr lvl="0"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1pPr>
            <a:lvl2pPr lvl="1"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2pPr>
            <a:lvl3pPr lvl="2"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3pPr>
            <a:lvl4pPr lvl="3"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4pPr>
            <a:lvl5pPr lvl="4"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5pPr>
            <a:lvl6pPr lvl="5"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6pPr>
            <a:lvl7pPr lvl="6"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7pPr>
            <a:lvl8pPr lvl="7"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8pPr>
            <a:lvl9pPr lvl="8" rtl="0">
              <a:lnSpc>
                <a:spcPct val="155000"/>
              </a:lnSpc>
              <a:spcBef>
                <a:spcPts val="0"/>
              </a:spcBef>
              <a:spcAft>
                <a:spcPts val="0"/>
              </a:spcAft>
              <a:buNone/>
              <a:defRPr>
                <a:solidFill>
                  <a:schemeClr val="accent1"/>
                </a:solidFill>
                <a:latin typeface="Red Hat Display"/>
                <a:ea typeface="Red Hat Display"/>
                <a:cs typeface="Red Hat Display"/>
                <a:sym typeface="Red Hat Display"/>
              </a:defRPr>
            </a:lvl9pPr>
          </a:lstStyle>
          <a:p/>
        </p:txBody>
      </p:sp>
      <p:sp>
        <p:nvSpPr>
          <p:cNvPr id="3838" name="Google Shape;3838;p317"/>
          <p:cNvSpPr txBox="1"/>
          <p:nvPr>
            <p:ph idx="5" type="subTitle"/>
          </p:nvPr>
        </p:nvSpPr>
        <p:spPr>
          <a:xfrm>
            <a:off x="9078238"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839" name="Google Shape;3839;p317"/>
          <p:cNvSpPr txBox="1"/>
          <p:nvPr>
            <p:ph idx="6" type="subTitle"/>
          </p:nvPr>
        </p:nvSpPr>
        <p:spPr>
          <a:xfrm>
            <a:off x="10284513" y="3048425"/>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840" name="Google Shape;3840;p317"/>
          <p:cNvSpPr txBox="1"/>
          <p:nvPr>
            <p:ph idx="7" type="subTitle"/>
          </p:nvPr>
        </p:nvSpPr>
        <p:spPr>
          <a:xfrm>
            <a:off x="9078238"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841" name="Google Shape;3841;p317"/>
          <p:cNvSpPr txBox="1"/>
          <p:nvPr>
            <p:ph idx="8" type="subTitle"/>
          </p:nvPr>
        </p:nvSpPr>
        <p:spPr>
          <a:xfrm>
            <a:off x="10284513" y="38416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842" name="Google Shape;3842;p317"/>
          <p:cNvSpPr txBox="1"/>
          <p:nvPr>
            <p:ph idx="9" type="subTitle"/>
          </p:nvPr>
        </p:nvSpPr>
        <p:spPr>
          <a:xfrm>
            <a:off x="9078238"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
        <p:nvSpPr>
          <p:cNvPr id="3843" name="Google Shape;3843;p317"/>
          <p:cNvSpPr txBox="1"/>
          <p:nvPr>
            <p:ph idx="13" type="subTitle"/>
          </p:nvPr>
        </p:nvSpPr>
        <p:spPr>
          <a:xfrm>
            <a:off x="10284513" y="4603527"/>
            <a:ext cx="914400" cy="5286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sz="1000"/>
            </a:lvl1pPr>
            <a:lvl2pPr lvl="1" rtl="0">
              <a:lnSpc>
                <a:spcPct val="100000"/>
              </a:lnSpc>
              <a:spcBef>
                <a:spcPts val="0"/>
              </a:spcBef>
              <a:spcAft>
                <a:spcPts val="0"/>
              </a:spcAft>
              <a:buNone/>
              <a:defRPr b="1" sz="1000"/>
            </a:lvl2pPr>
            <a:lvl3pPr lvl="2" rtl="0">
              <a:lnSpc>
                <a:spcPct val="100000"/>
              </a:lnSpc>
              <a:spcBef>
                <a:spcPts val="0"/>
              </a:spcBef>
              <a:spcAft>
                <a:spcPts val="0"/>
              </a:spcAft>
              <a:buNone/>
              <a:defRPr b="1" sz="1000"/>
            </a:lvl3pPr>
            <a:lvl4pPr lvl="3" rtl="0">
              <a:lnSpc>
                <a:spcPct val="100000"/>
              </a:lnSpc>
              <a:spcBef>
                <a:spcPts val="0"/>
              </a:spcBef>
              <a:spcAft>
                <a:spcPts val="0"/>
              </a:spcAft>
              <a:buNone/>
              <a:defRPr b="1" sz="1000"/>
            </a:lvl4pPr>
            <a:lvl5pPr lvl="4" rtl="0">
              <a:lnSpc>
                <a:spcPct val="100000"/>
              </a:lnSpc>
              <a:spcBef>
                <a:spcPts val="0"/>
              </a:spcBef>
              <a:spcAft>
                <a:spcPts val="0"/>
              </a:spcAft>
              <a:buNone/>
              <a:defRPr b="1" sz="1000"/>
            </a:lvl5pPr>
            <a:lvl6pPr lvl="5" rtl="0">
              <a:lnSpc>
                <a:spcPct val="100000"/>
              </a:lnSpc>
              <a:spcBef>
                <a:spcPts val="0"/>
              </a:spcBef>
              <a:spcAft>
                <a:spcPts val="0"/>
              </a:spcAft>
              <a:buNone/>
              <a:defRPr b="1" sz="1000"/>
            </a:lvl6pPr>
            <a:lvl7pPr lvl="6" rtl="0">
              <a:lnSpc>
                <a:spcPct val="100000"/>
              </a:lnSpc>
              <a:spcBef>
                <a:spcPts val="0"/>
              </a:spcBef>
              <a:spcAft>
                <a:spcPts val="0"/>
              </a:spcAft>
              <a:buNone/>
              <a:defRPr b="1" sz="1000"/>
            </a:lvl7pPr>
            <a:lvl8pPr lvl="7" rtl="0">
              <a:lnSpc>
                <a:spcPct val="100000"/>
              </a:lnSpc>
              <a:spcBef>
                <a:spcPts val="0"/>
              </a:spcBef>
              <a:spcAft>
                <a:spcPts val="0"/>
              </a:spcAft>
              <a:buNone/>
              <a:defRPr b="1" sz="1000"/>
            </a:lvl8pPr>
            <a:lvl9pPr lvl="8" rtl="0">
              <a:lnSpc>
                <a:spcPct val="100000"/>
              </a:lnSpc>
              <a:spcBef>
                <a:spcPts val="0"/>
              </a:spcBef>
              <a:spcAft>
                <a:spcPts val="0"/>
              </a:spcAft>
              <a:buNone/>
              <a:defRPr b="1" sz="1000"/>
            </a:lvl9pPr>
          </a:lstStyle>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percentage bars">
  <p:cSld name="CUSTOM_4_10">
    <p:spTree>
      <p:nvGrpSpPr>
        <p:cNvPr id="3844" name="Shape 3844"/>
        <p:cNvGrpSpPr/>
        <p:nvPr/>
      </p:nvGrpSpPr>
      <p:grpSpPr>
        <a:xfrm>
          <a:off x="0" y="0"/>
          <a:ext cx="0" cy="0"/>
          <a:chOff x="0" y="0"/>
          <a:chExt cx="0" cy="0"/>
        </a:xfrm>
      </p:grpSpPr>
      <p:sp>
        <p:nvSpPr>
          <p:cNvPr id="3845" name="Google Shape;3845;p31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3846" name="Google Shape;3846;p318"/>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3847" name="Google Shape;3847;p31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3848" name="Google Shape;3848;p31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3849" name="Google Shape;3849;p31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3850" name="Google Shape;3850;p31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3851" name="Google Shape;3851;p31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3852" name="Google Shape;3852;p318"/>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3853" name="Google Shape;3853;p318"/>
          <p:cNvSpPr txBox="1"/>
          <p:nvPr>
            <p:ph idx="4" type="subTitle"/>
          </p:nvPr>
        </p:nvSpPr>
        <p:spPr>
          <a:xfrm>
            <a:off x="8048050" y="28986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3854" name="Google Shape;3854;p318"/>
          <p:cNvSpPr txBox="1"/>
          <p:nvPr>
            <p:ph idx="5" type="subTitle"/>
          </p:nvPr>
        </p:nvSpPr>
        <p:spPr>
          <a:xfrm>
            <a:off x="8048050" y="25406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600">
                <a:solidFill>
                  <a:schemeClr val="accent1"/>
                </a:solidFill>
                <a:latin typeface="Red Hat Display"/>
                <a:ea typeface="Red Hat Display"/>
                <a:cs typeface="Red Hat Display"/>
                <a:sym typeface="Red Hat Display"/>
              </a:defRPr>
            </a:lvl1pPr>
            <a:lvl2pPr lvl="1" rtl="0">
              <a:lnSpc>
                <a:spcPct val="100000"/>
              </a:lnSpc>
              <a:spcBef>
                <a:spcPts val="0"/>
              </a:spcBef>
              <a:spcAft>
                <a:spcPts val="0"/>
              </a:spcAft>
              <a:buNone/>
              <a:defRPr sz="2600">
                <a:solidFill>
                  <a:schemeClr val="accent1"/>
                </a:solidFill>
              </a:defRPr>
            </a:lvl2pPr>
            <a:lvl3pPr lvl="2" rtl="0">
              <a:lnSpc>
                <a:spcPct val="100000"/>
              </a:lnSpc>
              <a:spcBef>
                <a:spcPts val="0"/>
              </a:spcBef>
              <a:spcAft>
                <a:spcPts val="0"/>
              </a:spcAft>
              <a:buNone/>
              <a:defRPr sz="2600">
                <a:solidFill>
                  <a:schemeClr val="accent1"/>
                </a:solidFill>
              </a:defRPr>
            </a:lvl3pPr>
            <a:lvl4pPr lvl="3" rtl="0">
              <a:lnSpc>
                <a:spcPct val="100000"/>
              </a:lnSpc>
              <a:spcBef>
                <a:spcPts val="0"/>
              </a:spcBef>
              <a:spcAft>
                <a:spcPts val="0"/>
              </a:spcAft>
              <a:buNone/>
              <a:defRPr sz="2600">
                <a:solidFill>
                  <a:schemeClr val="accent1"/>
                </a:solidFill>
              </a:defRPr>
            </a:lvl4pPr>
            <a:lvl5pPr lvl="4" rtl="0">
              <a:lnSpc>
                <a:spcPct val="100000"/>
              </a:lnSpc>
              <a:spcBef>
                <a:spcPts val="0"/>
              </a:spcBef>
              <a:spcAft>
                <a:spcPts val="0"/>
              </a:spcAft>
              <a:buNone/>
              <a:defRPr sz="2600">
                <a:solidFill>
                  <a:schemeClr val="accent1"/>
                </a:solidFill>
              </a:defRPr>
            </a:lvl5pPr>
            <a:lvl6pPr lvl="5" rtl="0">
              <a:lnSpc>
                <a:spcPct val="100000"/>
              </a:lnSpc>
              <a:spcBef>
                <a:spcPts val="0"/>
              </a:spcBef>
              <a:spcAft>
                <a:spcPts val="0"/>
              </a:spcAft>
              <a:buNone/>
              <a:defRPr sz="2600">
                <a:solidFill>
                  <a:schemeClr val="accent1"/>
                </a:solidFill>
              </a:defRPr>
            </a:lvl6pPr>
            <a:lvl7pPr lvl="6" rtl="0">
              <a:lnSpc>
                <a:spcPct val="100000"/>
              </a:lnSpc>
              <a:spcBef>
                <a:spcPts val="0"/>
              </a:spcBef>
              <a:spcAft>
                <a:spcPts val="0"/>
              </a:spcAft>
              <a:buNone/>
              <a:defRPr sz="2600">
                <a:solidFill>
                  <a:schemeClr val="accent1"/>
                </a:solidFill>
              </a:defRPr>
            </a:lvl7pPr>
            <a:lvl8pPr lvl="7" rtl="0">
              <a:lnSpc>
                <a:spcPct val="100000"/>
              </a:lnSpc>
              <a:spcBef>
                <a:spcPts val="0"/>
              </a:spcBef>
              <a:spcAft>
                <a:spcPts val="0"/>
              </a:spcAft>
              <a:buNone/>
              <a:defRPr sz="2600">
                <a:solidFill>
                  <a:schemeClr val="accent1"/>
                </a:solidFill>
              </a:defRPr>
            </a:lvl8pPr>
            <a:lvl9pPr lvl="8" rtl="0">
              <a:lnSpc>
                <a:spcPct val="100000"/>
              </a:lnSpc>
              <a:spcBef>
                <a:spcPts val="0"/>
              </a:spcBef>
              <a:spcAft>
                <a:spcPts val="0"/>
              </a:spcAft>
              <a:buNone/>
              <a:defRPr sz="2600">
                <a:solidFill>
                  <a:schemeClr val="accent1"/>
                </a:solidFill>
              </a:defRPr>
            </a:lvl9pPr>
          </a:lstStyle>
          <a:p/>
        </p:txBody>
      </p:sp>
      <p:sp>
        <p:nvSpPr>
          <p:cNvPr id="3855" name="Google Shape;3855;p318"/>
          <p:cNvSpPr txBox="1"/>
          <p:nvPr>
            <p:ph idx="6" type="subTitle"/>
          </p:nvPr>
        </p:nvSpPr>
        <p:spPr>
          <a:xfrm>
            <a:off x="8048050" y="4676800"/>
            <a:ext cx="3410400" cy="7185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200"/>
            </a:lvl1pPr>
            <a:lvl2pPr lvl="1" rtl="0">
              <a:lnSpc>
                <a:spcPct val="140000"/>
              </a:lnSpc>
              <a:spcBef>
                <a:spcPts val="0"/>
              </a:spcBef>
              <a:spcAft>
                <a:spcPts val="0"/>
              </a:spcAft>
              <a:buNone/>
              <a:defRPr sz="1200"/>
            </a:lvl2pPr>
            <a:lvl3pPr lvl="2" rtl="0">
              <a:lnSpc>
                <a:spcPct val="140000"/>
              </a:lnSpc>
              <a:spcBef>
                <a:spcPts val="0"/>
              </a:spcBef>
              <a:spcAft>
                <a:spcPts val="0"/>
              </a:spcAft>
              <a:buNone/>
              <a:defRPr sz="1200"/>
            </a:lvl3pPr>
            <a:lvl4pPr lvl="3" rtl="0">
              <a:lnSpc>
                <a:spcPct val="140000"/>
              </a:lnSpc>
              <a:spcBef>
                <a:spcPts val="0"/>
              </a:spcBef>
              <a:spcAft>
                <a:spcPts val="0"/>
              </a:spcAft>
              <a:buNone/>
              <a:defRPr sz="1200"/>
            </a:lvl4pPr>
            <a:lvl5pPr lvl="4" rtl="0">
              <a:lnSpc>
                <a:spcPct val="140000"/>
              </a:lnSpc>
              <a:spcBef>
                <a:spcPts val="0"/>
              </a:spcBef>
              <a:spcAft>
                <a:spcPts val="0"/>
              </a:spcAft>
              <a:buNone/>
              <a:defRPr sz="1200"/>
            </a:lvl5pPr>
            <a:lvl6pPr lvl="5" rtl="0">
              <a:lnSpc>
                <a:spcPct val="140000"/>
              </a:lnSpc>
              <a:spcBef>
                <a:spcPts val="0"/>
              </a:spcBef>
              <a:spcAft>
                <a:spcPts val="0"/>
              </a:spcAft>
              <a:buNone/>
              <a:defRPr sz="1200"/>
            </a:lvl6pPr>
            <a:lvl7pPr lvl="6" rtl="0">
              <a:lnSpc>
                <a:spcPct val="140000"/>
              </a:lnSpc>
              <a:spcBef>
                <a:spcPts val="0"/>
              </a:spcBef>
              <a:spcAft>
                <a:spcPts val="0"/>
              </a:spcAft>
              <a:buNone/>
              <a:defRPr sz="1200"/>
            </a:lvl7pPr>
            <a:lvl8pPr lvl="7" rtl="0">
              <a:lnSpc>
                <a:spcPct val="140000"/>
              </a:lnSpc>
              <a:spcBef>
                <a:spcPts val="0"/>
              </a:spcBef>
              <a:spcAft>
                <a:spcPts val="0"/>
              </a:spcAft>
              <a:buNone/>
              <a:defRPr sz="1200"/>
            </a:lvl8pPr>
            <a:lvl9pPr lvl="8" rtl="0">
              <a:lnSpc>
                <a:spcPct val="140000"/>
              </a:lnSpc>
              <a:spcBef>
                <a:spcPts val="0"/>
              </a:spcBef>
              <a:spcAft>
                <a:spcPts val="0"/>
              </a:spcAft>
              <a:buNone/>
              <a:defRPr sz="1200"/>
            </a:lvl9pPr>
          </a:lstStyle>
          <a:p/>
        </p:txBody>
      </p:sp>
      <p:sp>
        <p:nvSpPr>
          <p:cNvPr id="3856" name="Google Shape;3856;p318"/>
          <p:cNvSpPr txBox="1"/>
          <p:nvPr>
            <p:ph idx="7" type="subTitle"/>
          </p:nvPr>
        </p:nvSpPr>
        <p:spPr>
          <a:xfrm>
            <a:off x="8048050" y="4318800"/>
            <a:ext cx="3410400" cy="3333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None/>
              <a:defRPr sz="2600">
                <a:solidFill>
                  <a:schemeClr val="accent2"/>
                </a:solidFill>
                <a:latin typeface="Red Hat Display"/>
                <a:ea typeface="Red Hat Display"/>
                <a:cs typeface="Red Hat Display"/>
                <a:sym typeface="Red Hat Display"/>
              </a:defRPr>
            </a:lvl1pPr>
            <a:lvl2pPr lvl="1" rtl="0">
              <a:lnSpc>
                <a:spcPct val="100000"/>
              </a:lnSpc>
              <a:spcBef>
                <a:spcPts val="0"/>
              </a:spcBef>
              <a:spcAft>
                <a:spcPts val="0"/>
              </a:spcAft>
              <a:buNone/>
              <a:defRPr sz="2600">
                <a:solidFill>
                  <a:schemeClr val="accent2"/>
                </a:solidFill>
              </a:defRPr>
            </a:lvl2pPr>
            <a:lvl3pPr lvl="2" rtl="0">
              <a:lnSpc>
                <a:spcPct val="100000"/>
              </a:lnSpc>
              <a:spcBef>
                <a:spcPts val="0"/>
              </a:spcBef>
              <a:spcAft>
                <a:spcPts val="0"/>
              </a:spcAft>
              <a:buNone/>
              <a:defRPr sz="2600">
                <a:solidFill>
                  <a:schemeClr val="accent2"/>
                </a:solidFill>
              </a:defRPr>
            </a:lvl3pPr>
            <a:lvl4pPr lvl="3" rtl="0">
              <a:lnSpc>
                <a:spcPct val="100000"/>
              </a:lnSpc>
              <a:spcBef>
                <a:spcPts val="0"/>
              </a:spcBef>
              <a:spcAft>
                <a:spcPts val="0"/>
              </a:spcAft>
              <a:buNone/>
              <a:defRPr sz="2600">
                <a:solidFill>
                  <a:schemeClr val="accent2"/>
                </a:solidFill>
              </a:defRPr>
            </a:lvl4pPr>
            <a:lvl5pPr lvl="4" rtl="0">
              <a:lnSpc>
                <a:spcPct val="100000"/>
              </a:lnSpc>
              <a:spcBef>
                <a:spcPts val="0"/>
              </a:spcBef>
              <a:spcAft>
                <a:spcPts val="0"/>
              </a:spcAft>
              <a:buNone/>
              <a:defRPr sz="2600">
                <a:solidFill>
                  <a:schemeClr val="accent2"/>
                </a:solidFill>
              </a:defRPr>
            </a:lvl5pPr>
            <a:lvl6pPr lvl="5" rtl="0">
              <a:lnSpc>
                <a:spcPct val="100000"/>
              </a:lnSpc>
              <a:spcBef>
                <a:spcPts val="0"/>
              </a:spcBef>
              <a:spcAft>
                <a:spcPts val="0"/>
              </a:spcAft>
              <a:buNone/>
              <a:defRPr sz="2600">
                <a:solidFill>
                  <a:schemeClr val="accent2"/>
                </a:solidFill>
              </a:defRPr>
            </a:lvl6pPr>
            <a:lvl7pPr lvl="6" rtl="0">
              <a:lnSpc>
                <a:spcPct val="100000"/>
              </a:lnSpc>
              <a:spcBef>
                <a:spcPts val="0"/>
              </a:spcBef>
              <a:spcAft>
                <a:spcPts val="0"/>
              </a:spcAft>
              <a:buNone/>
              <a:defRPr sz="2600">
                <a:solidFill>
                  <a:schemeClr val="accent2"/>
                </a:solidFill>
              </a:defRPr>
            </a:lvl7pPr>
            <a:lvl8pPr lvl="7" rtl="0">
              <a:lnSpc>
                <a:spcPct val="100000"/>
              </a:lnSpc>
              <a:spcBef>
                <a:spcPts val="0"/>
              </a:spcBef>
              <a:spcAft>
                <a:spcPts val="0"/>
              </a:spcAft>
              <a:buNone/>
              <a:defRPr sz="2600">
                <a:solidFill>
                  <a:schemeClr val="accent2"/>
                </a:solidFill>
              </a:defRPr>
            </a:lvl8pPr>
            <a:lvl9pPr lvl="8" rtl="0">
              <a:lnSpc>
                <a:spcPct val="100000"/>
              </a:lnSpc>
              <a:spcBef>
                <a:spcPts val="0"/>
              </a:spcBef>
              <a:spcAft>
                <a:spcPts val="0"/>
              </a:spcAft>
              <a:buNone/>
              <a:defRPr sz="2600">
                <a:solidFill>
                  <a:schemeClr val="accent2"/>
                </a:solidFill>
              </a:defRPr>
            </a:lvl9pPr>
          </a:lstStyle>
          <a:p/>
        </p:txBody>
      </p:sp>
      <p:sp>
        <p:nvSpPr>
          <p:cNvPr id="3857" name="Google Shape;3857;p318"/>
          <p:cNvSpPr/>
          <p:nvPr/>
        </p:nvSpPr>
        <p:spPr>
          <a:xfrm>
            <a:off x="8895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318"/>
          <p:cNvSpPr/>
          <p:nvPr/>
        </p:nvSpPr>
        <p:spPr>
          <a:xfrm>
            <a:off x="8895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318"/>
          <p:cNvSpPr/>
          <p:nvPr/>
        </p:nvSpPr>
        <p:spPr>
          <a:xfrm>
            <a:off x="8895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318"/>
          <p:cNvSpPr/>
          <p:nvPr/>
        </p:nvSpPr>
        <p:spPr>
          <a:xfrm>
            <a:off x="8895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318"/>
          <p:cNvSpPr/>
          <p:nvPr/>
        </p:nvSpPr>
        <p:spPr>
          <a:xfrm>
            <a:off x="8895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318"/>
          <p:cNvSpPr/>
          <p:nvPr/>
        </p:nvSpPr>
        <p:spPr>
          <a:xfrm>
            <a:off x="8895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318"/>
          <p:cNvSpPr/>
          <p:nvPr/>
        </p:nvSpPr>
        <p:spPr>
          <a:xfrm>
            <a:off x="8895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318"/>
          <p:cNvSpPr/>
          <p:nvPr/>
        </p:nvSpPr>
        <p:spPr>
          <a:xfrm>
            <a:off x="8895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318"/>
          <p:cNvSpPr/>
          <p:nvPr/>
        </p:nvSpPr>
        <p:spPr>
          <a:xfrm>
            <a:off x="8895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318"/>
          <p:cNvSpPr/>
          <p:nvPr/>
        </p:nvSpPr>
        <p:spPr>
          <a:xfrm>
            <a:off x="8895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318"/>
          <p:cNvSpPr/>
          <p:nvPr/>
        </p:nvSpPr>
        <p:spPr>
          <a:xfrm>
            <a:off x="15860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318"/>
          <p:cNvSpPr/>
          <p:nvPr/>
        </p:nvSpPr>
        <p:spPr>
          <a:xfrm>
            <a:off x="15860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318"/>
          <p:cNvSpPr/>
          <p:nvPr/>
        </p:nvSpPr>
        <p:spPr>
          <a:xfrm>
            <a:off x="15860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318"/>
          <p:cNvSpPr/>
          <p:nvPr/>
        </p:nvSpPr>
        <p:spPr>
          <a:xfrm>
            <a:off x="15860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318"/>
          <p:cNvSpPr/>
          <p:nvPr/>
        </p:nvSpPr>
        <p:spPr>
          <a:xfrm>
            <a:off x="15860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318"/>
          <p:cNvSpPr/>
          <p:nvPr/>
        </p:nvSpPr>
        <p:spPr>
          <a:xfrm>
            <a:off x="15860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318"/>
          <p:cNvSpPr/>
          <p:nvPr/>
        </p:nvSpPr>
        <p:spPr>
          <a:xfrm>
            <a:off x="15860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318"/>
          <p:cNvSpPr/>
          <p:nvPr/>
        </p:nvSpPr>
        <p:spPr>
          <a:xfrm>
            <a:off x="15860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318"/>
          <p:cNvSpPr/>
          <p:nvPr/>
        </p:nvSpPr>
        <p:spPr>
          <a:xfrm>
            <a:off x="15860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318"/>
          <p:cNvSpPr/>
          <p:nvPr/>
        </p:nvSpPr>
        <p:spPr>
          <a:xfrm>
            <a:off x="15860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318"/>
          <p:cNvSpPr/>
          <p:nvPr/>
        </p:nvSpPr>
        <p:spPr>
          <a:xfrm>
            <a:off x="22824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318"/>
          <p:cNvSpPr/>
          <p:nvPr/>
        </p:nvSpPr>
        <p:spPr>
          <a:xfrm>
            <a:off x="22824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318"/>
          <p:cNvSpPr/>
          <p:nvPr/>
        </p:nvSpPr>
        <p:spPr>
          <a:xfrm>
            <a:off x="22824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318"/>
          <p:cNvSpPr/>
          <p:nvPr/>
        </p:nvSpPr>
        <p:spPr>
          <a:xfrm>
            <a:off x="22824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318"/>
          <p:cNvSpPr/>
          <p:nvPr/>
        </p:nvSpPr>
        <p:spPr>
          <a:xfrm>
            <a:off x="22824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318"/>
          <p:cNvSpPr/>
          <p:nvPr/>
        </p:nvSpPr>
        <p:spPr>
          <a:xfrm>
            <a:off x="22824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318"/>
          <p:cNvSpPr/>
          <p:nvPr/>
        </p:nvSpPr>
        <p:spPr>
          <a:xfrm>
            <a:off x="22824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318"/>
          <p:cNvSpPr/>
          <p:nvPr/>
        </p:nvSpPr>
        <p:spPr>
          <a:xfrm>
            <a:off x="22824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318"/>
          <p:cNvSpPr/>
          <p:nvPr/>
        </p:nvSpPr>
        <p:spPr>
          <a:xfrm>
            <a:off x="22824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318"/>
          <p:cNvSpPr/>
          <p:nvPr/>
        </p:nvSpPr>
        <p:spPr>
          <a:xfrm>
            <a:off x="22824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318"/>
          <p:cNvSpPr/>
          <p:nvPr/>
        </p:nvSpPr>
        <p:spPr>
          <a:xfrm>
            <a:off x="29789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318"/>
          <p:cNvSpPr/>
          <p:nvPr/>
        </p:nvSpPr>
        <p:spPr>
          <a:xfrm>
            <a:off x="29789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318"/>
          <p:cNvSpPr/>
          <p:nvPr/>
        </p:nvSpPr>
        <p:spPr>
          <a:xfrm>
            <a:off x="29789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318"/>
          <p:cNvSpPr/>
          <p:nvPr/>
        </p:nvSpPr>
        <p:spPr>
          <a:xfrm>
            <a:off x="29789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318"/>
          <p:cNvSpPr/>
          <p:nvPr/>
        </p:nvSpPr>
        <p:spPr>
          <a:xfrm>
            <a:off x="29789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318"/>
          <p:cNvSpPr/>
          <p:nvPr/>
        </p:nvSpPr>
        <p:spPr>
          <a:xfrm>
            <a:off x="29789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318"/>
          <p:cNvSpPr/>
          <p:nvPr/>
        </p:nvSpPr>
        <p:spPr>
          <a:xfrm>
            <a:off x="29789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318"/>
          <p:cNvSpPr/>
          <p:nvPr/>
        </p:nvSpPr>
        <p:spPr>
          <a:xfrm>
            <a:off x="29789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318"/>
          <p:cNvSpPr/>
          <p:nvPr/>
        </p:nvSpPr>
        <p:spPr>
          <a:xfrm>
            <a:off x="29789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318"/>
          <p:cNvSpPr/>
          <p:nvPr/>
        </p:nvSpPr>
        <p:spPr>
          <a:xfrm>
            <a:off x="29789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318"/>
          <p:cNvSpPr/>
          <p:nvPr/>
        </p:nvSpPr>
        <p:spPr>
          <a:xfrm>
            <a:off x="36754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318"/>
          <p:cNvSpPr/>
          <p:nvPr/>
        </p:nvSpPr>
        <p:spPr>
          <a:xfrm>
            <a:off x="36754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318"/>
          <p:cNvSpPr/>
          <p:nvPr/>
        </p:nvSpPr>
        <p:spPr>
          <a:xfrm>
            <a:off x="36754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318"/>
          <p:cNvSpPr/>
          <p:nvPr/>
        </p:nvSpPr>
        <p:spPr>
          <a:xfrm>
            <a:off x="36754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318"/>
          <p:cNvSpPr/>
          <p:nvPr/>
        </p:nvSpPr>
        <p:spPr>
          <a:xfrm>
            <a:off x="36754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318"/>
          <p:cNvSpPr/>
          <p:nvPr/>
        </p:nvSpPr>
        <p:spPr>
          <a:xfrm>
            <a:off x="36754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318"/>
          <p:cNvSpPr/>
          <p:nvPr/>
        </p:nvSpPr>
        <p:spPr>
          <a:xfrm>
            <a:off x="36754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318"/>
          <p:cNvSpPr/>
          <p:nvPr/>
        </p:nvSpPr>
        <p:spPr>
          <a:xfrm>
            <a:off x="36754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318"/>
          <p:cNvSpPr/>
          <p:nvPr/>
        </p:nvSpPr>
        <p:spPr>
          <a:xfrm>
            <a:off x="36754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318"/>
          <p:cNvSpPr/>
          <p:nvPr/>
        </p:nvSpPr>
        <p:spPr>
          <a:xfrm>
            <a:off x="36754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318"/>
          <p:cNvSpPr/>
          <p:nvPr/>
        </p:nvSpPr>
        <p:spPr>
          <a:xfrm>
            <a:off x="43719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318"/>
          <p:cNvSpPr/>
          <p:nvPr/>
        </p:nvSpPr>
        <p:spPr>
          <a:xfrm>
            <a:off x="43719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318"/>
          <p:cNvSpPr/>
          <p:nvPr/>
        </p:nvSpPr>
        <p:spPr>
          <a:xfrm>
            <a:off x="43719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318"/>
          <p:cNvSpPr/>
          <p:nvPr/>
        </p:nvSpPr>
        <p:spPr>
          <a:xfrm>
            <a:off x="43719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318"/>
          <p:cNvSpPr/>
          <p:nvPr/>
        </p:nvSpPr>
        <p:spPr>
          <a:xfrm>
            <a:off x="43719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318"/>
          <p:cNvSpPr/>
          <p:nvPr/>
        </p:nvSpPr>
        <p:spPr>
          <a:xfrm>
            <a:off x="43719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318"/>
          <p:cNvSpPr/>
          <p:nvPr/>
        </p:nvSpPr>
        <p:spPr>
          <a:xfrm>
            <a:off x="43719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318"/>
          <p:cNvSpPr/>
          <p:nvPr/>
        </p:nvSpPr>
        <p:spPr>
          <a:xfrm>
            <a:off x="43719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318"/>
          <p:cNvSpPr/>
          <p:nvPr/>
        </p:nvSpPr>
        <p:spPr>
          <a:xfrm>
            <a:off x="43719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318"/>
          <p:cNvSpPr/>
          <p:nvPr/>
        </p:nvSpPr>
        <p:spPr>
          <a:xfrm>
            <a:off x="43719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318"/>
          <p:cNvSpPr/>
          <p:nvPr/>
        </p:nvSpPr>
        <p:spPr>
          <a:xfrm>
            <a:off x="506837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318"/>
          <p:cNvSpPr/>
          <p:nvPr/>
        </p:nvSpPr>
        <p:spPr>
          <a:xfrm>
            <a:off x="506837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318"/>
          <p:cNvSpPr/>
          <p:nvPr/>
        </p:nvSpPr>
        <p:spPr>
          <a:xfrm>
            <a:off x="506837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318"/>
          <p:cNvSpPr/>
          <p:nvPr/>
        </p:nvSpPr>
        <p:spPr>
          <a:xfrm>
            <a:off x="506837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318"/>
          <p:cNvSpPr/>
          <p:nvPr/>
        </p:nvSpPr>
        <p:spPr>
          <a:xfrm>
            <a:off x="506837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318"/>
          <p:cNvSpPr/>
          <p:nvPr/>
        </p:nvSpPr>
        <p:spPr>
          <a:xfrm>
            <a:off x="506837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318"/>
          <p:cNvSpPr/>
          <p:nvPr/>
        </p:nvSpPr>
        <p:spPr>
          <a:xfrm>
            <a:off x="506837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318"/>
          <p:cNvSpPr/>
          <p:nvPr/>
        </p:nvSpPr>
        <p:spPr>
          <a:xfrm>
            <a:off x="506837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318"/>
          <p:cNvSpPr/>
          <p:nvPr/>
        </p:nvSpPr>
        <p:spPr>
          <a:xfrm>
            <a:off x="506837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318"/>
          <p:cNvSpPr/>
          <p:nvPr/>
        </p:nvSpPr>
        <p:spPr>
          <a:xfrm>
            <a:off x="506837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318"/>
          <p:cNvSpPr/>
          <p:nvPr/>
        </p:nvSpPr>
        <p:spPr>
          <a:xfrm>
            <a:off x="576485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318"/>
          <p:cNvSpPr/>
          <p:nvPr/>
        </p:nvSpPr>
        <p:spPr>
          <a:xfrm>
            <a:off x="576485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318"/>
          <p:cNvSpPr/>
          <p:nvPr/>
        </p:nvSpPr>
        <p:spPr>
          <a:xfrm>
            <a:off x="576485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318"/>
          <p:cNvSpPr/>
          <p:nvPr/>
        </p:nvSpPr>
        <p:spPr>
          <a:xfrm>
            <a:off x="576485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318"/>
          <p:cNvSpPr/>
          <p:nvPr/>
        </p:nvSpPr>
        <p:spPr>
          <a:xfrm>
            <a:off x="576485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318"/>
          <p:cNvSpPr/>
          <p:nvPr/>
        </p:nvSpPr>
        <p:spPr>
          <a:xfrm>
            <a:off x="576485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318"/>
          <p:cNvSpPr/>
          <p:nvPr/>
        </p:nvSpPr>
        <p:spPr>
          <a:xfrm>
            <a:off x="576485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318"/>
          <p:cNvSpPr/>
          <p:nvPr/>
        </p:nvSpPr>
        <p:spPr>
          <a:xfrm>
            <a:off x="576485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318"/>
          <p:cNvSpPr/>
          <p:nvPr/>
        </p:nvSpPr>
        <p:spPr>
          <a:xfrm>
            <a:off x="576485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318"/>
          <p:cNvSpPr/>
          <p:nvPr/>
        </p:nvSpPr>
        <p:spPr>
          <a:xfrm>
            <a:off x="576485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318"/>
          <p:cNvSpPr/>
          <p:nvPr/>
        </p:nvSpPr>
        <p:spPr>
          <a:xfrm>
            <a:off x="6461325"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318"/>
          <p:cNvSpPr/>
          <p:nvPr/>
        </p:nvSpPr>
        <p:spPr>
          <a:xfrm>
            <a:off x="6461325"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318"/>
          <p:cNvSpPr/>
          <p:nvPr/>
        </p:nvSpPr>
        <p:spPr>
          <a:xfrm>
            <a:off x="6461325"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318"/>
          <p:cNvSpPr/>
          <p:nvPr/>
        </p:nvSpPr>
        <p:spPr>
          <a:xfrm>
            <a:off x="6461325"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318"/>
          <p:cNvSpPr/>
          <p:nvPr/>
        </p:nvSpPr>
        <p:spPr>
          <a:xfrm>
            <a:off x="6461325"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318"/>
          <p:cNvSpPr/>
          <p:nvPr/>
        </p:nvSpPr>
        <p:spPr>
          <a:xfrm>
            <a:off x="6461325"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318"/>
          <p:cNvSpPr/>
          <p:nvPr/>
        </p:nvSpPr>
        <p:spPr>
          <a:xfrm>
            <a:off x="6461325"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318"/>
          <p:cNvSpPr/>
          <p:nvPr/>
        </p:nvSpPr>
        <p:spPr>
          <a:xfrm>
            <a:off x="6461325"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318"/>
          <p:cNvSpPr/>
          <p:nvPr/>
        </p:nvSpPr>
        <p:spPr>
          <a:xfrm>
            <a:off x="6461325"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318"/>
          <p:cNvSpPr/>
          <p:nvPr/>
        </p:nvSpPr>
        <p:spPr>
          <a:xfrm>
            <a:off x="6461325"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318"/>
          <p:cNvSpPr/>
          <p:nvPr/>
        </p:nvSpPr>
        <p:spPr>
          <a:xfrm>
            <a:off x="7157800" y="25406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318"/>
          <p:cNvSpPr/>
          <p:nvPr/>
        </p:nvSpPr>
        <p:spPr>
          <a:xfrm>
            <a:off x="7157800" y="26491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318"/>
          <p:cNvSpPr/>
          <p:nvPr/>
        </p:nvSpPr>
        <p:spPr>
          <a:xfrm>
            <a:off x="7157800" y="27577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318"/>
          <p:cNvSpPr/>
          <p:nvPr/>
        </p:nvSpPr>
        <p:spPr>
          <a:xfrm>
            <a:off x="7157800" y="28663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318"/>
          <p:cNvSpPr/>
          <p:nvPr/>
        </p:nvSpPr>
        <p:spPr>
          <a:xfrm>
            <a:off x="7157800" y="29749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318"/>
          <p:cNvSpPr/>
          <p:nvPr/>
        </p:nvSpPr>
        <p:spPr>
          <a:xfrm>
            <a:off x="7157800" y="30834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318"/>
          <p:cNvSpPr/>
          <p:nvPr/>
        </p:nvSpPr>
        <p:spPr>
          <a:xfrm>
            <a:off x="7157800" y="319205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318"/>
          <p:cNvSpPr/>
          <p:nvPr/>
        </p:nvSpPr>
        <p:spPr>
          <a:xfrm>
            <a:off x="7157800" y="330062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318"/>
          <p:cNvSpPr/>
          <p:nvPr/>
        </p:nvSpPr>
        <p:spPr>
          <a:xfrm>
            <a:off x="7157800" y="3409200"/>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318"/>
          <p:cNvSpPr/>
          <p:nvPr/>
        </p:nvSpPr>
        <p:spPr>
          <a:xfrm>
            <a:off x="7157800" y="3517775"/>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318"/>
          <p:cNvSpPr/>
          <p:nvPr/>
        </p:nvSpPr>
        <p:spPr>
          <a:xfrm>
            <a:off x="8895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318"/>
          <p:cNvSpPr/>
          <p:nvPr/>
        </p:nvSpPr>
        <p:spPr>
          <a:xfrm>
            <a:off x="8895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318"/>
          <p:cNvSpPr/>
          <p:nvPr/>
        </p:nvSpPr>
        <p:spPr>
          <a:xfrm>
            <a:off x="8895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318"/>
          <p:cNvSpPr/>
          <p:nvPr/>
        </p:nvSpPr>
        <p:spPr>
          <a:xfrm>
            <a:off x="8895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318"/>
          <p:cNvSpPr/>
          <p:nvPr/>
        </p:nvSpPr>
        <p:spPr>
          <a:xfrm>
            <a:off x="8895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318"/>
          <p:cNvSpPr/>
          <p:nvPr/>
        </p:nvSpPr>
        <p:spPr>
          <a:xfrm>
            <a:off x="8895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318"/>
          <p:cNvSpPr/>
          <p:nvPr/>
        </p:nvSpPr>
        <p:spPr>
          <a:xfrm>
            <a:off x="8895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318"/>
          <p:cNvSpPr/>
          <p:nvPr/>
        </p:nvSpPr>
        <p:spPr>
          <a:xfrm>
            <a:off x="8895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318"/>
          <p:cNvSpPr/>
          <p:nvPr/>
        </p:nvSpPr>
        <p:spPr>
          <a:xfrm>
            <a:off x="8895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318"/>
          <p:cNvSpPr/>
          <p:nvPr/>
        </p:nvSpPr>
        <p:spPr>
          <a:xfrm>
            <a:off x="8895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318"/>
          <p:cNvSpPr/>
          <p:nvPr/>
        </p:nvSpPr>
        <p:spPr>
          <a:xfrm>
            <a:off x="15860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318"/>
          <p:cNvSpPr/>
          <p:nvPr/>
        </p:nvSpPr>
        <p:spPr>
          <a:xfrm>
            <a:off x="15860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318"/>
          <p:cNvSpPr/>
          <p:nvPr/>
        </p:nvSpPr>
        <p:spPr>
          <a:xfrm>
            <a:off x="15860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318"/>
          <p:cNvSpPr/>
          <p:nvPr/>
        </p:nvSpPr>
        <p:spPr>
          <a:xfrm>
            <a:off x="15860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318"/>
          <p:cNvSpPr/>
          <p:nvPr/>
        </p:nvSpPr>
        <p:spPr>
          <a:xfrm>
            <a:off x="15860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318"/>
          <p:cNvSpPr/>
          <p:nvPr/>
        </p:nvSpPr>
        <p:spPr>
          <a:xfrm>
            <a:off x="15860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318"/>
          <p:cNvSpPr/>
          <p:nvPr/>
        </p:nvSpPr>
        <p:spPr>
          <a:xfrm>
            <a:off x="15860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318"/>
          <p:cNvSpPr/>
          <p:nvPr/>
        </p:nvSpPr>
        <p:spPr>
          <a:xfrm>
            <a:off x="15860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318"/>
          <p:cNvSpPr/>
          <p:nvPr/>
        </p:nvSpPr>
        <p:spPr>
          <a:xfrm>
            <a:off x="15860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318"/>
          <p:cNvSpPr/>
          <p:nvPr/>
        </p:nvSpPr>
        <p:spPr>
          <a:xfrm>
            <a:off x="15860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318"/>
          <p:cNvSpPr/>
          <p:nvPr/>
        </p:nvSpPr>
        <p:spPr>
          <a:xfrm>
            <a:off x="22824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318"/>
          <p:cNvSpPr/>
          <p:nvPr/>
        </p:nvSpPr>
        <p:spPr>
          <a:xfrm>
            <a:off x="22824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318"/>
          <p:cNvSpPr/>
          <p:nvPr/>
        </p:nvSpPr>
        <p:spPr>
          <a:xfrm>
            <a:off x="22824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318"/>
          <p:cNvSpPr/>
          <p:nvPr/>
        </p:nvSpPr>
        <p:spPr>
          <a:xfrm>
            <a:off x="22824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318"/>
          <p:cNvSpPr/>
          <p:nvPr/>
        </p:nvSpPr>
        <p:spPr>
          <a:xfrm>
            <a:off x="22824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318"/>
          <p:cNvSpPr/>
          <p:nvPr/>
        </p:nvSpPr>
        <p:spPr>
          <a:xfrm>
            <a:off x="22824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318"/>
          <p:cNvSpPr/>
          <p:nvPr/>
        </p:nvSpPr>
        <p:spPr>
          <a:xfrm>
            <a:off x="22824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318"/>
          <p:cNvSpPr/>
          <p:nvPr/>
        </p:nvSpPr>
        <p:spPr>
          <a:xfrm>
            <a:off x="22824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318"/>
          <p:cNvSpPr/>
          <p:nvPr/>
        </p:nvSpPr>
        <p:spPr>
          <a:xfrm>
            <a:off x="22824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318"/>
          <p:cNvSpPr/>
          <p:nvPr/>
        </p:nvSpPr>
        <p:spPr>
          <a:xfrm>
            <a:off x="22824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318"/>
          <p:cNvSpPr/>
          <p:nvPr/>
        </p:nvSpPr>
        <p:spPr>
          <a:xfrm>
            <a:off x="29789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318"/>
          <p:cNvSpPr/>
          <p:nvPr/>
        </p:nvSpPr>
        <p:spPr>
          <a:xfrm>
            <a:off x="29789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318"/>
          <p:cNvSpPr/>
          <p:nvPr/>
        </p:nvSpPr>
        <p:spPr>
          <a:xfrm>
            <a:off x="29789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318"/>
          <p:cNvSpPr/>
          <p:nvPr/>
        </p:nvSpPr>
        <p:spPr>
          <a:xfrm>
            <a:off x="29789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318"/>
          <p:cNvSpPr/>
          <p:nvPr/>
        </p:nvSpPr>
        <p:spPr>
          <a:xfrm>
            <a:off x="29789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318"/>
          <p:cNvSpPr/>
          <p:nvPr/>
        </p:nvSpPr>
        <p:spPr>
          <a:xfrm>
            <a:off x="29789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318"/>
          <p:cNvSpPr/>
          <p:nvPr/>
        </p:nvSpPr>
        <p:spPr>
          <a:xfrm>
            <a:off x="29789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318"/>
          <p:cNvSpPr/>
          <p:nvPr/>
        </p:nvSpPr>
        <p:spPr>
          <a:xfrm>
            <a:off x="29789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318"/>
          <p:cNvSpPr/>
          <p:nvPr/>
        </p:nvSpPr>
        <p:spPr>
          <a:xfrm>
            <a:off x="29789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318"/>
          <p:cNvSpPr/>
          <p:nvPr/>
        </p:nvSpPr>
        <p:spPr>
          <a:xfrm>
            <a:off x="29789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318"/>
          <p:cNvSpPr/>
          <p:nvPr/>
        </p:nvSpPr>
        <p:spPr>
          <a:xfrm>
            <a:off x="36754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318"/>
          <p:cNvSpPr/>
          <p:nvPr/>
        </p:nvSpPr>
        <p:spPr>
          <a:xfrm>
            <a:off x="36754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318"/>
          <p:cNvSpPr/>
          <p:nvPr/>
        </p:nvSpPr>
        <p:spPr>
          <a:xfrm>
            <a:off x="36754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318"/>
          <p:cNvSpPr/>
          <p:nvPr/>
        </p:nvSpPr>
        <p:spPr>
          <a:xfrm>
            <a:off x="36754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318"/>
          <p:cNvSpPr/>
          <p:nvPr/>
        </p:nvSpPr>
        <p:spPr>
          <a:xfrm>
            <a:off x="36754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318"/>
          <p:cNvSpPr/>
          <p:nvPr/>
        </p:nvSpPr>
        <p:spPr>
          <a:xfrm>
            <a:off x="36754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318"/>
          <p:cNvSpPr/>
          <p:nvPr/>
        </p:nvSpPr>
        <p:spPr>
          <a:xfrm>
            <a:off x="36754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318"/>
          <p:cNvSpPr/>
          <p:nvPr/>
        </p:nvSpPr>
        <p:spPr>
          <a:xfrm>
            <a:off x="36754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318"/>
          <p:cNvSpPr/>
          <p:nvPr/>
        </p:nvSpPr>
        <p:spPr>
          <a:xfrm>
            <a:off x="36754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318"/>
          <p:cNvSpPr/>
          <p:nvPr/>
        </p:nvSpPr>
        <p:spPr>
          <a:xfrm>
            <a:off x="36754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318"/>
          <p:cNvSpPr/>
          <p:nvPr/>
        </p:nvSpPr>
        <p:spPr>
          <a:xfrm>
            <a:off x="43719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318"/>
          <p:cNvSpPr/>
          <p:nvPr/>
        </p:nvSpPr>
        <p:spPr>
          <a:xfrm>
            <a:off x="43719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318"/>
          <p:cNvSpPr/>
          <p:nvPr/>
        </p:nvSpPr>
        <p:spPr>
          <a:xfrm>
            <a:off x="43719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318"/>
          <p:cNvSpPr/>
          <p:nvPr/>
        </p:nvSpPr>
        <p:spPr>
          <a:xfrm>
            <a:off x="43719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318"/>
          <p:cNvSpPr/>
          <p:nvPr/>
        </p:nvSpPr>
        <p:spPr>
          <a:xfrm>
            <a:off x="43719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318"/>
          <p:cNvSpPr/>
          <p:nvPr/>
        </p:nvSpPr>
        <p:spPr>
          <a:xfrm>
            <a:off x="43719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318"/>
          <p:cNvSpPr/>
          <p:nvPr/>
        </p:nvSpPr>
        <p:spPr>
          <a:xfrm>
            <a:off x="43719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318"/>
          <p:cNvSpPr/>
          <p:nvPr/>
        </p:nvSpPr>
        <p:spPr>
          <a:xfrm>
            <a:off x="43719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318"/>
          <p:cNvSpPr/>
          <p:nvPr/>
        </p:nvSpPr>
        <p:spPr>
          <a:xfrm>
            <a:off x="43719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318"/>
          <p:cNvSpPr/>
          <p:nvPr/>
        </p:nvSpPr>
        <p:spPr>
          <a:xfrm>
            <a:off x="43719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318"/>
          <p:cNvSpPr/>
          <p:nvPr/>
        </p:nvSpPr>
        <p:spPr>
          <a:xfrm>
            <a:off x="506837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318"/>
          <p:cNvSpPr/>
          <p:nvPr/>
        </p:nvSpPr>
        <p:spPr>
          <a:xfrm>
            <a:off x="506837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318"/>
          <p:cNvSpPr/>
          <p:nvPr/>
        </p:nvSpPr>
        <p:spPr>
          <a:xfrm>
            <a:off x="506837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318"/>
          <p:cNvSpPr/>
          <p:nvPr/>
        </p:nvSpPr>
        <p:spPr>
          <a:xfrm>
            <a:off x="506837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318"/>
          <p:cNvSpPr/>
          <p:nvPr/>
        </p:nvSpPr>
        <p:spPr>
          <a:xfrm>
            <a:off x="506837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318"/>
          <p:cNvSpPr/>
          <p:nvPr/>
        </p:nvSpPr>
        <p:spPr>
          <a:xfrm>
            <a:off x="506837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318"/>
          <p:cNvSpPr/>
          <p:nvPr/>
        </p:nvSpPr>
        <p:spPr>
          <a:xfrm>
            <a:off x="506837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318"/>
          <p:cNvSpPr/>
          <p:nvPr/>
        </p:nvSpPr>
        <p:spPr>
          <a:xfrm>
            <a:off x="506837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318"/>
          <p:cNvSpPr/>
          <p:nvPr/>
        </p:nvSpPr>
        <p:spPr>
          <a:xfrm>
            <a:off x="506837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318"/>
          <p:cNvSpPr/>
          <p:nvPr/>
        </p:nvSpPr>
        <p:spPr>
          <a:xfrm>
            <a:off x="506837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318"/>
          <p:cNvSpPr/>
          <p:nvPr/>
        </p:nvSpPr>
        <p:spPr>
          <a:xfrm>
            <a:off x="576485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318"/>
          <p:cNvSpPr/>
          <p:nvPr/>
        </p:nvSpPr>
        <p:spPr>
          <a:xfrm>
            <a:off x="576485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318"/>
          <p:cNvSpPr/>
          <p:nvPr/>
        </p:nvSpPr>
        <p:spPr>
          <a:xfrm>
            <a:off x="576485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318"/>
          <p:cNvSpPr/>
          <p:nvPr/>
        </p:nvSpPr>
        <p:spPr>
          <a:xfrm>
            <a:off x="576485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318"/>
          <p:cNvSpPr/>
          <p:nvPr/>
        </p:nvSpPr>
        <p:spPr>
          <a:xfrm>
            <a:off x="576485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318"/>
          <p:cNvSpPr/>
          <p:nvPr/>
        </p:nvSpPr>
        <p:spPr>
          <a:xfrm>
            <a:off x="576485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318"/>
          <p:cNvSpPr/>
          <p:nvPr/>
        </p:nvSpPr>
        <p:spPr>
          <a:xfrm>
            <a:off x="576485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318"/>
          <p:cNvSpPr/>
          <p:nvPr/>
        </p:nvSpPr>
        <p:spPr>
          <a:xfrm>
            <a:off x="576485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318"/>
          <p:cNvSpPr/>
          <p:nvPr/>
        </p:nvSpPr>
        <p:spPr>
          <a:xfrm>
            <a:off x="576485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318"/>
          <p:cNvSpPr/>
          <p:nvPr/>
        </p:nvSpPr>
        <p:spPr>
          <a:xfrm>
            <a:off x="576485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318"/>
          <p:cNvSpPr/>
          <p:nvPr/>
        </p:nvSpPr>
        <p:spPr>
          <a:xfrm>
            <a:off x="6461325"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318"/>
          <p:cNvSpPr/>
          <p:nvPr/>
        </p:nvSpPr>
        <p:spPr>
          <a:xfrm>
            <a:off x="6461325"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318"/>
          <p:cNvSpPr/>
          <p:nvPr/>
        </p:nvSpPr>
        <p:spPr>
          <a:xfrm>
            <a:off x="6461325"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318"/>
          <p:cNvSpPr/>
          <p:nvPr/>
        </p:nvSpPr>
        <p:spPr>
          <a:xfrm>
            <a:off x="6461325"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318"/>
          <p:cNvSpPr/>
          <p:nvPr/>
        </p:nvSpPr>
        <p:spPr>
          <a:xfrm>
            <a:off x="6461325"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318"/>
          <p:cNvSpPr/>
          <p:nvPr/>
        </p:nvSpPr>
        <p:spPr>
          <a:xfrm>
            <a:off x="6461325"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318"/>
          <p:cNvSpPr/>
          <p:nvPr/>
        </p:nvSpPr>
        <p:spPr>
          <a:xfrm>
            <a:off x="6461325"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318"/>
          <p:cNvSpPr/>
          <p:nvPr/>
        </p:nvSpPr>
        <p:spPr>
          <a:xfrm>
            <a:off x="6461325"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318"/>
          <p:cNvSpPr/>
          <p:nvPr/>
        </p:nvSpPr>
        <p:spPr>
          <a:xfrm>
            <a:off x="6461325"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318"/>
          <p:cNvSpPr/>
          <p:nvPr/>
        </p:nvSpPr>
        <p:spPr>
          <a:xfrm>
            <a:off x="6461325"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318"/>
          <p:cNvSpPr/>
          <p:nvPr/>
        </p:nvSpPr>
        <p:spPr>
          <a:xfrm>
            <a:off x="7157800" y="43187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318"/>
          <p:cNvSpPr/>
          <p:nvPr/>
        </p:nvSpPr>
        <p:spPr>
          <a:xfrm>
            <a:off x="7157800" y="44273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318"/>
          <p:cNvSpPr/>
          <p:nvPr/>
        </p:nvSpPr>
        <p:spPr>
          <a:xfrm>
            <a:off x="7157800" y="45359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318"/>
          <p:cNvSpPr/>
          <p:nvPr/>
        </p:nvSpPr>
        <p:spPr>
          <a:xfrm>
            <a:off x="7157800" y="46445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318"/>
          <p:cNvSpPr/>
          <p:nvPr/>
        </p:nvSpPr>
        <p:spPr>
          <a:xfrm>
            <a:off x="7157800" y="47530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318"/>
          <p:cNvSpPr/>
          <p:nvPr/>
        </p:nvSpPr>
        <p:spPr>
          <a:xfrm>
            <a:off x="7157800" y="48616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318"/>
          <p:cNvSpPr/>
          <p:nvPr/>
        </p:nvSpPr>
        <p:spPr>
          <a:xfrm>
            <a:off x="7157800" y="497023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318"/>
          <p:cNvSpPr/>
          <p:nvPr/>
        </p:nvSpPr>
        <p:spPr>
          <a:xfrm>
            <a:off x="7157800" y="507881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318"/>
          <p:cNvSpPr/>
          <p:nvPr/>
        </p:nvSpPr>
        <p:spPr>
          <a:xfrm>
            <a:off x="7157800" y="5187389"/>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318"/>
          <p:cNvSpPr/>
          <p:nvPr/>
        </p:nvSpPr>
        <p:spPr>
          <a:xfrm>
            <a:off x="7157800" y="5295964"/>
            <a:ext cx="574500" cy="3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hree column">
  <p:cSld name="CUSTOM_4_9">
    <p:spTree>
      <p:nvGrpSpPr>
        <p:cNvPr id="4057" name="Shape 4057"/>
        <p:cNvGrpSpPr/>
        <p:nvPr/>
      </p:nvGrpSpPr>
      <p:grpSpPr>
        <a:xfrm>
          <a:off x="0" y="0"/>
          <a:ext cx="0" cy="0"/>
          <a:chOff x="0" y="0"/>
          <a:chExt cx="0" cy="0"/>
        </a:xfrm>
      </p:grpSpPr>
      <p:sp>
        <p:nvSpPr>
          <p:cNvPr id="4058" name="Google Shape;4058;p31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059" name="Google Shape;4059;p31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060" name="Google Shape;4060;p319"/>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061" name="Google Shape;4061;p319"/>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062" name="Google Shape;4062;p31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63" name="Google Shape;4063;p31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064" name="Google Shape;4064;p31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065" name="Google Shape;4065;p31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4066" name="Google Shape;4066;p319"/>
          <p:cNvCxnSpPr/>
          <p:nvPr/>
        </p:nvCxnSpPr>
        <p:spPr>
          <a:xfrm>
            <a:off x="4307600" y="2776950"/>
            <a:ext cx="0" cy="2302500"/>
          </a:xfrm>
          <a:prstGeom prst="straightConnector1">
            <a:avLst/>
          </a:prstGeom>
          <a:noFill/>
          <a:ln cap="flat" cmpd="sng" w="9525">
            <a:solidFill>
              <a:schemeClr val="dk2"/>
            </a:solidFill>
            <a:prstDash val="dot"/>
            <a:round/>
            <a:headEnd len="med" w="med" type="none"/>
            <a:tailEnd len="med" w="med" type="none"/>
          </a:ln>
        </p:spPr>
      </p:cxnSp>
      <p:cxnSp>
        <p:nvCxnSpPr>
          <p:cNvPr id="4067" name="Google Shape;4067;p319"/>
          <p:cNvCxnSpPr/>
          <p:nvPr/>
        </p:nvCxnSpPr>
        <p:spPr>
          <a:xfrm>
            <a:off x="7890550" y="2776950"/>
            <a:ext cx="0" cy="2302500"/>
          </a:xfrm>
          <a:prstGeom prst="straightConnector1">
            <a:avLst/>
          </a:prstGeom>
          <a:noFill/>
          <a:ln cap="flat" cmpd="sng" w="9525">
            <a:solidFill>
              <a:schemeClr val="dk2"/>
            </a:solidFill>
            <a:prstDash val="dot"/>
            <a:round/>
            <a:headEnd len="med" w="med" type="none"/>
            <a:tailEnd len="med" w="med" type="none"/>
          </a:ln>
        </p:spPr>
      </p:cxnSp>
      <p:sp>
        <p:nvSpPr>
          <p:cNvPr id="4068" name="Google Shape;4068;p319"/>
          <p:cNvSpPr txBox="1"/>
          <p:nvPr>
            <p:ph idx="4" type="subTitle"/>
          </p:nvPr>
        </p:nvSpPr>
        <p:spPr>
          <a:xfrm>
            <a:off x="11409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069" name="Google Shape;4069;p319"/>
          <p:cNvSpPr txBox="1"/>
          <p:nvPr>
            <p:ph idx="5" type="subTitle"/>
          </p:nvPr>
        </p:nvSpPr>
        <p:spPr>
          <a:xfrm>
            <a:off x="11409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4070" name="Google Shape;4070;p319"/>
          <p:cNvSpPr txBox="1"/>
          <p:nvPr>
            <p:ph idx="6" type="subTitle"/>
          </p:nvPr>
        </p:nvSpPr>
        <p:spPr>
          <a:xfrm>
            <a:off x="472387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4071" name="Google Shape;4071;p319"/>
          <p:cNvSpPr txBox="1"/>
          <p:nvPr>
            <p:ph idx="7" type="subTitle"/>
          </p:nvPr>
        </p:nvSpPr>
        <p:spPr>
          <a:xfrm>
            <a:off x="8306825" y="2813710"/>
            <a:ext cx="2750400" cy="15483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1400"/>
            </a:lvl1pPr>
            <a:lvl2pPr lvl="1" rtl="0">
              <a:lnSpc>
                <a:spcPct val="140000"/>
              </a:lnSpc>
              <a:spcBef>
                <a:spcPts val="0"/>
              </a:spcBef>
              <a:spcAft>
                <a:spcPts val="0"/>
              </a:spcAft>
              <a:buNone/>
              <a:defRPr sz="1400"/>
            </a:lvl2pPr>
            <a:lvl3pPr lvl="2" rtl="0">
              <a:lnSpc>
                <a:spcPct val="140000"/>
              </a:lnSpc>
              <a:spcBef>
                <a:spcPts val="0"/>
              </a:spcBef>
              <a:spcAft>
                <a:spcPts val="0"/>
              </a:spcAft>
              <a:buNone/>
              <a:defRPr sz="1400"/>
            </a:lvl3pPr>
            <a:lvl4pPr lvl="3" rtl="0">
              <a:lnSpc>
                <a:spcPct val="140000"/>
              </a:lnSpc>
              <a:spcBef>
                <a:spcPts val="0"/>
              </a:spcBef>
              <a:spcAft>
                <a:spcPts val="0"/>
              </a:spcAft>
              <a:buNone/>
              <a:defRPr sz="1400"/>
            </a:lvl4pPr>
            <a:lvl5pPr lvl="4" rtl="0">
              <a:lnSpc>
                <a:spcPct val="140000"/>
              </a:lnSpc>
              <a:spcBef>
                <a:spcPts val="0"/>
              </a:spcBef>
              <a:spcAft>
                <a:spcPts val="0"/>
              </a:spcAft>
              <a:buNone/>
              <a:defRPr sz="1400"/>
            </a:lvl5pPr>
            <a:lvl6pPr lvl="5" rtl="0">
              <a:lnSpc>
                <a:spcPct val="140000"/>
              </a:lnSpc>
              <a:spcBef>
                <a:spcPts val="0"/>
              </a:spcBef>
              <a:spcAft>
                <a:spcPts val="0"/>
              </a:spcAft>
              <a:buNone/>
              <a:defRPr sz="1400"/>
            </a:lvl6pPr>
            <a:lvl7pPr lvl="6" rtl="0">
              <a:lnSpc>
                <a:spcPct val="140000"/>
              </a:lnSpc>
              <a:spcBef>
                <a:spcPts val="0"/>
              </a:spcBef>
              <a:spcAft>
                <a:spcPts val="0"/>
              </a:spcAft>
              <a:buNone/>
              <a:defRPr sz="1400"/>
            </a:lvl7pPr>
            <a:lvl8pPr lvl="7" rtl="0">
              <a:lnSpc>
                <a:spcPct val="140000"/>
              </a:lnSpc>
              <a:spcBef>
                <a:spcPts val="0"/>
              </a:spcBef>
              <a:spcAft>
                <a:spcPts val="0"/>
              </a:spcAft>
              <a:buNone/>
              <a:defRPr sz="1400"/>
            </a:lvl8pPr>
            <a:lvl9pPr lvl="8" rtl="0">
              <a:lnSpc>
                <a:spcPct val="140000"/>
              </a:lnSpc>
              <a:spcBef>
                <a:spcPts val="0"/>
              </a:spcBef>
              <a:spcAft>
                <a:spcPts val="0"/>
              </a:spcAft>
              <a:buNone/>
              <a:defRPr sz="1400"/>
            </a:lvl9pPr>
          </a:lstStyle>
          <a:p/>
        </p:txBody>
      </p:sp>
      <p:sp>
        <p:nvSpPr>
          <p:cNvPr id="4072" name="Google Shape;4072;p319"/>
          <p:cNvSpPr txBox="1"/>
          <p:nvPr>
            <p:ph idx="8" type="subTitle"/>
          </p:nvPr>
        </p:nvSpPr>
        <p:spPr>
          <a:xfrm>
            <a:off x="4720800"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073" name="Google Shape;4073;p319"/>
          <p:cNvSpPr txBox="1"/>
          <p:nvPr>
            <p:ph idx="9" type="subTitle"/>
          </p:nvPr>
        </p:nvSpPr>
        <p:spPr>
          <a:xfrm>
            <a:off x="8306825" y="4681050"/>
            <a:ext cx="27504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pic>
        <p:nvPicPr>
          <p:cNvPr id="4074" name="Google Shape;4074;p319"/>
          <p:cNvPicPr preferRelativeResize="0"/>
          <p:nvPr/>
        </p:nvPicPr>
        <p:blipFill>
          <a:blip r:embed="rId3">
            <a:alphaModFix/>
          </a:blip>
          <a:stretch>
            <a:fillRect/>
          </a:stretch>
        </p:blipFill>
        <p:spPr>
          <a:xfrm>
            <a:off x="1044805" y="2217196"/>
            <a:ext cx="553219" cy="553200"/>
          </a:xfrm>
          <a:prstGeom prst="rect">
            <a:avLst/>
          </a:prstGeom>
          <a:noFill/>
          <a:ln>
            <a:noFill/>
          </a:ln>
        </p:spPr>
      </p:pic>
      <p:pic>
        <p:nvPicPr>
          <p:cNvPr id="4075" name="Google Shape;4075;p319"/>
          <p:cNvPicPr preferRelativeResize="0"/>
          <p:nvPr/>
        </p:nvPicPr>
        <p:blipFill>
          <a:blip r:embed="rId3">
            <a:alphaModFix/>
          </a:blip>
          <a:stretch>
            <a:fillRect/>
          </a:stretch>
        </p:blipFill>
        <p:spPr>
          <a:xfrm>
            <a:off x="4627759" y="2217196"/>
            <a:ext cx="553219" cy="553200"/>
          </a:xfrm>
          <a:prstGeom prst="rect">
            <a:avLst/>
          </a:prstGeom>
          <a:noFill/>
          <a:ln>
            <a:noFill/>
          </a:ln>
        </p:spPr>
      </p:pic>
      <p:pic>
        <p:nvPicPr>
          <p:cNvPr id="4076" name="Google Shape;4076;p319"/>
          <p:cNvPicPr preferRelativeResize="0"/>
          <p:nvPr/>
        </p:nvPicPr>
        <p:blipFill>
          <a:blip r:embed="rId3">
            <a:alphaModFix/>
          </a:blip>
          <a:stretch>
            <a:fillRect/>
          </a:stretch>
        </p:blipFill>
        <p:spPr>
          <a:xfrm>
            <a:off x="8210712" y="2217196"/>
            <a:ext cx="553219" cy="553200"/>
          </a:xfrm>
          <a:prstGeom prst="rect">
            <a:avLst/>
          </a:prstGeom>
          <a:noFill/>
          <a:ln>
            <a:noFill/>
          </a:ln>
        </p:spPr>
      </p:pic>
    </p:spTree>
  </p:cSld>
  <p:clrMapOvr>
    <a:masterClrMapping/>
  </p:clrMapOvr>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two column">
  <p:cSld name="CUSTOM_4_8">
    <p:spTree>
      <p:nvGrpSpPr>
        <p:cNvPr id="4077" name="Shape 4077"/>
        <p:cNvGrpSpPr/>
        <p:nvPr/>
      </p:nvGrpSpPr>
      <p:grpSpPr>
        <a:xfrm>
          <a:off x="0" y="0"/>
          <a:ext cx="0" cy="0"/>
          <a:chOff x="0" y="0"/>
          <a:chExt cx="0" cy="0"/>
        </a:xfrm>
      </p:grpSpPr>
      <p:sp>
        <p:nvSpPr>
          <p:cNvPr id="4078" name="Google Shape;4078;p32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079" name="Google Shape;4079;p32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080" name="Google Shape;4080;p32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081" name="Google Shape;4081;p32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082" name="Google Shape;4082;p32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83" name="Google Shape;4083;p32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084" name="Google Shape;4084;p32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085" name="Google Shape;4085;p32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4086" name="Google Shape;4086;p320"/>
          <p:cNvCxnSpPr/>
          <p:nvPr/>
        </p:nvCxnSpPr>
        <p:spPr>
          <a:xfrm>
            <a:off x="6098909" y="2796200"/>
            <a:ext cx="0" cy="2923500"/>
          </a:xfrm>
          <a:prstGeom prst="straightConnector1">
            <a:avLst/>
          </a:prstGeom>
          <a:noFill/>
          <a:ln cap="flat" cmpd="sng" w="9525">
            <a:solidFill>
              <a:schemeClr val="dk2"/>
            </a:solidFill>
            <a:prstDash val="dot"/>
            <a:round/>
            <a:headEnd len="med" w="med" type="none"/>
            <a:tailEnd len="med" w="med" type="none"/>
          </a:ln>
        </p:spPr>
      </p:cxnSp>
      <p:sp>
        <p:nvSpPr>
          <p:cNvPr id="4087" name="Google Shape;4087;p320"/>
          <p:cNvSpPr txBox="1"/>
          <p:nvPr>
            <p:ph idx="4" type="subTitle"/>
          </p:nvPr>
        </p:nvSpPr>
        <p:spPr>
          <a:xfrm>
            <a:off x="13431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088" name="Google Shape;4088;p320"/>
          <p:cNvSpPr txBox="1"/>
          <p:nvPr>
            <p:ph idx="5" type="subTitle"/>
          </p:nvPr>
        </p:nvSpPr>
        <p:spPr>
          <a:xfrm>
            <a:off x="13431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
        <p:nvSpPr>
          <p:cNvPr id="4089" name="Google Shape;4089;p320"/>
          <p:cNvSpPr txBox="1"/>
          <p:nvPr>
            <p:ph idx="6" type="subTitle"/>
          </p:nvPr>
        </p:nvSpPr>
        <p:spPr>
          <a:xfrm>
            <a:off x="6529325" y="5036725"/>
            <a:ext cx="4398000" cy="4260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1200"/>
            </a:lvl1pPr>
            <a:lvl2pPr lvl="1" rtl="0">
              <a:lnSpc>
                <a:spcPct val="115000"/>
              </a:lnSpc>
              <a:spcBef>
                <a:spcPts val="0"/>
              </a:spcBef>
              <a:spcAft>
                <a:spcPts val="0"/>
              </a:spcAft>
              <a:buNone/>
              <a:defRPr sz="1200"/>
            </a:lvl2pPr>
            <a:lvl3pPr lvl="2" rtl="0">
              <a:lnSpc>
                <a:spcPct val="115000"/>
              </a:lnSpc>
              <a:spcBef>
                <a:spcPts val="0"/>
              </a:spcBef>
              <a:spcAft>
                <a:spcPts val="0"/>
              </a:spcAft>
              <a:buNone/>
              <a:defRPr sz="1200"/>
            </a:lvl3pPr>
            <a:lvl4pPr lvl="3" rtl="0">
              <a:lnSpc>
                <a:spcPct val="115000"/>
              </a:lnSpc>
              <a:spcBef>
                <a:spcPts val="0"/>
              </a:spcBef>
              <a:spcAft>
                <a:spcPts val="0"/>
              </a:spcAft>
              <a:buNone/>
              <a:defRPr sz="1200"/>
            </a:lvl4pPr>
            <a:lvl5pPr lvl="4" rtl="0">
              <a:lnSpc>
                <a:spcPct val="115000"/>
              </a:lnSpc>
              <a:spcBef>
                <a:spcPts val="0"/>
              </a:spcBef>
              <a:spcAft>
                <a:spcPts val="0"/>
              </a:spcAft>
              <a:buNone/>
              <a:defRPr sz="1200"/>
            </a:lvl5pPr>
            <a:lvl6pPr lvl="5" rtl="0">
              <a:lnSpc>
                <a:spcPct val="115000"/>
              </a:lnSpc>
              <a:spcBef>
                <a:spcPts val="0"/>
              </a:spcBef>
              <a:spcAft>
                <a:spcPts val="0"/>
              </a:spcAft>
              <a:buNone/>
              <a:defRPr sz="1200"/>
            </a:lvl6pPr>
            <a:lvl7pPr lvl="6" rtl="0">
              <a:lnSpc>
                <a:spcPct val="115000"/>
              </a:lnSpc>
              <a:spcBef>
                <a:spcPts val="0"/>
              </a:spcBef>
              <a:spcAft>
                <a:spcPts val="0"/>
              </a:spcAft>
              <a:buNone/>
              <a:defRPr sz="1200"/>
            </a:lvl7pPr>
            <a:lvl8pPr lvl="7" rtl="0">
              <a:lnSpc>
                <a:spcPct val="115000"/>
              </a:lnSpc>
              <a:spcBef>
                <a:spcPts val="0"/>
              </a:spcBef>
              <a:spcAft>
                <a:spcPts val="0"/>
              </a:spcAft>
              <a:buNone/>
              <a:defRPr sz="1200"/>
            </a:lvl8pPr>
            <a:lvl9pPr lvl="8" rtl="0">
              <a:lnSpc>
                <a:spcPct val="115000"/>
              </a:lnSpc>
              <a:spcBef>
                <a:spcPts val="0"/>
              </a:spcBef>
              <a:spcAft>
                <a:spcPts val="0"/>
              </a:spcAft>
              <a:buNone/>
              <a:defRPr sz="1200"/>
            </a:lvl9pPr>
          </a:lstStyle>
          <a:p/>
        </p:txBody>
      </p:sp>
      <p:sp>
        <p:nvSpPr>
          <p:cNvPr id="4090" name="Google Shape;4090;p320"/>
          <p:cNvSpPr txBox="1"/>
          <p:nvPr>
            <p:ph idx="7" type="subTitle"/>
          </p:nvPr>
        </p:nvSpPr>
        <p:spPr>
          <a:xfrm>
            <a:off x="6529325" y="2848100"/>
            <a:ext cx="4398000" cy="18615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lvl1pPr>
            <a:lvl2pPr lvl="1" rtl="0">
              <a:lnSpc>
                <a:spcPct val="150000"/>
              </a:lnSpc>
              <a:spcBef>
                <a:spcPts val="0"/>
              </a:spcBef>
              <a:spcAft>
                <a:spcPts val="0"/>
              </a:spcAft>
              <a:buNone/>
              <a:defRPr/>
            </a:lvl2pPr>
            <a:lvl3pPr lvl="2" rtl="0">
              <a:lnSpc>
                <a:spcPct val="150000"/>
              </a:lnSpc>
              <a:spcBef>
                <a:spcPts val="0"/>
              </a:spcBef>
              <a:spcAft>
                <a:spcPts val="0"/>
              </a:spcAft>
              <a:buNone/>
              <a:defRPr/>
            </a:lvl3pPr>
            <a:lvl4pPr lvl="3" rtl="0">
              <a:lnSpc>
                <a:spcPct val="150000"/>
              </a:lnSpc>
              <a:spcBef>
                <a:spcPts val="0"/>
              </a:spcBef>
              <a:spcAft>
                <a:spcPts val="0"/>
              </a:spcAft>
              <a:buNone/>
              <a:defRPr/>
            </a:lvl4pPr>
            <a:lvl5pPr lvl="4" rtl="0">
              <a:lnSpc>
                <a:spcPct val="150000"/>
              </a:lnSpc>
              <a:spcBef>
                <a:spcPts val="0"/>
              </a:spcBef>
              <a:spcAft>
                <a:spcPts val="0"/>
              </a:spcAft>
              <a:buNone/>
              <a:defRPr/>
            </a:lvl5pPr>
            <a:lvl6pPr lvl="5" rtl="0">
              <a:lnSpc>
                <a:spcPct val="150000"/>
              </a:lnSpc>
              <a:spcBef>
                <a:spcPts val="0"/>
              </a:spcBef>
              <a:spcAft>
                <a:spcPts val="0"/>
              </a:spcAft>
              <a:buNone/>
              <a:defRPr/>
            </a:lvl6pPr>
            <a:lvl7pPr lvl="6" rtl="0">
              <a:lnSpc>
                <a:spcPct val="150000"/>
              </a:lnSpc>
              <a:spcBef>
                <a:spcPts val="0"/>
              </a:spcBef>
              <a:spcAft>
                <a:spcPts val="0"/>
              </a:spcAft>
              <a:buNone/>
              <a:defRPr/>
            </a:lvl7pPr>
            <a:lvl8pPr lvl="7" rtl="0">
              <a:lnSpc>
                <a:spcPct val="150000"/>
              </a:lnSpc>
              <a:spcBef>
                <a:spcPts val="0"/>
              </a:spcBef>
              <a:spcAft>
                <a:spcPts val="0"/>
              </a:spcAft>
              <a:buNone/>
              <a:defRPr/>
            </a:lvl8pPr>
            <a:lvl9pPr lvl="8" rtl="0">
              <a:lnSpc>
                <a:spcPct val="150000"/>
              </a:lnSpc>
              <a:spcBef>
                <a:spcPts val="0"/>
              </a:spcBef>
              <a:spcAft>
                <a:spcPts val="0"/>
              </a:spcAft>
              <a:buNone/>
              <a:defRPr/>
            </a:lvl9pPr>
          </a:lstStyle>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quote large">
  <p:cSld name="CUSTOM_4_7">
    <p:spTree>
      <p:nvGrpSpPr>
        <p:cNvPr id="4091" name="Shape 4091"/>
        <p:cNvGrpSpPr/>
        <p:nvPr/>
      </p:nvGrpSpPr>
      <p:grpSpPr>
        <a:xfrm>
          <a:off x="0" y="0"/>
          <a:ext cx="0" cy="0"/>
          <a:chOff x="0" y="0"/>
          <a:chExt cx="0" cy="0"/>
        </a:xfrm>
      </p:grpSpPr>
      <p:sp>
        <p:nvSpPr>
          <p:cNvPr id="4092" name="Google Shape;4092;p32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4093" name="Google Shape;4093;p32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094" name="Google Shape;4094;p32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095" name="Google Shape;4095;p32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096" name="Google Shape;4096;p32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097" name="Google Shape;4097;p321"/>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098" name="Google Shape;4098;p321"/>
          <p:cNvSpPr txBox="1"/>
          <p:nvPr>
            <p:ph type="title"/>
          </p:nvPr>
        </p:nvSpPr>
        <p:spPr>
          <a:xfrm>
            <a:off x="4465550" y="1455375"/>
            <a:ext cx="6724800" cy="32004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None/>
              <a:defRPr sz="26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sp>
        <p:nvSpPr>
          <p:cNvPr id="4099" name="Google Shape;4099;p321"/>
          <p:cNvSpPr txBox="1"/>
          <p:nvPr>
            <p:ph idx="3" type="subTitle"/>
          </p:nvPr>
        </p:nvSpPr>
        <p:spPr>
          <a:xfrm>
            <a:off x="4465600" y="5036725"/>
            <a:ext cx="4097700" cy="4260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1400"/>
            </a:lvl1pPr>
            <a:lvl2pPr lvl="1" rtl="0">
              <a:lnSpc>
                <a:spcPct val="114000"/>
              </a:lnSpc>
              <a:spcBef>
                <a:spcPts val="0"/>
              </a:spcBef>
              <a:spcAft>
                <a:spcPts val="0"/>
              </a:spcAft>
              <a:buNone/>
              <a:defRPr sz="1400"/>
            </a:lvl2pPr>
            <a:lvl3pPr lvl="2" rtl="0">
              <a:lnSpc>
                <a:spcPct val="114000"/>
              </a:lnSpc>
              <a:spcBef>
                <a:spcPts val="0"/>
              </a:spcBef>
              <a:spcAft>
                <a:spcPts val="0"/>
              </a:spcAft>
              <a:buNone/>
              <a:defRPr sz="1400"/>
            </a:lvl3pPr>
            <a:lvl4pPr lvl="3" rtl="0">
              <a:lnSpc>
                <a:spcPct val="114000"/>
              </a:lnSpc>
              <a:spcBef>
                <a:spcPts val="0"/>
              </a:spcBef>
              <a:spcAft>
                <a:spcPts val="0"/>
              </a:spcAft>
              <a:buNone/>
              <a:defRPr sz="1400"/>
            </a:lvl4pPr>
            <a:lvl5pPr lvl="4" rtl="0">
              <a:lnSpc>
                <a:spcPct val="114000"/>
              </a:lnSpc>
              <a:spcBef>
                <a:spcPts val="0"/>
              </a:spcBef>
              <a:spcAft>
                <a:spcPts val="0"/>
              </a:spcAft>
              <a:buNone/>
              <a:defRPr sz="1400"/>
            </a:lvl5pPr>
            <a:lvl6pPr lvl="5" rtl="0">
              <a:lnSpc>
                <a:spcPct val="114000"/>
              </a:lnSpc>
              <a:spcBef>
                <a:spcPts val="0"/>
              </a:spcBef>
              <a:spcAft>
                <a:spcPts val="0"/>
              </a:spcAft>
              <a:buNone/>
              <a:defRPr sz="1400"/>
            </a:lvl6pPr>
            <a:lvl7pPr lvl="6" rtl="0">
              <a:lnSpc>
                <a:spcPct val="114000"/>
              </a:lnSpc>
              <a:spcBef>
                <a:spcPts val="0"/>
              </a:spcBef>
              <a:spcAft>
                <a:spcPts val="0"/>
              </a:spcAft>
              <a:buNone/>
              <a:defRPr sz="1400"/>
            </a:lvl7pPr>
            <a:lvl8pPr lvl="7" rtl="0">
              <a:lnSpc>
                <a:spcPct val="114000"/>
              </a:lnSpc>
              <a:spcBef>
                <a:spcPts val="0"/>
              </a:spcBef>
              <a:spcAft>
                <a:spcPts val="0"/>
              </a:spcAft>
              <a:buNone/>
              <a:defRPr sz="1400"/>
            </a:lvl8pPr>
            <a:lvl9pPr lvl="8" rtl="0">
              <a:lnSpc>
                <a:spcPct val="114000"/>
              </a:lnSpc>
              <a:spcBef>
                <a:spcPts val="0"/>
              </a:spcBef>
              <a:spcAft>
                <a:spcPts val="0"/>
              </a:spcAft>
              <a:buNone/>
              <a:defRPr sz="1400"/>
            </a:lvl9pPr>
          </a:lstStyle>
          <a:p/>
        </p:txBody>
      </p:sp>
      <p:pic>
        <p:nvPicPr>
          <p:cNvPr id="4100" name="Google Shape;4100;p321"/>
          <p:cNvPicPr preferRelativeResize="0"/>
          <p:nvPr/>
        </p:nvPicPr>
        <p:blipFill>
          <a:blip r:embed="rId3">
            <a:alphaModFix/>
          </a:blip>
          <a:stretch>
            <a:fillRect/>
          </a:stretch>
        </p:blipFill>
        <p:spPr>
          <a:xfrm>
            <a:off x="3419450" y="1298452"/>
            <a:ext cx="731700" cy="731684"/>
          </a:xfrm>
          <a:prstGeom prst="rect">
            <a:avLst/>
          </a:prstGeom>
          <a:noFill/>
          <a:ln>
            <a:noFill/>
          </a:ln>
        </p:spPr>
      </p:pic>
    </p:spTree>
  </p:cSld>
  <p:clrMapOvr>
    <a:masterClrMapping/>
  </p:clrMapOvr>
</p:sldLayout>
</file>

<file path=ppt/slideLayouts/slideLayout3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wo by two">
  <p:cSld name="CUSTOM_4_6">
    <p:spTree>
      <p:nvGrpSpPr>
        <p:cNvPr id="4101" name="Shape 4101"/>
        <p:cNvGrpSpPr/>
        <p:nvPr/>
      </p:nvGrpSpPr>
      <p:grpSpPr>
        <a:xfrm>
          <a:off x="0" y="0"/>
          <a:ext cx="0" cy="0"/>
          <a:chOff x="0" y="0"/>
          <a:chExt cx="0" cy="0"/>
        </a:xfrm>
      </p:grpSpPr>
      <p:sp>
        <p:nvSpPr>
          <p:cNvPr id="4102" name="Google Shape;4102;p32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103" name="Google Shape;4103;p322"/>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104" name="Google Shape;4104;p322"/>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05" name="Google Shape;4105;p322"/>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06" name="Google Shape;4106;p322"/>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07" name="Google Shape;4107;p322"/>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08" name="Google Shape;4108;p32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109" name="Google Shape;4109;p32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110" name="Google Shape;4110;p322"/>
          <p:cNvSpPr txBox="1"/>
          <p:nvPr>
            <p:ph idx="4" type="subTitle"/>
          </p:nvPr>
        </p:nvSpPr>
        <p:spPr>
          <a:xfrm>
            <a:off x="6855088"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11" name="Google Shape;4111;p322"/>
          <p:cNvSpPr txBox="1"/>
          <p:nvPr>
            <p:ph idx="5" type="subTitle"/>
          </p:nvPr>
        </p:nvSpPr>
        <p:spPr>
          <a:xfrm>
            <a:off x="6855081"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12" name="Google Shape;4112;p322"/>
          <p:cNvSpPr txBox="1"/>
          <p:nvPr>
            <p:ph idx="6" type="subTitle"/>
          </p:nvPr>
        </p:nvSpPr>
        <p:spPr>
          <a:xfrm>
            <a:off x="6855088"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13" name="Google Shape;4113;p322"/>
          <p:cNvSpPr txBox="1"/>
          <p:nvPr>
            <p:ph idx="7" type="subTitle"/>
          </p:nvPr>
        </p:nvSpPr>
        <p:spPr>
          <a:xfrm>
            <a:off x="6855081"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14" name="Google Shape;4114;p322"/>
          <p:cNvSpPr txBox="1"/>
          <p:nvPr>
            <p:ph idx="8" type="subTitle"/>
          </p:nvPr>
        </p:nvSpPr>
        <p:spPr>
          <a:xfrm>
            <a:off x="2084625" y="2788100"/>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15" name="Google Shape;4115;p322"/>
          <p:cNvSpPr txBox="1"/>
          <p:nvPr>
            <p:ph idx="9" type="subTitle"/>
          </p:nvPr>
        </p:nvSpPr>
        <p:spPr>
          <a:xfrm>
            <a:off x="2084600" y="2352950"/>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16" name="Google Shape;4116;p322"/>
          <p:cNvSpPr txBox="1"/>
          <p:nvPr>
            <p:ph idx="13" type="subTitle"/>
          </p:nvPr>
        </p:nvSpPr>
        <p:spPr>
          <a:xfrm>
            <a:off x="2084625" y="4434375"/>
            <a:ext cx="3512100" cy="10608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17" name="Google Shape;4117;p322"/>
          <p:cNvSpPr txBox="1"/>
          <p:nvPr>
            <p:ph idx="14" type="subTitle"/>
          </p:nvPr>
        </p:nvSpPr>
        <p:spPr>
          <a:xfrm>
            <a:off x="2084600" y="3999225"/>
            <a:ext cx="3512100" cy="3792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four column">
  <p:cSld name="CUSTOM_4_5">
    <p:spTree>
      <p:nvGrpSpPr>
        <p:cNvPr id="4118" name="Shape 4118"/>
        <p:cNvGrpSpPr/>
        <p:nvPr/>
      </p:nvGrpSpPr>
      <p:grpSpPr>
        <a:xfrm>
          <a:off x="0" y="0"/>
          <a:ext cx="0" cy="0"/>
          <a:chOff x="0" y="0"/>
          <a:chExt cx="0" cy="0"/>
        </a:xfrm>
      </p:grpSpPr>
      <p:sp>
        <p:nvSpPr>
          <p:cNvPr id="4119" name="Google Shape;4119;p32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120" name="Google Shape;4120;p323"/>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121" name="Google Shape;4121;p323"/>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22" name="Google Shape;4122;p323"/>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23" name="Google Shape;4123;p32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24" name="Google Shape;4124;p32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25" name="Google Shape;4125;p32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126" name="Google Shape;4126;p323"/>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4127" name="Google Shape;4127;p323"/>
          <p:cNvCxnSpPr/>
          <p:nvPr/>
        </p:nvCxnSpPr>
        <p:spPr>
          <a:xfrm>
            <a:off x="3416583"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4128" name="Google Shape;4128;p323"/>
          <p:cNvCxnSpPr/>
          <p:nvPr/>
        </p:nvCxnSpPr>
        <p:spPr>
          <a:xfrm>
            <a:off x="6096100" y="3678000"/>
            <a:ext cx="0" cy="1527600"/>
          </a:xfrm>
          <a:prstGeom prst="straightConnector1">
            <a:avLst/>
          </a:prstGeom>
          <a:noFill/>
          <a:ln cap="flat" cmpd="sng" w="9525">
            <a:solidFill>
              <a:schemeClr val="dk2"/>
            </a:solidFill>
            <a:prstDash val="dot"/>
            <a:round/>
            <a:headEnd len="med" w="med" type="none"/>
            <a:tailEnd len="med" w="med" type="none"/>
          </a:ln>
        </p:spPr>
      </p:cxnSp>
      <p:cxnSp>
        <p:nvCxnSpPr>
          <p:cNvPr id="4129" name="Google Shape;4129;p323"/>
          <p:cNvCxnSpPr/>
          <p:nvPr/>
        </p:nvCxnSpPr>
        <p:spPr>
          <a:xfrm>
            <a:off x="8775617" y="3678000"/>
            <a:ext cx="0" cy="1527600"/>
          </a:xfrm>
          <a:prstGeom prst="straightConnector1">
            <a:avLst/>
          </a:prstGeom>
          <a:noFill/>
          <a:ln cap="flat" cmpd="sng" w="9525">
            <a:solidFill>
              <a:schemeClr val="dk2"/>
            </a:solidFill>
            <a:prstDash val="dot"/>
            <a:round/>
            <a:headEnd len="med" w="med" type="none"/>
            <a:tailEnd len="med" w="med" type="none"/>
          </a:ln>
        </p:spPr>
      </p:cxnSp>
      <p:sp>
        <p:nvSpPr>
          <p:cNvPr id="4130" name="Google Shape;4130;p323"/>
          <p:cNvSpPr txBox="1"/>
          <p:nvPr>
            <p:ph idx="4" type="subTitle"/>
          </p:nvPr>
        </p:nvSpPr>
        <p:spPr>
          <a:xfrm>
            <a:off x="88507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4131" name="Google Shape;4131;p323"/>
          <p:cNvSpPr txBox="1"/>
          <p:nvPr>
            <p:ph idx="5" type="subTitle"/>
          </p:nvPr>
        </p:nvSpPr>
        <p:spPr>
          <a:xfrm>
            <a:off x="88505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32" name="Google Shape;4132;p323"/>
          <p:cNvSpPr txBox="1"/>
          <p:nvPr>
            <p:ph idx="6" type="subTitle"/>
          </p:nvPr>
        </p:nvSpPr>
        <p:spPr>
          <a:xfrm>
            <a:off x="8923625"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4133" name="Google Shape;4133;p323"/>
          <p:cNvSpPr txBox="1"/>
          <p:nvPr>
            <p:ph idx="7" type="subTitle"/>
          </p:nvPr>
        </p:nvSpPr>
        <p:spPr>
          <a:xfrm>
            <a:off x="8923600"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34" name="Google Shape;4134;p323"/>
          <p:cNvSpPr txBox="1"/>
          <p:nvPr>
            <p:ph idx="8" type="subTitle"/>
          </p:nvPr>
        </p:nvSpPr>
        <p:spPr>
          <a:xfrm>
            <a:off x="6244108"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4135" name="Google Shape;4135;p323"/>
          <p:cNvSpPr txBox="1"/>
          <p:nvPr>
            <p:ph idx="9" type="subTitle"/>
          </p:nvPr>
        </p:nvSpPr>
        <p:spPr>
          <a:xfrm>
            <a:off x="6244083"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36" name="Google Shape;4136;p323"/>
          <p:cNvSpPr txBox="1"/>
          <p:nvPr>
            <p:ph idx="13" type="subTitle"/>
          </p:nvPr>
        </p:nvSpPr>
        <p:spPr>
          <a:xfrm>
            <a:off x="3564592" y="4059500"/>
            <a:ext cx="2383500" cy="10608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4137" name="Google Shape;4137;p323"/>
          <p:cNvSpPr txBox="1"/>
          <p:nvPr>
            <p:ph idx="14" type="subTitle"/>
          </p:nvPr>
        </p:nvSpPr>
        <p:spPr>
          <a:xfrm>
            <a:off x="3564567" y="3624350"/>
            <a:ext cx="2383500" cy="3792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itle left">
  <p:cSld name="CUSTOM_4_4">
    <p:spTree>
      <p:nvGrpSpPr>
        <p:cNvPr id="4138" name="Shape 4138"/>
        <p:cNvGrpSpPr/>
        <p:nvPr/>
      </p:nvGrpSpPr>
      <p:grpSpPr>
        <a:xfrm>
          <a:off x="0" y="0"/>
          <a:ext cx="0" cy="0"/>
          <a:chOff x="0" y="0"/>
          <a:chExt cx="0" cy="0"/>
        </a:xfrm>
      </p:grpSpPr>
      <p:sp>
        <p:nvSpPr>
          <p:cNvPr id="4139" name="Google Shape;4139;p324"/>
          <p:cNvSpPr txBox="1"/>
          <p:nvPr>
            <p:ph idx="1" type="subTitle"/>
          </p:nvPr>
        </p:nvSpPr>
        <p:spPr>
          <a:xfrm>
            <a:off x="885050" y="3358700"/>
            <a:ext cx="3291900" cy="1980600"/>
          </a:xfrm>
          <a:prstGeom prst="rect">
            <a:avLst/>
          </a:prstGeom>
        </p:spPr>
        <p:txBody>
          <a:bodyPr anchorCtr="0" anchor="t" bIns="0" lIns="0" spcFirstLastPara="1" rIns="0" wrap="square" tIns="0">
            <a:noAutofit/>
          </a:bodyPr>
          <a:lstStyle>
            <a:lvl1pPr lvl="0" rtl="0">
              <a:lnSpc>
                <a:spcPct val="150000"/>
              </a:lnSpc>
              <a:spcBef>
                <a:spcPts val="0"/>
              </a:spcBef>
              <a:spcAft>
                <a:spcPts val="0"/>
              </a:spcAft>
              <a:buNone/>
              <a:defRPr>
                <a:solidFill>
                  <a:schemeClr val="accent1"/>
                </a:solidFill>
              </a:defRPr>
            </a:lvl1pPr>
            <a:lvl2pPr lvl="1" rtl="0">
              <a:lnSpc>
                <a:spcPct val="150000"/>
              </a:lnSpc>
              <a:spcBef>
                <a:spcPts val="500"/>
              </a:spcBef>
              <a:spcAft>
                <a:spcPts val="0"/>
              </a:spcAft>
              <a:buNone/>
              <a:defRPr>
                <a:solidFill>
                  <a:schemeClr val="accent1"/>
                </a:solidFill>
              </a:defRPr>
            </a:lvl2pPr>
            <a:lvl3pPr lvl="2" rtl="0">
              <a:lnSpc>
                <a:spcPct val="150000"/>
              </a:lnSpc>
              <a:spcBef>
                <a:spcPts val="500"/>
              </a:spcBef>
              <a:spcAft>
                <a:spcPts val="0"/>
              </a:spcAft>
              <a:buNone/>
              <a:defRPr>
                <a:solidFill>
                  <a:schemeClr val="accent1"/>
                </a:solidFill>
              </a:defRPr>
            </a:lvl3pPr>
            <a:lvl4pPr lvl="3" rtl="0">
              <a:lnSpc>
                <a:spcPct val="150000"/>
              </a:lnSpc>
              <a:spcBef>
                <a:spcPts val="500"/>
              </a:spcBef>
              <a:spcAft>
                <a:spcPts val="0"/>
              </a:spcAft>
              <a:buNone/>
              <a:defRPr>
                <a:solidFill>
                  <a:schemeClr val="accent1"/>
                </a:solidFill>
              </a:defRPr>
            </a:lvl4pPr>
            <a:lvl5pPr lvl="4" rtl="0">
              <a:lnSpc>
                <a:spcPct val="150000"/>
              </a:lnSpc>
              <a:spcBef>
                <a:spcPts val="500"/>
              </a:spcBef>
              <a:spcAft>
                <a:spcPts val="0"/>
              </a:spcAft>
              <a:buNone/>
              <a:defRPr>
                <a:solidFill>
                  <a:schemeClr val="accent1"/>
                </a:solidFill>
              </a:defRPr>
            </a:lvl5pPr>
            <a:lvl6pPr lvl="5" rtl="0">
              <a:lnSpc>
                <a:spcPct val="150000"/>
              </a:lnSpc>
              <a:spcBef>
                <a:spcPts val="500"/>
              </a:spcBef>
              <a:spcAft>
                <a:spcPts val="0"/>
              </a:spcAft>
              <a:buNone/>
              <a:defRPr>
                <a:solidFill>
                  <a:schemeClr val="accent1"/>
                </a:solidFill>
              </a:defRPr>
            </a:lvl6pPr>
            <a:lvl7pPr lvl="6" rtl="0">
              <a:lnSpc>
                <a:spcPct val="150000"/>
              </a:lnSpc>
              <a:spcBef>
                <a:spcPts val="500"/>
              </a:spcBef>
              <a:spcAft>
                <a:spcPts val="0"/>
              </a:spcAft>
              <a:buNone/>
              <a:defRPr>
                <a:solidFill>
                  <a:schemeClr val="accent1"/>
                </a:solidFill>
              </a:defRPr>
            </a:lvl7pPr>
            <a:lvl8pPr lvl="7" rtl="0">
              <a:lnSpc>
                <a:spcPct val="150000"/>
              </a:lnSpc>
              <a:spcBef>
                <a:spcPts val="500"/>
              </a:spcBef>
              <a:spcAft>
                <a:spcPts val="0"/>
              </a:spcAft>
              <a:buNone/>
              <a:defRPr>
                <a:solidFill>
                  <a:schemeClr val="accent1"/>
                </a:solidFill>
              </a:defRPr>
            </a:lvl8pPr>
            <a:lvl9pPr lvl="8" rtl="0">
              <a:lnSpc>
                <a:spcPct val="150000"/>
              </a:lnSpc>
              <a:spcBef>
                <a:spcPts val="500"/>
              </a:spcBef>
              <a:spcAft>
                <a:spcPts val="500"/>
              </a:spcAft>
              <a:buNone/>
              <a:defRPr>
                <a:solidFill>
                  <a:schemeClr val="accent1"/>
                </a:solidFill>
              </a:defRPr>
            </a:lvl9pPr>
          </a:lstStyle>
          <a:p/>
        </p:txBody>
      </p:sp>
      <p:sp>
        <p:nvSpPr>
          <p:cNvPr id="4140" name="Google Shape;4140;p324"/>
          <p:cNvSpPr txBox="1"/>
          <p:nvPr>
            <p:ph type="title"/>
          </p:nvPr>
        </p:nvSpPr>
        <p:spPr>
          <a:xfrm>
            <a:off x="885050" y="1240700"/>
            <a:ext cx="4114800" cy="1980600"/>
          </a:xfrm>
          <a:prstGeom prst="rect">
            <a:avLst/>
          </a:prstGeom>
        </p:spPr>
        <p:txBody>
          <a:bodyPr anchorCtr="0" anchor="t" bIns="0" lIns="0" spcFirstLastPara="1" rIns="0" wrap="square" tIns="0">
            <a:noAutofit/>
          </a:bodyPr>
          <a:lstStyle>
            <a:lvl1pPr lvl="0" rtl="0">
              <a:lnSpc>
                <a:spcPct val="140000"/>
              </a:lnSpc>
              <a:spcBef>
                <a:spcPts val="0"/>
              </a:spcBef>
              <a:spcAft>
                <a:spcPts val="0"/>
              </a:spcAft>
              <a:buNone/>
              <a:defRPr sz="2400"/>
            </a:lvl1pPr>
            <a:lvl2pPr lvl="1" rtl="0">
              <a:lnSpc>
                <a:spcPct val="140000"/>
              </a:lnSpc>
              <a:spcBef>
                <a:spcPts val="0"/>
              </a:spcBef>
              <a:spcAft>
                <a:spcPts val="0"/>
              </a:spcAft>
              <a:buNone/>
              <a:defRPr sz="2400"/>
            </a:lvl2pPr>
            <a:lvl3pPr lvl="2" rtl="0">
              <a:lnSpc>
                <a:spcPct val="140000"/>
              </a:lnSpc>
              <a:spcBef>
                <a:spcPts val="0"/>
              </a:spcBef>
              <a:spcAft>
                <a:spcPts val="0"/>
              </a:spcAft>
              <a:buNone/>
              <a:defRPr sz="2400"/>
            </a:lvl3pPr>
            <a:lvl4pPr lvl="3" rtl="0">
              <a:lnSpc>
                <a:spcPct val="140000"/>
              </a:lnSpc>
              <a:spcBef>
                <a:spcPts val="0"/>
              </a:spcBef>
              <a:spcAft>
                <a:spcPts val="0"/>
              </a:spcAft>
              <a:buNone/>
              <a:defRPr sz="2400"/>
            </a:lvl4pPr>
            <a:lvl5pPr lvl="4" rtl="0">
              <a:lnSpc>
                <a:spcPct val="140000"/>
              </a:lnSpc>
              <a:spcBef>
                <a:spcPts val="0"/>
              </a:spcBef>
              <a:spcAft>
                <a:spcPts val="0"/>
              </a:spcAft>
              <a:buNone/>
              <a:defRPr sz="2400"/>
            </a:lvl5pPr>
            <a:lvl6pPr lvl="5" rtl="0">
              <a:lnSpc>
                <a:spcPct val="140000"/>
              </a:lnSpc>
              <a:spcBef>
                <a:spcPts val="0"/>
              </a:spcBef>
              <a:spcAft>
                <a:spcPts val="0"/>
              </a:spcAft>
              <a:buNone/>
              <a:defRPr sz="2400"/>
            </a:lvl6pPr>
            <a:lvl7pPr lvl="6" rtl="0">
              <a:lnSpc>
                <a:spcPct val="140000"/>
              </a:lnSpc>
              <a:spcBef>
                <a:spcPts val="0"/>
              </a:spcBef>
              <a:spcAft>
                <a:spcPts val="0"/>
              </a:spcAft>
              <a:buNone/>
              <a:defRPr sz="2400"/>
            </a:lvl7pPr>
            <a:lvl8pPr lvl="7" rtl="0">
              <a:lnSpc>
                <a:spcPct val="140000"/>
              </a:lnSpc>
              <a:spcBef>
                <a:spcPts val="0"/>
              </a:spcBef>
              <a:spcAft>
                <a:spcPts val="0"/>
              </a:spcAft>
              <a:buNone/>
              <a:defRPr sz="2400"/>
            </a:lvl8pPr>
            <a:lvl9pPr lvl="8" rtl="0">
              <a:lnSpc>
                <a:spcPct val="140000"/>
              </a:lnSpc>
              <a:spcBef>
                <a:spcPts val="0"/>
              </a:spcBef>
              <a:spcAft>
                <a:spcPts val="0"/>
              </a:spcAft>
              <a:buNone/>
              <a:defRPr sz="2400"/>
            </a:lvl9pPr>
          </a:lstStyle>
          <a:p/>
        </p:txBody>
      </p:sp>
      <p:sp>
        <p:nvSpPr>
          <p:cNvPr id="4141" name="Google Shape;4141;p324"/>
          <p:cNvSpPr txBox="1"/>
          <p:nvPr>
            <p:ph idx="2"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4142" name="Google Shape;4142;p324"/>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43" name="Google Shape;4143;p324"/>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44" name="Google Shape;4144;p32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45" name="Google Shape;4145;p324"/>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46" name="Google Shape;4146;p324"/>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147" name="Google Shape;4147;p324"/>
          <p:cNvSpPr txBox="1"/>
          <p:nvPr>
            <p:ph idx="4" type="subTitle"/>
          </p:nvPr>
        </p:nvSpPr>
        <p:spPr>
          <a:xfrm>
            <a:off x="6857350" y="164405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48" name="Google Shape;4148;p324"/>
          <p:cNvSpPr txBox="1"/>
          <p:nvPr>
            <p:ph idx="5" type="subTitle"/>
          </p:nvPr>
        </p:nvSpPr>
        <p:spPr>
          <a:xfrm>
            <a:off x="6857350" y="124070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49" name="Google Shape;4149;p324"/>
          <p:cNvSpPr txBox="1"/>
          <p:nvPr>
            <p:ph idx="6" type="subTitle"/>
          </p:nvPr>
        </p:nvSpPr>
        <p:spPr>
          <a:xfrm>
            <a:off x="6857350" y="3164125"/>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50" name="Google Shape;4150;p324"/>
          <p:cNvSpPr txBox="1"/>
          <p:nvPr>
            <p:ph idx="7" type="subTitle"/>
          </p:nvPr>
        </p:nvSpPr>
        <p:spPr>
          <a:xfrm>
            <a:off x="6857350" y="2760775"/>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51" name="Google Shape;4151;p324"/>
          <p:cNvSpPr txBox="1"/>
          <p:nvPr>
            <p:ph idx="8" type="subTitle"/>
          </p:nvPr>
        </p:nvSpPr>
        <p:spPr>
          <a:xfrm>
            <a:off x="6857350" y="4684200"/>
            <a:ext cx="4660800" cy="886500"/>
          </a:xfrm>
          <a:prstGeom prst="rect">
            <a:avLst/>
          </a:prstGeom>
        </p:spPr>
        <p:txBody>
          <a:bodyPr anchorCtr="0" anchor="t" bIns="0" lIns="0" spcFirstLastPara="1" rIns="0" wrap="square" tIns="0">
            <a:noAutofit/>
          </a:bodyPr>
          <a:lstStyle>
            <a:lvl1pPr lvl="0" rtl="0">
              <a:spcBef>
                <a:spcPts val="0"/>
              </a:spcBef>
              <a:spcAft>
                <a:spcPts val="0"/>
              </a:spcAft>
              <a:buNone/>
              <a:defRPr sz="1400"/>
            </a:lvl1pPr>
            <a:lvl2pPr lvl="1" rtl="0">
              <a:spcBef>
                <a:spcPts val="500"/>
              </a:spcBef>
              <a:spcAft>
                <a:spcPts val="0"/>
              </a:spcAft>
              <a:buNone/>
              <a:defRPr sz="1400"/>
            </a:lvl2pPr>
            <a:lvl3pPr lvl="2" rtl="0">
              <a:spcBef>
                <a:spcPts val="500"/>
              </a:spcBef>
              <a:spcAft>
                <a:spcPts val="0"/>
              </a:spcAft>
              <a:buNone/>
              <a:defRPr sz="1400"/>
            </a:lvl3pPr>
            <a:lvl4pPr lvl="3" rtl="0">
              <a:spcBef>
                <a:spcPts val="500"/>
              </a:spcBef>
              <a:spcAft>
                <a:spcPts val="0"/>
              </a:spcAft>
              <a:buNone/>
              <a:defRPr sz="1400"/>
            </a:lvl4pPr>
            <a:lvl5pPr lvl="4" rtl="0">
              <a:spcBef>
                <a:spcPts val="500"/>
              </a:spcBef>
              <a:spcAft>
                <a:spcPts val="0"/>
              </a:spcAft>
              <a:buNone/>
              <a:defRPr sz="1400"/>
            </a:lvl5pPr>
            <a:lvl6pPr lvl="5" rtl="0">
              <a:spcBef>
                <a:spcPts val="500"/>
              </a:spcBef>
              <a:spcAft>
                <a:spcPts val="0"/>
              </a:spcAft>
              <a:buNone/>
              <a:defRPr sz="1400"/>
            </a:lvl6pPr>
            <a:lvl7pPr lvl="6" rtl="0">
              <a:spcBef>
                <a:spcPts val="500"/>
              </a:spcBef>
              <a:spcAft>
                <a:spcPts val="0"/>
              </a:spcAft>
              <a:buNone/>
              <a:defRPr sz="1400"/>
            </a:lvl7pPr>
            <a:lvl8pPr lvl="7" rtl="0">
              <a:spcBef>
                <a:spcPts val="500"/>
              </a:spcBef>
              <a:spcAft>
                <a:spcPts val="0"/>
              </a:spcAft>
              <a:buNone/>
              <a:defRPr sz="1400"/>
            </a:lvl8pPr>
            <a:lvl9pPr lvl="8" rtl="0">
              <a:spcBef>
                <a:spcPts val="500"/>
              </a:spcBef>
              <a:spcAft>
                <a:spcPts val="500"/>
              </a:spcAft>
              <a:buNone/>
              <a:defRPr sz="1400"/>
            </a:lvl9pPr>
          </a:lstStyle>
          <a:p/>
        </p:txBody>
      </p:sp>
      <p:sp>
        <p:nvSpPr>
          <p:cNvPr id="4152" name="Google Shape;4152;p324"/>
          <p:cNvSpPr txBox="1"/>
          <p:nvPr>
            <p:ph idx="9" type="subTitle"/>
          </p:nvPr>
        </p:nvSpPr>
        <p:spPr>
          <a:xfrm>
            <a:off x="6857350" y="4280850"/>
            <a:ext cx="4660800" cy="3474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three column">
  <p:cSld name="CUSTOM_4_3">
    <p:spTree>
      <p:nvGrpSpPr>
        <p:cNvPr id="4153" name="Shape 4153"/>
        <p:cNvGrpSpPr/>
        <p:nvPr/>
      </p:nvGrpSpPr>
      <p:grpSpPr>
        <a:xfrm>
          <a:off x="0" y="0"/>
          <a:ext cx="0" cy="0"/>
          <a:chOff x="0" y="0"/>
          <a:chExt cx="0" cy="0"/>
        </a:xfrm>
      </p:grpSpPr>
      <p:sp>
        <p:nvSpPr>
          <p:cNvPr id="4154" name="Google Shape;4154;p32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155" name="Google Shape;4155;p325"/>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156" name="Google Shape;4156;p325"/>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57" name="Google Shape;4157;p325"/>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58" name="Google Shape;4158;p32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59" name="Google Shape;4159;p32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60" name="Google Shape;4160;p32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161" name="Google Shape;4161;p325"/>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cxnSp>
        <p:nvCxnSpPr>
          <p:cNvPr id="4162" name="Google Shape;4162;p325"/>
          <p:cNvCxnSpPr/>
          <p:nvPr/>
        </p:nvCxnSpPr>
        <p:spPr>
          <a:xfrm>
            <a:off x="4306150" y="4229725"/>
            <a:ext cx="0" cy="1557600"/>
          </a:xfrm>
          <a:prstGeom prst="straightConnector1">
            <a:avLst/>
          </a:prstGeom>
          <a:noFill/>
          <a:ln cap="flat" cmpd="sng" w="9525">
            <a:solidFill>
              <a:schemeClr val="dk2"/>
            </a:solidFill>
            <a:prstDash val="dot"/>
            <a:round/>
            <a:headEnd len="med" w="med" type="none"/>
            <a:tailEnd len="med" w="med" type="none"/>
          </a:ln>
        </p:spPr>
      </p:cxnSp>
      <p:cxnSp>
        <p:nvCxnSpPr>
          <p:cNvPr id="4163" name="Google Shape;4163;p325"/>
          <p:cNvCxnSpPr/>
          <p:nvPr/>
        </p:nvCxnSpPr>
        <p:spPr>
          <a:xfrm>
            <a:off x="7885850" y="4229725"/>
            <a:ext cx="0" cy="1557600"/>
          </a:xfrm>
          <a:prstGeom prst="straightConnector1">
            <a:avLst/>
          </a:prstGeom>
          <a:noFill/>
          <a:ln cap="flat" cmpd="sng" w="9525">
            <a:solidFill>
              <a:schemeClr val="dk2"/>
            </a:solidFill>
            <a:prstDash val="dot"/>
            <a:round/>
            <a:headEnd len="med" w="med" type="none"/>
            <a:tailEnd len="med" w="med" type="none"/>
          </a:ln>
        </p:spPr>
      </p:cxnSp>
      <p:sp>
        <p:nvSpPr>
          <p:cNvPr id="4164" name="Google Shape;4164;p325"/>
          <p:cNvSpPr txBox="1"/>
          <p:nvPr>
            <p:ph idx="4" type="subTitle"/>
          </p:nvPr>
        </p:nvSpPr>
        <p:spPr>
          <a:xfrm>
            <a:off x="44683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65" name="Google Shape;4165;p325"/>
          <p:cNvSpPr txBox="1"/>
          <p:nvPr>
            <p:ph idx="5" type="subTitle"/>
          </p:nvPr>
        </p:nvSpPr>
        <p:spPr>
          <a:xfrm>
            <a:off x="44684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4166" name="Google Shape;4166;p325"/>
          <p:cNvSpPr txBox="1"/>
          <p:nvPr>
            <p:ph idx="6" type="subTitle"/>
          </p:nvPr>
        </p:nvSpPr>
        <p:spPr>
          <a:xfrm>
            <a:off x="80480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67" name="Google Shape;4167;p325"/>
          <p:cNvSpPr txBox="1"/>
          <p:nvPr>
            <p:ph idx="7" type="subTitle"/>
          </p:nvPr>
        </p:nvSpPr>
        <p:spPr>
          <a:xfrm>
            <a:off x="80481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
        <p:nvSpPr>
          <p:cNvPr id="4168" name="Google Shape;4168;p325"/>
          <p:cNvSpPr txBox="1"/>
          <p:nvPr>
            <p:ph idx="8" type="subTitle"/>
          </p:nvPr>
        </p:nvSpPr>
        <p:spPr>
          <a:xfrm>
            <a:off x="888600" y="4229725"/>
            <a:ext cx="3255300" cy="321900"/>
          </a:xfrm>
          <a:prstGeom prst="rect">
            <a:avLst/>
          </a:prstGeom>
        </p:spPr>
        <p:txBody>
          <a:bodyPr anchorCtr="0" anchor="b" bIns="0" lIns="0" spcFirstLastPara="1" rIns="0" wrap="square" tIns="0">
            <a:noAutofit/>
          </a:bodyPr>
          <a:lstStyle>
            <a:lvl1pPr lvl="0"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1pPr>
            <a:lvl2pPr lvl="1"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2pPr>
            <a:lvl3pPr lvl="2"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3pPr>
            <a:lvl4pPr lvl="3"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4pPr>
            <a:lvl5pPr lvl="4"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5pPr>
            <a:lvl6pPr lvl="5"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6pPr>
            <a:lvl7pPr lvl="6"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7pPr>
            <a:lvl8pPr lvl="7"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8pPr>
            <a:lvl9pPr lvl="8" rtl="0" algn="ctr">
              <a:lnSpc>
                <a:spcPct val="114000"/>
              </a:lnSpc>
              <a:spcBef>
                <a:spcPts val="0"/>
              </a:spcBef>
              <a:spcAft>
                <a:spcPts val="0"/>
              </a:spcAft>
              <a:buNone/>
              <a:defRPr sz="1400">
                <a:solidFill>
                  <a:schemeClr val="accent1"/>
                </a:solidFill>
                <a:latin typeface="Red Hat Text Medium"/>
                <a:ea typeface="Red Hat Text Medium"/>
                <a:cs typeface="Red Hat Text Medium"/>
                <a:sym typeface="Red Hat Text Medium"/>
              </a:defRPr>
            </a:lvl9pPr>
          </a:lstStyle>
          <a:p/>
        </p:txBody>
      </p:sp>
      <p:sp>
        <p:nvSpPr>
          <p:cNvPr id="4169" name="Google Shape;4169;p325"/>
          <p:cNvSpPr txBox="1"/>
          <p:nvPr>
            <p:ph idx="9" type="subTitle"/>
          </p:nvPr>
        </p:nvSpPr>
        <p:spPr>
          <a:xfrm>
            <a:off x="888700" y="4718950"/>
            <a:ext cx="3255300" cy="915300"/>
          </a:xfrm>
          <a:prstGeom prst="rect">
            <a:avLst/>
          </a:prstGeom>
        </p:spPr>
        <p:txBody>
          <a:bodyPr anchorCtr="0" anchor="t" bIns="0" lIns="0" spcFirstLastPara="1" rIns="0" wrap="square" tIns="0">
            <a:noAutofit/>
          </a:bodyPr>
          <a:lstStyle>
            <a:lvl1pPr lvl="0" rtl="0" algn="ctr">
              <a:spcBef>
                <a:spcPts val="0"/>
              </a:spcBef>
              <a:spcAft>
                <a:spcPts val="0"/>
              </a:spcAft>
              <a:buNone/>
              <a:defRPr sz="1400"/>
            </a:lvl1pPr>
            <a:lvl2pPr lvl="1" rtl="0" algn="ctr">
              <a:spcBef>
                <a:spcPts val="500"/>
              </a:spcBef>
              <a:spcAft>
                <a:spcPts val="0"/>
              </a:spcAft>
              <a:buNone/>
              <a:defRPr sz="1400"/>
            </a:lvl2pPr>
            <a:lvl3pPr lvl="2" rtl="0" algn="ctr">
              <a:spcBef>
                <a:spcPts val="500"/>
              </a:spcBef>
              <a:spcAft>
                <a:spcPts val="0"/>
              </a:spcAft>
              <a:buNone/>
              <a:defRPr sz="1400"/>
            </a:lvl3pPr>
            <a:lvl4pPr lvl="3" rtl="0" algn="ctr">
              <a:spcBef>
                <a:spcPts val="500"/>
              </a:spcBef>
              <a:spcAft>
                <a:spcPts val="0"/>
              </a:spcAft>
              <a:buNone/>
              <a:defRPr sz="1400"/>
            </a:lvl4pPr>
            <a:lvl5pPr lvl="4" rtl="0" algn="ctr">
              <a:spcBef>
                <a:spcPts val="500"/>
              </a:spcBef>
              <a:spcAft>
                <a:spcPts val="0"/>
              </a:spcAft>
              <a:buNone/>
              <a:defRPr sz="1400"/>
            </a:lvl5pPr>
            <a:lvl6pPr lvl="5" rtl="0" algn="ctr">
              <a:spcBef>
                <a:spcPts val="500"/>
              </a:spcBef>
              <a:spcAft>
                <a:spcPts val="0"/>
              </a:spcAft>
              <a:buNone/>
              <a:defRPr sz="1400"/>
            </a:lvl6pPr>
            <a:lvl7pPr lvl="6" rtl="0" algn="ctr">
              <a:spcBef>
                <a:spcPts val="500"/>
              </a:spcBef>
              <a:spcAft>
                <a:spcPts val="0"/>
              </a:spcAft>
              <a:buNone/>
              <a:defRPr sz="1400"/>
            </a:lvl7pPr>
            <a:lvl8pPr lvl="7" rtl="0" algn="ctr">
              <a:spcBef>
                <a:spcPts val="500"/>
              </a:spcBef>
              <a:spcAft>
                <a:spcPts val="0"/>
              </a:spcAft>
              <a:buNone/>
              <a:defRPr sz="1400"/>
            </a:lvl8pPr>
            <a:lvl9pPr lvl="8" rtl="0" algn="ctr">
              <a:spcBef>
                <a:spcPts val="500"/>
              </a:spcBef>
              <a:spcAft>
                <a:spcPts val="500"/>
              </a:spcAft>
              <a:buNone/>
              <a:defRPr sz="1400"/>
            </a:lvl9pPr>
          </a:lstStyle>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left">
  <p:cSld name="CUSTOM_4_2">
    <p:spTree>
      <p:nvGrpSpPr>
        <p:cNvPr id="4170" name="Shape 4170"/>
        <p:cNvGrpSpPr/>
        <p:nvPr/>
      </p:nvGrpSpPr>
      <p:grpSpPr>
        <a:xfrm>
          <a:off x="0" y="0"/>
          <a:ext cx="0" cy="0"/>
          <a:chOff x="0" y="0"/>
          <a:chExt cx="0" cy="0"/>
        </a:xfrm>
      </p:grpSpPr>
      <p:sp>
        <p:nvSpPr>
          <p:cNvPr id="4171" name="Google Shape;4171;p32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172" name="Google Shape;4172;p326"/>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173" name="Google Shape;4173;p326"/>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74" name="Google Shape;4174;p326"/>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75" name="Google Shape;4175;p32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76" name="Google Shape;4176;p32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77" name="Google Shape;4177;p32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178" name="Google Shape;4178;p326"/>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179" name="Google Shape;4179;p326"/>
          <p:cNvSpPr txBox="1"/>
          <p:nvPr>
            <p:ph idx="4" type="subTitle"/>
          </p:nvPr>
        </p:nvSpPr>
        <p:spPr>
          <a:xfrm>
            <a:off x="5662075" y="2539250"/>
            <a:ext cx="5486400" cy="3168600"/>
          </a:xfrm>
          <a:prstGeom prst="rect">
            <a:avLst/>
          </a:prstGeom>
        </p:spPr>
        <p:txBody>
          <a:bodyPr anchorCtr="0" anchor="t" bIns="0" lIns="0" spcFirstLastPara="1" rIns="0" wrap="square" tIns="0">
            <a:noAutofit/>
          </a:bodyPr>
          <a:lstStyle>
            <a:lvl1pPr lvl="0" rtl="0">
              <a:lnSpc>
                <a:spcPct val="113000"/>
              </a:lnSpc>
              <a:spcBef>
                <a:spcPts val="0"/>
              </a:spcBef>
              <a:spcAft>
                <a:spcPts val="0"/>
              </a:spcAft>
              <a:buNone/>
              <a:defRPr/>
            </a:lvl1pPr>
            <a:lvl2pPr lvl="1" rtl="0">
              <a:lnSpc>
                <a:spcPct val="113000"/>
              </a:lnSpc>
              <a:spcBef>
                <a:spcPts val="2000"/>
              </a:spcBef>
              <a:spcAft>
                <a:spcPts val="0"/>
              </a:spcAft>
              <a:buNone/>
              <a:defRPr/>
            </a:lvl2pPr>
            <a:lvl3pPr lvl="2" rtl="0">
              <a:lnSpc>
                <a:spcPct val="113000"/>
              </a:lnSpc>
              <a:spcBef>
                <a:spcPts val="2000"/>
              </a:spcBef>
              <a:spcAft>
                <a:spcPts val="0"/>
              </a:spcAft>
              <a:buNone/>
              <a:defRPr/>
            </a:lvl3pPr>
            <a:lvl4pPr lvl="3" rtl="0">
              <a:lnSpc>
                <a:spcPct val="113000"/>
              </a:lnSpc>
              <a:spcBef>
                <a:spcPts val="2000"/>
              </a:spcBef>
              <a:spcAft>
                <a:spcPts val="0"/>
              </a:spcAft>
              <a:buNone/>
              <a:defRPr/>
            </a:lvl4pPr>
            <a:lvl5pPr lvl="4" rtl="0">
              <a:lnSpc>
                <a:spcPct val="113000"/>
              </a:lnSpc>
              <a:spcBef>
                <a:spcPts val="2000"/>
              </a:spcBef>
              <a:spcAft>
                <a:spcPts val="0"/>
              </a:spcAft>
              <a:buNone/>
              <a:defRPr/>
            </a:lvl5pPr>
            <a:lvl6pPr lvl="5" rtl="0">
              <a:lnSpc>
                <a:spcPct val="113000"/>
              </a:lnSpc>
              <a:spcBef>
                <a:spcPts val="2000"/>
              </a:spcBef>
              <a:spcAft>
                <a:spcPts val="0"/>
              </a:spcAft>
              <a:buNone/>
              <a:defRPr/>
            </a:lvl6pPr>
            <a:lvl7pPr lvl="6" rtl="0">
              <a:lnSpc>
                <a:spcPct val="113000"/>
              </a:lnSpc>
              <a:spcBef>
                <a:spcPts val="2000"/>
              </a:spcBef>
              <a:spcAft>
                <a:spcPts val="0"/>
              </a:spcAft>
              <a:buNone/>
              <a:defRPr/>
            </a:lvl7pPr>
            <a:lvl8pPr lvl="7" rtl="0">
              <a:lnSpc>
                <a:spcPct val="113000"/>
              </a:lnSpc>
              <a:spcBef>
                <a:spcPts val="2000"/>
              </a:spcBef>
              <a:spcAft>
                <a:spcPts val="0"/>
              </a:spcAft>
              <a:buNone/>
              <a:defRPr/>
            </a:lvl8pPr>
            <a:lvl9pPr lvl="8" rtl="0">
              <a:lnSpc>
                <a:spcPct val="113000"/>
              </a:lnSpc>
              <a:spcBef>
                <a:spcPts val="2000"/>
              </a:spcBef>
              <a:spcAft>
                <a:spcPts val="2000"/>
              </a:spcAft>
              <a:buNone/>
              <a:defRPr/>
            </a:lvl9pPr>
          </a:lstStyle>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alt1">
  <p:cSld name="CUSTOM_4_2_2">
    <p:spTree>
      <p:nvGrpSpPr>
        <p:cNvPr id="4180" name="Shape 4180"/>
        <p:cNvGrpSpPr/>
        <p:nvPr/>
      </p:nvGrpSpPr>
      <p:grpSpPr>
        <a:xfrm>
          <a:off x="0" y="0"/>
          <a:ext cx="0" cy="0"/>
          <a:chOff x="0" y="0"/>
          <a:chExt cx="0" cy="0"/>
        </a:xfrm>
      </p:grpSpPr>
      <p:sp>
        <p:nvSpPr>
          <p:cNvPr id="4181" name="Google Shape;4181;p32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182" name="Google Shape;4182;p327"/>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183" name="Google Shape;4183;p327"/>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84" name="Google Shape;4184;p327"/>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85" name="Google Shape;4185;p32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86" name="Google Shape;4186;p32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87" name="Google Shape;4187;p327"/>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188" name="Google Shape;4188;p327"/>
          <p:cNvSpPr txBox="1"/>
          <p:nvPr>
            <p:ph idx="3"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189" name="Google Shape;4189;p327"/>
          <p:cNvSpPr txBox="1"/>
          <p:nvPr>
            <p:ph idx="4" type="subTitle"/>
          </p:nvPr>
        </p:nvSpPr>
        <p:spPr>
          <a:xfrm>
            <a:off x="2087850" y="2416425"/>
            <a:ext cx="8044800" cy="1304100"/>
          </a:xfrm>
          <a:prstGeom prst="rect">
            <a:avLst/>
          </a:prstGeom>
        </p:spPr>
        <p:txBody>
          <a:bodyPr anchorCtr="0" anchor="t" bIns="0" lIns="0" spcFirstLastPara="1" rIns="0" wrap="square" tIns="0">
            <a:noAutofit/>
          </a:bodyPr>
          <a:lstStyle>
            <a:lvl1pPr lvl="0" rtl="0">
              <a:spcBef>
                <a:spcPts val="0"/>
              </a:spcBef>
              <a:spcAft>
                <a:spcPts val="0"/>
              </a:spcAft>
              <a:buNone/>
              <a:defRPr>
                <a:solidFill>
                  <a:schemeClr val="accent1"/>
                </a:solidFill>
              </a:defRPr>
            </a:lvl1pPr>
            <a:lvl2pPr lvl="1" rtl="0">
              <a:spcBef>
                <a:spcPts val="500"/>
              </a:spcBef>
              <a:spcAft>
                <a:spcPts val="0"/>
              </a:spcAft>
              <a:buNone/>
              <a:defRPr>
                <a:solidFill>
                  <a:schemeClr val="accent1"/>
                </a:solidFill>
              </a:defRPr>
            </a:lvl2pPr>
            <a:lvl3pPr lvl="2" rtl="0">
              <a:spcBef>
                <a:spcPts val="500"/>
              </a:spcBef>
              <a:spcAft>
                <a:spcPts val="0"/>
              </a:spcAft>
              <a:buNone/>
              <a:defRPr>
                <a:solidFill>
                  <a:schemeClr val="accent1"/>
                </a:solidFill>
              </a:defRPr>
            </a:lvl3pPr>
            <a:lvl4pPr lvl="3" rtl="0">
              <a:spcBef>
                <a:spcPts val="500"/>
              </a:spcBef>
              <a:spcAft>
                <a:spcPts val="0"/>
              </a:spcAft>
              <a:buNone/>
              <a:defRPr>
                <a:solidFill>
                  <a:schemeClr val="accent1"/>
                </a:solidFill>
              </a:defRPr>
            </a:lvl4pPr>
            <a:lvl5pPr lvl="4" rtl="0">
              <a:spcBef>
                <a:spcPts val="500"/>
              </a:spcBef>
              <a:spcAft>
                <a:spcPts val="0"/>
              </a:spcAft>
              <a:buNone/>
              <a:defRPr>
                <a:solidFill>
                  <a:schemeClr val="accent1"/>
                </a:solidFill>
              </a:defRPr>
            </a:lvl5pPr>
            <a:lvl6pPr lvl="5" rtl="0">
              <a:spcBef>
                <a:spcPts val="500"/>
              </a:spcBef>
              <a:spcAft>
                <a:spcPts val="0"/>
              </a:spcAft>
              <a:buNone/>
              <a:defRPr>
                <a:solidFill>
                  <a:schemeClr val="accent1"/>
                </a:solidFill>
              </a:defRPr>
            </a:lvl6pPr>
            <a:lvl7pPr lvl="6" rtl="0">
              <a:spcBef>
                <a:spcPts val="500"/>
              </a:spcBef>
              <a:spcAft>
                <a:spcPts val="0"/>
              </a:spcAft>
              <a:buNone/>
              <a:defRPr>
                <a:solidFill>
                  <a:schemeClr val="accent1"/>
                </a:solidFill>
              </a:defRPr>
            </a:lvl7pPr>
            <a:lvl8pPr lvl="7" rtl="0">
              <a:spcBef>
                <a:spcPts val="500"/>
              </a:spcBef>
              <a:spcAft>
                <a:spcPts val="0"/>
              </a:spcAft>
              <a:buNone/>
              <a:defRPr>
                <a:solidFill>
                  <a:schemeClr val="accent1"/>
                </a:solidFill>
              </a:defRPr>
            </a:lvl8pPr>
            <a:lvl9pPr lvl="8" rtl="0">
              <a:spcBef>
                <a:spcPts val="500"/>
              </a:spcBef>
              <a:spcAft>
                <a:spcPts val="500"/>
              </a:spcAft>
              <a:buNone/>
              <a:defRPr>
                <a:solidFill>
                  <a:schemeClr val="accent1"/>
                </a:solidFill>
              </a:defRPr>
            </a:lvl9pPr>
          </a:lstStyle>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large text">
  <p:cSld name="CUSTOM_4_2_1">
    <p:spTree>
      <p:nvGrpSpPr>
        <p:cNvPr id="4190" name="Shape 4190"/>
        <p:cNvGrpSpPr/>
        <p:nvPr/>
      </p:nvGrpSpPr>
      <p:grpSpPr>
        <a:xfrm>
          <a:off x="0" y="0"/>
          <a:ext cx="0" cy="0"/>
          <a:chOff x="0" y="0"/>
          <a:chExt cx="0" cy="0"/>
        </a:xfrm>
      </p:grpSpPr>
      <p:sp>
        <p:nvSpPr>
          <p:cNvPr id="4191" name="Google Shape;4191;p328"/>
          <p:cNvSpPr txBox="1"/>
          <p:nvPr>
            <p:ph type="title"/>
          </p:nvPr>
        </p:nvSpPr>
        <p:spPr>
          <a:xfrm>
            <a:off x="3280375" y="1653075"/>
            <a:ext cx="7431000" cy="39318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None/>
              <a:defRPr sz="2600">
                <a:solidFill>
                  <a:schemeClr val="accent1"/>
                </a:solidFill>
                <a:latin typeface="Red Hat Text"/>
                <a:ea typeface="Red Hat Text"/>
                <a:cs typeface="Red Hat Text"/>
                <a:sym typeface="Red Hat Text"/>
              </a:defRPr>
            </a:lvl1pPr>
            <a:lvl2pPr lvl="1" rtl="0">
              <a:lnSpc>
                <a:spcPct val="115000"/>
              </a:lnSpc>
              <a:spcBef>
                <a:spcPts val="0"/>
              </a:spcBef>
              <a:spcAft>
                <a:spcPts val="0"/>
              </a:spcAft>
              <a:buNone/>
              <a:defRPr sz="2600">
                <a:solidFill>
                  <a:schemeClr val="accent1"/>
                </a:solidFill>
                <a:latin typeface="Red Hat Text"/>
                <a:ea typeface="Red Hat Text"/>
                <a:cs typeface="Red Hat Text"/>
                <a:sym typeface="Red Hat Text"/>
              </a:defRPr>
            </a:lvl2pPr>
            <a:lvl3pPr lvl="2" rtl="0">
              <a:lnSpc>
                <a:spcPct val="115000"/>
              </a:lnSpc>
              <a:spcBef>
                <a:spcPts val="0"/>
              </a:spcBef>
              <a:spcAft>
                <a:spcPts val="0"/>
              </a:spcAft>
              <a:buNone/>
              <a:defRPr sz="2600">
                <a:solidFill>
                  <a:schemeClr val="accent1"/>
                </a:solidFill>
                <a:latin typeface="Red Hat Text"/>
                <a:ea typeface="Red Hat Text"/>
                <a:cs typeface="Red Hat Text"/>
                <a:sym typeface="Red Hat Text"/>
              </a:defRPr>
            </a:lvl3pPr>
            <a:lvl4pPr lvl="3" rtl="0">
              <a:lnSpc>
                <a:spcPct val="115000"/>
              </a:lnSpc>
              <a:spcBef>
                <a:spcPts val="0"/>
              </a:spcBef>
              <a:spcAft>
                <a:spcPts val="0"/>
              </a:spcAft>
              <a:buNone/>
              <a:defRPr sz="2600">
                <a:solidFill>
                  <a:schemeClr val="accent1"/>
                </a:solidFill>
                <a:latin typeface="Red Hat Text"/>
                <a:ea typeface="Red Hat Text"/>
                <a:cs typeface="Red Hat Text"/>
                <a:sym typeface="Red Hat Text"/>
              </a:defRPr>
            </a:lvl4pPr>
            <a:lvl5pPr lvl="4" rtl="0">
              <a:lnSpc>
                <a:spcPct val="115000"/>
              </a:lnSpc>
              <a:spcBef>
                <a:spcPts val="0"/>
              </a:spcBef>
              <a:spcAft>
                <a:spcPts val="0"/>
              </a:spcAft>
              <a:buNone/>
              <a:defRPr sz="2600">
                <a:solidFill>
                  <a:schemeClr val="accent1"/>
                </a:solidFill>
                <a:latin typeface="Red Hat Text"/>
                <a:ea typeface="Red Hat Text"/>
                <a:cs typeface="Red Hat Text"/>
                <a:sym typeface="Red Hat Text"/>
              </a:defRPr>
            </a:lvl5pPr>
            <a:lvl6pPr lvl="5" rtl="0">
              <a:lnSpc>
                <a:spcPct val="115000"/>
              </a:lnSpc>
              <a:spcBef>
                <a:spcPts val="0"/>
              </a:spcBef>
              <a:spcAft>
                <a:spcPts val="0"/>
              </a:spcAft>
              <a:buNone/>
              <a:defRPr sz="2600">
                <a:solidFill>
                  <a:schemeClr val="accent1"/>
                </a:solidFill>
                <a:latin typeface="Red Hat Text"/>
                <a:ea typeface="Red Hat Text"/>
                <a:cs typeface="Red Hat Text"/>
                <a:sym typeface="Red Hat Text"/>
              </a:defRPr>
            </a:lvl6pPr>
            <a:lvl7pPr lvl="6" rtl="0">
              <a:lnSpc>
                <a:spcPct val="115000"/>
              </a:lnSpc>
              <a:spcBef>
                <a:spcPts val="0"/>
              </a:spcBef>
              <a:spcAft>
                <a:spcPts val="0"/>
              </a:spcAft>
              <a:buNone/>
              <a:defRPr sz="2600">
                <a:solidFill>
                  <a:schemeClr val="accent1"/>
                </a:solidFill>
                <a:latin typeface="Red Hat Text"/>
                <a:ea typeface="Red Hat Text"/>
                <a:cs typeface="Red Hat Text"/>
                <a:sym typeface="Red Hat Text"/>
              </a:defRPr>
            </a:lvl7pPr>
            <a:lvl8pPr lvl="7" rtl="0">
              <a:lnSpc>
                <a:spcPct val="115000"/>
              </a:lnSpc>
              <a:spcBef>
                <a:spcPts val="0"/>
              </a:spcBef>
              <a:spcAft>
                <a:spcPts val="0"/>
              </a:spcAft>
              <a:buNone/>
              <a:defRPr sz="2600">
                <a:solidFill>
                  <a:schemeClr val="accent1"/>
                </a:solidFill>
                <a:latin typeface="Red Hat Text"/>
                <a:ea typeface="Red Hat Text"/>
                <a:cs typeface="Red Hat Text"/>
                <a:sym typeface="Red Hat Text"/>
              </a:defRPr>
            </a:lvl8pPr>
            <a:lvl9pPr lvl="8" rtl="0">
              <a:lnSpc>
                <a:spcPct val="115000"/>
              </a:lnSpc>
              <a:spcBef>
                <a:spcPts val="0"/>
              </a:spcBef>
              <a:spcAft>
                <a:spcPts val="0"/>
              </a:spcAft>
              <a:buNone/>
              <a:defRPr sz="2600">
                <a:solidFill>
                  <a:schemeClr val="accent1"/>
                </a:solidFill>
                <a:latin typeface="Red Hat Text"/>
                <a:ea typeface="Red Hat Text"/>
                <a:cs typeface="Red Hat Text"/>
                <a:sym typeface="Red Hat Text"/>
              </a:defRPr>
            </a:lvl9pPr>
          </a:lstStyle>
          <a:p/>
        </p:txBody>
      </p:sp>
      <p:sp>
        <p:nvSpPr>
          <p:cNvPr id="4192" name="Google Shape;4192;p32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cxnSp>
        <p:nvCxnSpPr>
          <p:cNvPr id="4193" name="Google Shape;4193;p328"/>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194" name="Google Shape;4194;p328"/>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195" name="Google Shape;4195;p32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196" name="Google Shape;4196;p32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197" name="Google Shape;4197;p328"/>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dark">
  <p:cSld name="CUSTOM_4_1">
    <p:bg>
      <p:bgPr>
        <a:solidFill>
          <a:srgbClr val="353535"/>
        </a:solidFill>
      </p:bgPr>
    </p:bg>
    <p:spTree>
      <p:nvGrpSpPr>
        <p:cNvPr id="4198" name="Shape 4198"/>
        <p:cNvGrpSpPr/>
        <p:nvPr/>
      </p:nvGrpSpPr>
      <p:grpSpPr>
        <a:xfrm>
          <a:off x="0" y="0"/>
          <a:ext cx="0" cy="0"/>
          <a:chOff x="0" y="0"/>
          <a:chExt cx="0" cy="0"/>
        </a:xfrm>
      </p:grpSpPr>
      <p:sp>
        <p:nvSpPr>
          <p:cNvPr id="4199" name="Google Shape;4199;p329"/>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000">
                <a:solidFill>
                  <a:schemeClr val="lt1"/>
                </a:solidFill>
              </a:defRPr>
            </a:lvl1pPr>
            <a:lvl2pPr lvl="1" rtl="0">
              <a:lnSpc>
                <a:spcPct val="115000"/>
              </a:lnSpc>
              <a:spcBef>
                <a:spcPts val="0"/>
              </a:spcBef>
              <a:spcAft>
                <a:spcPts val="0"/>
              </a:spcAft>
              <a:buNone/>
              <a:defRPr sz="2600">
                <a:solidFill>
                  <a:schemeClr val="lt1"/>
                </a:solidFill>
              </a:defRPr>
            </a:lvl2pPr>
            <a:lvl3pPr lvl="2" rtl="0">
              <a:lnSpc>
                <a:spcPct val="115000"/>
              </a:lnSpc>
              <a:spcBef>
                <a:spcPts val="0"/>
              </a:spcBef>
              <a:spcAft>
                <a:spcPts val="0"/>
              </a:spcAft>
              <a:buNone/>
              <a:defRPr sz="2600">
                <a:solidFill>
                  <a:schemeClr val="lt1"/>
                </a:solidFill>
              </a:defRPr>
            </a:lvl3pPr>
            <a:lvl4pPr lvl="3" rtl="0">
              <a:lnSpc>
                <a:spcPct val="115000"/>
              </a:lnSpc>
              <a:spcBef>
                <a:spcPts val="0"/>
              </a:spcBef>
              <a:spcAft>
                <a:spcPts val="0"/>
              </a:spcAft>
              <a:buNone/>
              <a:defRPr sz="2600">
                <a:solidFill>
                  <a:schemeClr val="lt1"/>
                </a:solidFill>
              </a:defRPr>
            </a:lvl4pPr>
            <a:lvl5pPr lvl="4" rtl="0">
              <a:lnSpc>
                <a:spcPct val="115000"/>
              </a:lnSpc>
              <a:spcBef>
                <a:spcPts val="0"/>
              </a:spcBef>
              <a:spcAft>
                <a:spcPts val="0"/>
              </a:spcAft>
              <a:buNone/>
              <a:defRPr sz="2600">
                <a:solidFill>
                  <a:schemeClr val="lt1"/>
                </a:solidFill>
              </a:defRPr>
            </a:lvl5pPr>
            <a:lvl6pPr lvl="5" rtl="0">
              <a:lnSpc>
                <a:spcPct val="115000"/>
              </a:lnSpc>
              <a:spcBef>
                <a:spcPts val="0"/>
              </a:spcBef>
              <a:spcAft>
                <a:spcPts val="0"/>
              </a:spcAft>
              <a:buNone/>
              <a:defRPr sz="2600">
                <a:solidFill>
                  <a:schemeClr val="lt1"/>
                </a:solidFill>
              </a:defRPr>
            </a:lvl6pPr>
            <a:lvl7pPr lvl="6" rtl="0">
              <a:lnSpc>
                <a:spcPct val="115000"/>
              </a:lnSpc>
              <a:spcBef>
                <a:spcPts val="0"/>
              </a:spcBef>
              <a:spcAft>
                <a:spcPts val="0"/>
              </a:spcAft>
              <a:buNone/>
              <a:defRPr sz="2600">
                <a:solidFill>
                  <a:schemeClr val="lt1"/>
                </a:solidFill>
              </a:defRPr>
            </a:lvl7pPr>
            <a:lvl8pPr lvl="7" rtl="0">
              <a:lnSpc>
                <a:spcPct val="115000"/>
              </a:lnSpc>
              <a:spcBef>
                <a:spcPts val="0"/>
              </a:spcBef>
              <a:spcAft>
                <a:spcPts val="0"/>
              </a:spcAft>
              <a:buNone/>
              <a:defRPr sz="2600">
                <a:solidFill>
                  <a:schemeClr val="lt1"/>
                </a:solidFill>
              </a:defRPr>
            </a:lvl8pPr>
            <a:lvl9pPr lvl="8" rtl="0">
              <a:lnSpc>
                <a:spcPct val="115000"/>
              </a:lnSpc>
              <a:spcBef>
                <a:spcPts val="0"/>
              </a:spcBef>
              <a:spcAft>
                <a:spcPts val="0"/>
              </a:spcAft>
              <a:buNone/>
              <a:defRPr sz="2600">
                <a:solidFill>
                  <a:schemeClr val="lt1"/>
                </a:solidFill>
              </a:defRPr>
            </a:lvl9pPr>
          </a:lstStyle>
          <a:p/>
        </p:txBody>
      </p:sp>
      <p:cxnSp>
        <p:nvCxnSpPr>
          <p:cNvPr id="4200" name="Google Shape;4200;p32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201" name="Google Shape;4201;p32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cxnSp>
        <p:nvCxnSpPr>
          <p:cNvPr id="4202" name="Google Shape;4202;p32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pic>
        <p:nvPicPr>
          <p:cNvPr id="4203" name="Google Shape;4203;p329"/>
          <p:cNvPicPr preferRelativeResize="0"/>
          <p:nvPr/>
        </p:nvPicPr>
        <p:blipFill>
          <a:blip r:embed="rId2">
            <a:alphaModFix/>
          </a:blip>
          <a:stretch>
            <a:fillRect/>
          </a:stretch>
        </p:blipFill>
        <p:spPr>
          <a:xfrm>
            <a:off x="10711279" y="6312505"/>
            <a:ext cx="975850" cy="229612"/>
          </a:xfrm>
          <a:prstGeom prst="rect">
            <a:avLst/>
          </a:prstGeom>
          <a:noFill/>
          <a:ln>
            <a:noFill/>
          </a:ln>
        </p:spPr>
      </p:pic>
      <p:sp>
        <p:nvSpPr>
          <p:cNvPr id="4204" name="Google Shape;4204;p32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lt1"/>
                </a:solidFill>
                <a:latin typeface="Red Hat Text Medium"/>
                <a:ea typeface="Red Hat Text Medium"/>
                <a:cs typeface="Red Hat Text Medium"/>
                <a:sym typeface="Red Hat Text Medium"/>
              </a:defRPr>
            </a:lvl1pPr>
            <a:lvl2pPr lvl="1" rtl="0" algn="ctr">
              <a:buNone/>
              <a:defRPr sz="800">
                <a:solidFill>
                  <a:schemeClr val="lt1"/>
                </a:solidFill>
                <a:latin typeface="Red Hat Text Medium"/>
                <a:ea typeface="Red Hat Text Medium"/>
                <a:cs typeface="Red Hat Text Medium"/>
                <a:sym typeface="Red Hat Text Medium"/>
              </a:defRPr>
            </a:lvl2pPr>
            <a:lvl3pPr lvl="2" rtl="0" algn="ctr">
              <a:buNone/>
              <a:defRPr sz="800">
                <a:solidFill>
                  <a:schemeClr val="lt1"/>
                </a:solidFill>
                <a:latin typeface="Red Hat Text Medium"/>
                <a:ea typeface="Red Hat Text Medium"/>
                <a:cs typeface="Red Hat Text Medium"/>
                <a:sym typeface="Red Hat Text Medium"/>
              </a:defRPr>
            </a:lvl3pPr>
            <a:lvl4pPr lvl="3" rtl="0" algn="ctr">
              <a:buNone/>
              <a:defRPr sz="800">
                <a:solidFill>
                  <a:schemeClr val="lt1"/>
                </a:solidFill>
                <a:latin typeface="Red Hat Text Medium"/>
                <a:ea typeface="Red Hat Text Medium"/>
                <a:cs typeface="Red Hat Text Medium"/>
                <a:sym typeface="Red Hat Text Medium"/>
              </a:defRPr>
            </a:lvl4pPr>
            <a:lvl5pPr lvl="4" rtl="0" algn="ctr">
              <a:buNone/>
              <a:defRPr sz="800">
                <a:solidFill>
                  <a:schemeClr val="lt1"/>
                </a:solidFill>
                <a:latin typeface="Red Hat Text Medium"/>
                <a:ea typeface="Red Hat Text Medium"/>
                <a:cs typeface="Red Hat Text Medium"/>
                <a:sym typeface="Red Hat Text Medium"/>
              </a:defRPr>
            </a:lvl5pPr>
            <a:lvl6pPr lvl="5" rtl="0" algn="ctr">
              <a:buNone/>
              <a:defRPr sz="800">
                <a:solidFill>
                  <a:schemeClr val="lt1"/>
                </a:solidFill>
                <a:latin typeface="Red Hat Text Medium"/>
                <a:ea typeface="Red Hat Text Medium"/>
                <a:cs typeface="Red Hat Text Medium"/>
                <a:sym typeface="Red Hat Text Medium"/>
              </a:defRPr>
            </a:lvl6pPr>
            <a:lvl7pPr lvl="6" rtl="0" algn="ctr">
              <a:buNone/>
              <a:defRPr sz="800">
                <a:solidFill>
                  <a:schemeClr val="lt1"/>
                </a:solidFill>
                <a:latin typeface="Red Hat Text Medium"/>
                <a:ea typeface="Red Hat Text Medium"/>
                <a:cs typeface="Red Hat Text Medium"/>
                <a:sym typeface="Red Hat Text Medium"/>
              </a:defRPr>
            </a:lvl7pPr>
            <a:lvl8pPr lvl="7" rtl="0" algn="ctr">
              <a:buNone/>
              <a:defRPr sz="800">
                <a:solidFill>
                  <a:schemeClr val="lt1"/>
                </a:solidFill>
                <a:latin typeface="Red Hat Text Medium"/>
                <a:ea typeface="Red Hat Text Medium"/>
                <a:cs typeface="Red Hat Text Medium"/>
                <a:sym typeface="Red Hat Text Medium"/>
              </a:defRPr>
            </a:lvl8pPr>
            <a:lvl9pPr lvl="8" rtl="0" algn="ctr">
              <a:buNone/>
              <a:defRPr sz="800">
                <a:solidFill>
                  <a:schemeClr val="lt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
        <p:nvSpPr>
          <p:cNvPr id="4205" name="Google Shape;4205;p32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lt1"/>
                </a:solidFill>
              </a:defRPr>
            </a:lvl1pPr>
            <a:lvl2pPr lvl="1" rtl="0">
              <a:lnSpc>
                <a:spcPct val="115000"/>
              </a:lnSpc>
              <a:spcBef>
                <a:spcPts val="0"/>
              </a:spcBef>
              <a:spcAft>
                <a:spcPts val="0"/>
              </a:spcAft>
              <a:buNone/>
              <a:defRPr sz="800">
                <a:solidFill>
                  <a:schemeClr val="lt1"/>
                </a:solidFill>
              </a:defRPr>
            </a:lvl2pPr>
            <a:lvl3pPr lvl="2" rtl="0">
              <a:lnSpc>
                <a:spcPct val="115000"/>
              </a:lnSpc>
              <a:spcBef>
                <a:spcPts val="0"/>
              </a:spcBef>
              <a:spcAft>
                <a:spcPts val="0"/>
              </a:spcAft>
              <a:buNone/>
              <a:defRPr sz="800">
                <a:solidFill>
                  <a:schemeClr val="lt1"/>
                </a:solidFill>
              </a:defRPr>
            </a:lvl3pPr>
            <a:lvl4pPr lvl="3" rtl="0">
              <a:lnSpc>
                <a:spcPct val="115000"/>
              </a:lnSpc>
              <a:spcBef>
                <a:spcPts val="0"/>
              </a:spcBef>
              <a:spcAft>
                <a:spcPts val="0"/>
              </a:spcAft>
              <a:buNone/>
              <a:defRPr sz="800">
                <a:solidFill>
                  <a:schemeClr val="lt1"/>
                </a:solidFill>
              </a:defRPr>
            </a:lvl4pPr>
            <a:lvl5pPr lvl="4" rtl="0">
              <a:lnSpc>
                <a:spcPct val="115000"/>
              </a:lnSpc>
              <a:spcBef>
                <a:spcPts val="0"/>
              </a:spcBef>
              <a:spcAft>
                <a:spcPts val="0"/>
              </a:spcAft>
              <a:buNone/>
              <a:defRPr sz="800">
                <a:solidFill>
                  <a:schemeClr val="lt1"/>
                </a:solidFill>
              </a:defRPr>
            </a:lvl5pPr>
            <a:lvl6pPr lvl="5" rtl="0">
              <a:lnSpc>
                <a:spcPct val="115000"/>
              </a:lnSpc>
              <a:spcBef>
                <a:spcPts val="0"/>
              </a:spcBef>
              <a:spcAft>
                <a:spcPts val="0"/>
              </a:spcAft>
              <a:buNone/>
              <a:defRPr sz="800">
                <a:solidFill>
                  <a:schemeClr val="lt1"/>
                </a:solidFill>
              </a:defRPr>
            </a:lvl6pPr>
            <a:lvl7pPr lvl="6" rtl="0">
              <a:lnSpc>
                <a:spcPct val="115000"/>
              </a:lnSpc>
              <a:spcBef>
                <a:spcPts val="0"/>
              </a:spcBef>
              <a:spcAft>
                <a:spcPts val="0"/>
              </a:spcAft>
              <a:buNone/>
              <a:defRPr sz="800">
                <a:solidFill>
                  <a:schemeClr val="lt1"/>
                </a:solidFill>
              </a:defRPr>
            </a:lvl7pPr>
            <a:lvl8pPr lvl="7" rtl="0">
              <a:lnSpc>
                <a:spcPct val="115000"/>
              </a:lnSpc>
              <a:spcBef>
                <a:spcPts val="0"/>
              </a:spcBef>
              <a:spcAft>
                <a:spcPts val="0"/>
              </a:spcAft>
              <a:buNone/>
              <a:defRPr sz="800">
                <a:solidFill>
                  <a:schemeClr val="lt1"/>
                </a:solidFill>
              </a:defRPr>
            </a:lvl8pPr>
            <a:lvl9pPr lvl="8" rtl="0">
              <a:lnSpc>
                <a:spcPct val="115000"/>
              </a:lnSpc>
              <a:spcBef>
                <a:spcPts val="0"/>
              </a:spcBef>
              <a:spcAft>
                <a:spcPts val="0"/>
              </a:spcAft>
              <a:buNone/>
              <a:defRPr sz="800">
                <a:solidFill>
                  <a:schemeClr val="lt1"/>
                </a:solidFill>
              </a:defRPr>
            </a:lvl9pPr>
          </a:lstStyle>
          <a:p/>
        </p:txBody>
      </p:sp>
      <p:sp>
        <p:nvSpPr>
          <p:cNvPr id="4206" name="Google Shape;4206;p329"/>
          <p:cNvSpPr txBox="1"/>
          <p:nvPr>
            <p:ph idx="3" type="subTitle"/>
          </p:nvPr>
        </p:nvSpPr>
        <p:spPr>
          <a:xfrm>
            <a:off x="32795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4207" name="Google Shape;4207;p329"/>
          <p:cNvSpPr txBox="1"/>
          <p:nvPr>
            <p:ph idx="4" type="subTitle"/>
          </p:nvPr>
        </p:nvSpPr>
        <p:spPr>
          <a:xfrm>
            <a:off x="566065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
        <p:nvSpPr>
          <p:cNvPr id="4208" name="Google Shape;4208;p329"/>
          <p:cNvSpPr txBox="1"/>
          <p:nvPr>
            <p:ph idx="5" type="subTitle"/>
          </p:nvPr>
        </p:nvSpPr>
        <p:spPr>
          <a:xfrm>
            <a:off x="80418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lt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lt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lt1"/>
                </a:solidFill>
                <a:latin typeface="Red Hat Display"/>
                <a:ea typeface="Red Hat Display"/>
                <a:cs typeface="Red Hat Display"/>
                <a:sym typeface="Red Hat Display"/>
              </a:defRPr>
            </a:lvl9pPr>
          </a:lstStyle>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agenda light">
  <p:cSld name="CUSTOM_4_1_1">
    <p:bg>
      <p:bgPr>
        <a:solidFill>
          <a:schemeClr val="lt1"/>
        </a:solidFill>
      </p:bgPr>
    </p:bg>
    <p:spTree>
      <p:nvGrpSpPr>
        <p:cNvPr id="4209" name="Shape 4209"/>
        <p:cNvGrpSpPr/>
        <p:nvPr/>
      </p:nvGrpSpPr>
      <p:grpSpPr>
        <a:xfrm>
          <a:off x="0" y="0"/>
          <a:ext cx="0" cy="0"/>
          <a:chOff x="0" y="0"/>
          <a:chExt cx="0" cy="0"/>
        </a:xfrm>
      </p:grpSpPr>
      <p:sp>
        <p:nvSpPr>
          <p:cNvPr id="4210" name="Google Shape;4210;p330"/>
          <p:cNvSpPr txBox="1"/>
          <p:nvPr>
            <p:ph type="title"/>
          </p:nvPr>
        </p:nvSpPr>
        <p:spPr>
          <a:xfrm>
            <a:off x="885050" y="871750"/>
            <a:ext cx="10422000" cy="13221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3000"/>
            </a:lvl1pPr>
            <a:lvl2pPr lvl="1" rtl="0">
              <a:lnSpc>
                <a:spcPct val="115000"/>
              </a:lnSpc>
              <a:spcBef>
                <a:spcPts val="0"/>
              </a:spcBef>
              <a:spcAft>
                <a:spcPts val="0"/>
              </a:spcAft>
              <a:buNone/>
              <a:defRPr sz="2600"/>
            </a:lvl2pPr>
            <a:lvl3pPr lvl="2" rtl="0">
              <a:lnSpc>
                <a:spcPct val="115000"/>
              </a:lnSpc>
              <a:spcBef>
                <a:spcPts val="0"/>
              </a:spcBef>
              <a:spcAft>
                <a:spcPts val="0"/>
              </a:spcAft>
              <a:buNone/>
              <a:defRPr sz="2600"/>
            </a:lvl3pPr>
            <a:lvl4pPr lvl="3" rtl="0">
              <a:lnSpc>
                <a:spcPct val="115000"/>
              </a:lnSpc>
              <a:spcBef>
                <a:spcPts val="0"/>
              </a:spcBef>
              <a:spcAft>
                <a:spcPts val="0"/>
              </a:spcAft>
              <a:buNone/>
              <a:defRPr sz="2600"/>
            </a:lvl4pPr>
            <a:lvl5pPr lvl="4" rtl="0">
              <a:lnSpc>
                <a:spcPct val="115000"/>
              </a:lnSpc>
              <a:spcBef>
                <a:spcPts val="0"/>
              </a:spcBef>
              <a:spcAft>
                <a:spcPts val="0"/>
              </a:spcAft>
              <a:buNone/>
              <a:defRPr sz="2600"/>
            </a:lvl5pPr>
            <a:lvl6pPr lvl="5" rtl="0">
              <a:lnSpc>
                <a:spcPct val="115000"/>
              </a:lnSpc>
              <a:spcBef>
                <a:spcPts val="0"/>
              </a:spcBef>
              <a:spcAft>
                <a:spcPts val="0"/>
              </a:spcAft>
              <a:buNone/>
              <a:defRPr sz="2600"/>
            </a:lvl6pPr>
            <a:lvl7pPr lvl="6" rtl="0">
              <a:lnSpc>
                <a:spcPct val="115000"/>
              </a:lnSpc>
              <a:spcBef>
                <a:spcPts val="0"/>
              </a:spcBef>
              <a:spcAft>
                <a:spcPts val="0"/>
              </a:spcAft>
              <a:buNone/>
              <a:defRPr sz="2600"/>
            </a:lvl7pPr>
            <a:lvl8pPr lvl="7" rtl="0">
              <a:lnSpc>
                <a:spcPct val="115000"/>
              </a:lnSpc>
              <a:spcBef>
                <a:spcPts val="0"/>
              </a:spcBef>
              <a:spcAft>
                <a:spcPts val="0"/>
              </a:spcAft>
              <a:buNone/>
              <a:defRPr sz="2600"/>
            </a:lvl8pPr>
            <a:lvl9pPr lvl="8" rtl="0">
              <a:lnSpc>
                <a:spcPct val="115000"/>
              </a:lnSpc>
              <a:spcBef>
                <a:spcPts val="0"/>
              </a:spcBef>
              <a:spcAft>
                <a:spcPts val="0"/>
              </a:spcAft>
              <a:buNone/>
              <a:defRPr sz="2600"/>
            </a:lvl9pPr>
          </a:lstStyle>
          <a:p/>
        </p:txBody>
      </p:sp>
      <p:cxnSp>
        <p:nvCxnSpPr>
          <p:cNvPr id="4211" name="Google Shape;4211;p330"/>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212" name="Google Shape;4212;p33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4213" name="Google Shape;4213;p330"/>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214" name="Google Shape;4214;p33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215" name="Google Shape;4215;p33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216" name="Google Shape;4216;p330"/>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217" name="Google Shape;4217;p330"/>
          <p:cNvSpPr txBox="1"/>
          <p:nvPr>
            <p:ph idx="3" type="subTitle"/>
          </p:nvPr>
        </p:nvSpPr>
        <p:spPr>
          <a:xfrm>
            <a:off x="32795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4218" name="Google Shape;4218;p330"/>
          <p:cNvSpPr txBox="1"/>
          <p:nvPr>
            <p:ph idx="4" type="subTitle"/>
          </p:nvPr>
        </p:nvSpPr>
        <p:spPr>
          <a:xfrm>
            <a:off x="566065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
        <p:nvSpPr>
          <p:cNvPr id="4219" name="Google Shape;4219;p330"/>
          <p:cNvSpPr txBox="1"/>
          <p:nvPr>
            <p:ph idx="5" type="subTitle"/>
          </p:nvPr>
        </p:nvSpPr>
        <p:spPr>
          <a:xfrm>
            <a:off x="8041800" y="2664350"/>
            <a:ext cx="2034600" cy="2714100"/>
          </a:xfrm>
          <a:prstGeom prst="rect">
            <a:avLst/>
          </a:prstGeom>
        </p:spPr>
        <p:txBody>
          <a:bodyPr anchorCtr="0" anchor="t" bIns="0" lIns="0" spcFirstLastPara="1" rIns="0" wrap="square" tIns="0">
            <a:noAutofit/>
          </a:bodyPr>
          <a:lstStyle>
            <a:lvl1pPr lvl="0" rtl="0">
              <a:lnSpc>
                <a:spcPct val="114000"/>
              </a:lnSpc>
              <a:spcBef>
                <a:spcPts val="0"/>
              </a:spcBef>
              <a:spcAft>
                <a:spcPts val="0"/>
              </a:spcAft>
              <a:buNone/>
              <a:defRPr sz="2000">
                <a:solidFill>
                  <a:schemeClr val="dk1"/>
                </a:solidFill>
                <a:latin typeface="Red Hat Display"/>
                <a:ea typeface="Red Hat Display"/>
                <a:cs typeface="Red Hat Display"/>
                <a:sym typeface="Red Hat Display"/>
              </a:defRPr>
            </a:lvl1pPr>
            <a:lvl2pPr lvl="1"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2pPr>
            <a:lvl3pPr lvl="2"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3pPr>
            <a:lvl4pPr lvl="3"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4pPr>
            <a:lvl5pPr lvl="4"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5pPr>
            <a:lvl6pPr lvl="5"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6pPr>
            <a:lvl7pPr lvl="6"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7pPr>
            <a:lvl8pPr lvl="7" rtl="0">
              <a:lnSpc>
                <a:spcPct val="114000"/>
              </a:lnSpc>
              <a:spcBef>
                <a:spcPts val="2000"/>
              </a:spcBef>
              <a:spcAft>
                <a:spcPts val="0"/>
              </a:spcAft>
              <a:buNone/>
              <a:defRPr sz="2000">
                <a:solidFill>
                  <a:schemeClr val="dk1"/>
                </a:solidFill>
                <a:latin typeface="Red Hat Display"/>
                <a:ea typeface="Red Hat Display"/>
                <a:cs typeface="Red Hat Display"/>
                <a:sym typeface="Red Hat Display"/>
              </a:defRPr>
            </a:lvl8pPr>
            <a:lvl9pPr lvl="8" rtl="0">
              <a:lnSpc>
                <a:spcPct val="114000"/>
              </a:lnSpc>
              <a:spcBef>
                <a:spcPts val="2000"/>
              </a:spcBef>
              <a:spcAft>
                <a:spcPts val="2000"/>
              </a:spcAft>
              <a:buNone/>
              <a:defRPr sz="2000">
                <a:solidFill>
                  <a:schemeClr val="dk1"/>
                </a:solidFill>
                <a:latin typeface="Red Hat Display"/>
                <a:ea typeface="Red Hat Display"/>
                <a:cs typeface="Red Hat Display"/>
                <a:sym typeface="Red Hat Display"/>
              </a:defRPr>
            </a:lvl9pPr>
          </a:lstStyle>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USTOM_4_2_3">
    <p:spTree>
      <p:nvGrpSpPr>
        <p:cNvPr id="4220" name="Shape 4220"/>
        <p:cNvGrpSpPr/>
        <p:nvPr/>
      </p:nvGrpSpPr>
      <p:grpSpPr>
        <a:xfrm>
          <a:off x="0" y="0"/>
          <a:ext cx="0" cy="0"/>
          <a:chOff x="0" y="0"/>
          <a:chExt cx="0" cy="0"/>
        </a:xfrm>
      </p:grpSpPr>
      <p:sp>
        <p:nvSpPr>
          <p:cNvPr id="4221" name="Google Shape;4221;p331"/>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4222" name="Google Shape;4222;p33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223" name="Google Shape;4223;p33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224" name="Google Shape;4224;p331"/>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4225" name="Google Shape;4225;p33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4226" name="Google Shape;4226;p33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227" name="Google Shape;4227;p33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4228" name="Google Shape;4228;p331"/>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lvl1pPr indent="-349250" lvl="0" marL="457200" rtl="0">
              <a:lnSpc>
                <a:spcPct val="100000"/>
              </a:lnSpc>
              <a:spcBef>
                <a:spcPts val="0"/>
              </a:spcBef>
              <a:spcAft>
                <a:spcPts val="0"/>
              </a:spcAft>
              <a:buClr>
                <a:srgbClr val="EE0000"/>
              </a:buClr>
              <a:buSzPts val="1900"/>
              <a:buChar char="▸"/>
              <a:defRPr sz="1900">
                <a:solidFill>
                  <a:srgbClr val="EE0000"/>
                </a:solidFill>
              </a:defRPr>
            </a:lvl1pPr>
            <a:lvl2pPr indent="-317500" lvl="1" marL="914400" rtl="0">
              <a:lnSpc>
                <a:spcPct val="100000"/>
              </a:lnSpc>
              <a:spcBef>
                <a:spcPts val="1100"/>
              </a:spcBef>
              <a:spcAft>
                <a:spcPts val="0"/>
              </a:spcAft>
              <a:buSzPts val="1400"/>
              <a:buChar char="･"/>
              <a:defRPr/>
            </a:lvl2pPr>
            <a:lvl3pPr indent="-317500" lvl="2" marL="1371600" rtl="0">
              <a:lnSpc>
                <a:spcPct val="100000"/>
              </a:lnSpc>
              <a:spcBef>
                <a:spcPts val="1100"/>
              </a:spcBef>
              <a:spcAft>
                <a:spcPts val="0"/>
              </a:spcAft>
              <a:buSzPts val="1400"/>
              <a:buChar char="･"/>
              <a:defRPr/>
            </a:lvl3pPr>
            <a:lvl4pPr indent="-317500" lvl="3" marL="1828800" rtl="0">
              <a:lnSpc>
                <a:spcPct val="100000"/>
              </a:lnSpc>
              <a:spcBef>
                <a:spcPts val="1100"/>
              </a:spcBef>
              <a:spcAft>
                <a:spcPts val="0"/>
              </a:spcAft>
              <a:buSzPts val="1400"/>
              <a:buChar char="･"/>
              <a:defRPr/>
            </a:lvl4pPr>
            <a:lvl5pPr indent="-317500" lvl="4" marL="2286000" rtl="0">
              <a:lnSpc>
                <a:spcPct val="100000"/>
              </a:lnSpc>
              <a:spcBef>
                <a:spcPts val="1100"/>
              </a:spcBef>
              <a:spcAft>
                <a:spcPts val="0"/>
              </a:spcAft>
              <a:buSzPts val="1400"/>
              <a:buChar char="･"/>
              <a:defRPr/>
            </a:lvl5pPr>
            <a:lvl6pPr indent="-317500" lvl="5" marL="2743200" rtl="0">
              <a:lnSpc>
                <a:spcPct val="100000"/>
              </a:lnSpc>
              <a:spcBef>
                <a:spcPts val="1100"/>
              </a:spcBef>
              <a:spcAft>
                <a:spcPts val="0"/>
              </a:spcAft>
              <a:buSzPts val="1400"/>
              <a:buChar char="･"/>
              <a:defRPr/>
            </a:lvl6pPr>
            <a:lvl7pPr indent="-317500" lvl="6" marL="3200400" rtl="0">
              <a:lnSpc>
                <a:spcPct val="100000"/>
              </a:lnSpc>
              <a:spcBef>
                <a:spcPts val="1100"/>
              </a:spcBef>
              <a:spcAft>
                <a:spcPts val="0"/>
              </a:spcAft>
              <a:buSzPts val="1400"/>
              <a:buChar char="･"/>
              <a:defRPr/>
            </a:lvl7pPr>
            <a:lvl8pPr indent="-317500" lvl="7" marL="3657600" rtl="0">
              <a:lnSpc>
                <a:spcPct val="100000"/>
              </a:lnSpc>
              <a:spcBef>
                <a:spcPts val="1100"/>
              </a:spcBef>
              <a:spcAft>
                <a:spcPts val="0"/>
              </a:spcAft>
              <a:buSzPts val="1400"/>
              <a:buChar char="･"/>
              <a:defRPr/>
            </a:lvl8pPr>
            <a:lvl9pPr indent="-317500" lvl="8" marL="4114800" rtl="0">
              <a:lnSpc>
                <a:spcPct val="100000"/>
              </a:lnSpc>
              <a:spcBef>
                <a:spcPts val="1100"/>
              </a:spcBef>
              <a:spcAft>
                <a:spcPts val="1100"/>
              </a:spcAft>
              <a:buSzPts val="1400"/>
              <a:buChar char="･"/>
              <a:defRPr/>
            </a:lvl9pPr>
          </a:lstStyle>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229" name="Shape 4229"/>
        <p:cNvGrpSpPr/>
        <p:nvPr/>
      </p:nvGrpSpPr>
      <p:grpSpPr>
        <a:xfrm>
          <a:off x="0" y="0"/>
          <a:ext cx="0" cy="0"/>
          <a:chOff x="0" y="0"/>
          <a:chExt cx="0" cy="0"/>
        </a:xfrm>
      </p:grpSpPr>
      <p:sp>
        <p:nvSpPr>
          <p:cNvPr id="4230" name="Google Shape;4230;p33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lank">
  <p:cSld name="title, blank">
    <p:spTree>
      <p:nvGrpSpPr>
        <p:cNvPr id="4231" name="Shape 4231"/>
        <p:cNvGrpSpPr/>
        <p:nvPr/>
      </p:nvGrpSpPr>
      <p:grpSpPr>
        <a:xfrm>
          <a:off x="0" y="0"/>
          <a:ext cx="0" cy="0"/>
          <a:chOff x="0" y="0"/>
          <a:chExt cx="0" cy="0"/>
        </a:xfrm>
      </p:grpSpPr>
      <p:sp>
        <p:nvSpPr>
          <p:cNvPr id="4232" name="Google Shape;4232;p333"/>
          <p:cNvSpPr txBox="1"/>
          <p:nvPr>
            <p:ph type="title"/>
          </p:nvPr>
        </p:nvSpPr>
        <p:spPr>
          <a:xfrm>
            <a:off x="280416" y="268224"/>
            <a:ext cx="5522700" cy="1072800"/>
          </a:xfrm>
          <a:prstGeom prst="rect">
            <a:avLst/>
          </a:prstGeom>
          <a:noFill/>
          <a:ln>
            <a:noFill/>
          </a:ln>
        </p:spPr>
        <p:txBody>
          <a:bodyPr anchorCtr="0" anchor="t" bIns="0" lIns="0" spcFirstLastPara="1" rIns="0" wrap="square" tIns="0">
            <a:noAutofit/>
          </a:bodyPr>
          <a:lstStyle>
            <a:lvl1pPr lvl="0" rtl="0" algn="l">
              <a:lnSpc>
                <a:spcPct val="90000"/>
              </a:lnSpc>
              <a:spcBef>
                <a:spcPts val="0"/>
              </a:spcBef>
              <a:spcAft>
                <a:spcPts val="0"/>
              </a:spcAft>
              <a:buSzPts val="3400"/>
              <a:buNone/>
              <a:defRPr>
                <a:solidFill>
                  <a:schemeClr val="lt1"/>
                </a:solidFill>
              </a:defRPr>
            </a:lvl1pPr>
            <a:lvl2pPr lvl="1" rtl="0" algn="l">
              <a:lnSpc>
                <a:spcPct val="90000"/>
              </a:lnSpc>
              <a:spcBef>
                <a:spcPts val="0"/>
              </a:spcBef>
              <a:spcAft>
                <a:spcPts val="0"/>
              </a:spcAft>
              <a:buSzPts val="3400"/>
              <a:buNone/>
              <a:defRPr/>
            </a:lvl2pPr>
            <a:lvl3pPr lvl="2" rtl="0" algn="l">
              <a:lnSpc>
                <a:spcPct val="90000"/>
              </a:lnSpc>
              <a:spcBef>
                <a:spcPts val="0"/>
              </a:spcBef>
              <a:spcAft>
                <a:spcPts val="0"/>
              </a:spcAft>
              <a:buSzPts val="3400"/>
              <a:buNone/>
              <a:defRPr/>
            </a:lvl3pPr>
            <a:lvl4pPr lvl="3" rtl="0" algn="l">
              <a:lnSpc>
                <a:spcPct val="90000"/>
              </a:lnSpc>
              <a:spcBef>
                <a:spcPts val="0"/>
              </a:spcBef>
              <a:spcAft>
                <a:spcPts val="0"/>
              </a:spcAft>
              <a:buSzPts val="3400"/>
              <a:buNone/>
              <a:defRPr/>
            </a:lvl4pPr>
            <a:lvl5pPr lvl="4" rtl="0" algn="l">
              <a:lnSpc>
                <a:spcPct val="90000"/>
              </a:lnSpc>
              <a:spcBef>
                <a:spcPts val="0"/>
              </a:spcBef>
              <a:spcAft>
                <a:spcPts val="0"/>
              </a:spcAft>
              <a:buSzPts val="3400"/>
              <a:buNone/>
              <a:defRPr/>
            </a:lvl5pPr>
            <a:lvl6pPr lvl="5" rtl="0" algn="l">
              <a:lnSpc>
                <a:spcPct val="90000"/>
              </a:lnSpc>
              <a:spcBef>
                <a:spcPts val="0"/>
              </a:spcBef>
              <a:spcAft>
                <a:spcPts val="0"/>
              </a:spcAft>
              <a:buSzPts val="3400"/>
              <a:buNone/>
              <a:defRPr/>
            </a:lvl6pPr>
            <a:lvl7pPr lvl="6" rtl="0" algn="l">
              <a:lnSpc>
                <a:spcPct val="90000"/>
              </a:lnSpc>
              <a:spcBef>
                <a:spcPts val="0"/>
              </a:spcBef>
              <a:spcAft>
                <a:spcPts val="0"/>
              </a:spcAft>
              <a:buSzPts val="3400"/>
              <a:buNone/>
              <a:defRPr/>
            </a:lvl7pPr>
            <a:lvl8pPr lvl="7" rtl="0" algn="l">
              <a:lnSpc>
                <a:spcPct val="90000"/>
              </a:lnSpc>
              <a:spcBef>
                <a:spcPts val="0"/>
              </a:spcBef>
              <a:spcAft>
                <a:spcPts val="0"/>
              </a:spcAft>
              <a:buSzPts val="3400"/>
              <a:buNone/>
              <a:defRPr/>
            </a:lvl8pPr>
            <a:lvl9pPr lvl="8" rtl="0" algn="l">
              <a:lnSpc>
                <a:spcPct val="90000"/>
              </a:lnSpc>
              <a:spcBef>
                <a:spcPts val="0"/>
              </a:spcBef>
              <a:spcAft>
                <a:spcPts val="0"/>
              </a:spcAft>
              <a:buSzPts val="3400"/>
              <a:buNone/>
              <a:defRPr/>
            </a:lvl9pPr>
          </a:lstStyle>
          <a:p/>
        </p:txBody>
      </p:sp>
      <p:sp>
        <p:nvSpPr>
          <p:cNvPr id="4233" name="Google Shape;4233;p333"/>
          <p:cNvSpPr txBox="1"/>
          <p:nvPr>
            <p:ph idx="11" type="ftr"/>
          </p:nvPr>
        </p:nvSpPr>
        <p:spPr>
          <a:xfrm>
            <a:off x="304888" y="6400800"/>
            <a:ext cx="5486400" cy="222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Clr>
                <a:schemeClr val="lt1"/>
              </a:buClr>
              <a:buSzPts val="800"/>
              <a:buFont typeface="IBM Plex Sans"/>
              <a:buChar char="●"/>
              <a:defRPr sz="1900">
                <a:solidFill>
                  <a:schemeClr val="lt1"/>
                </a:solidFill>
              </a:defRPr>
            </a:lvl1pPr>
            <a:lvl2pPr lvl="1" rtl="0" algn="l">
              <a:spcBef>
                <a:spcPts val="0"/>
              </a:spcBef>
              <a:spcAft>
                <a:spcPts val="0"/>
              </a:spcAft>
              <a:buSzPts val="1900"/>
              <a:buNone/>
              <a:defRPr sz="1900"/>
            </a:lvl2pPr>
            <a:lvl3pPr lvl="2" rtl="0" algn="l">
              <a:spcBef>
                <a:spcPts val="0"/>
              </a:spcBef>
              <a:spcAft>
                <a:spcPts val="0"/>
              </a:spcAft>
              <a:buSzPts val="1900"/>
              <a:buNone/>
              <a:defRPr sz="1900"/>
            </a:lvl3pPr>
            <a:lvl4pPr lvl="3" rtl="0" algn="l">
              <a:spcBef>
                <a:spcPts val="0"/>
              </a:spcBef>
              <a:spcAft>
                <a:spcPts val="0"/>
              </a:spcAft>
              <a:buSzPts val="1900"/>
              <a:buNone/>
              <a:defRPr sz="1900"/>
            </a:lvl4pPr>
            <a:lvl5pPr lvl="4" rtl="0" algn="l">
              <a:spcBef>
                <a:spcPts val="0"/>
              </a:spcBef>
              <a:spcAft>
                <a:spcPts val="0"/>
              </a:spcAft>
              <a:buSzPts val="1900"/>
              <a:buNone/>
              <a:defRPr sz="1900"/>
            </a:lvl5pPr>
            <a:lvl6pPr lvl="5" rtl="0" algn="l">
              <a:spcBef>
                <a:spcPts val="0"/>
              </a:spcBef>
              <a:spcAft>
                <a:spcPts val="0"/>
              </a:spcAft>
              <a:buSzPts val="1900"/>
              <a:buNone/>
              <a:defRPr sz="1900"/>
            </a:lvl6pPr>
            <a:lvl7pPr lvl="6" rtl="0" algn="l">
              <a:spcBef>
                <a:spcPts val="0"/>
              </a:spcBef>
              <a:spcAft>
                <a:spcPts val="0"/>
              </a:spcAft>
              <a:buSzPts val="1900"/>
              <a:buNone/>
              <a:defRPr sz="1900"/>
            </a:lvl7pPr>
            <a:lvl8pPr lvl="7" rtl="0" algn="l">
              <a:spcBef>
                <a:spcPts val="0"/>
              </a:spcBef>
              <a:spcAft>
                <a:spcPts val="0"/>
              </a:spcAft>
              <a:buSzPts val="1900"/>
              <a:buNone/>
              <a:defRPr sz="1900"/>
            </a:lvl8pPr>
            <a:lvl9pPr lvl="8" rtl="0" algn="l">
              <a:spcBef>
                <a:spcPts val="0"/>
              </a:spcBef>
              <a:spcAft>
                <a:spcPts val="0"/>
              </a:spcAft>
              <a:buSzPts val="1900"/>
              <a:buNone/>
              <a:defRPr sz="1900"/>
            </a:lvl9pPr>
          </a:lstStyle>
          <a:p/>
        </p:txBody>
      </p:sp>
      <p:sp>
        <p:nvSpPr>
          <p:cNvPr id="4234" name="Google Shape;4234;p333"/>
          <p:cNvSpPr txBox="1"/>
          <p:nvPr>
            <p:ph idx="12" type="sldNum"/>
          </p:nvPr>
        </p:nvSpPr>
        <p:spPr>
          <a:xfrm>
            <a:off x="9448801" y="6400800"/>
            <a:ext cx="2438400" cy="222300"/>
          </a:xfrm>
          <a:prstGeom prst="rect">
            <a:avLst/>
          </a:prstGeom>
          <a:noFill/>
          <a:ln>
            <a:noFill/>
          </a:ln>
        </p:spPr>
        <p:txBody>
          <a:bodyPr anchorCtr="0" anchor="ctr" bIns="0" lIns="0" spcFirstLastPara="1" rIns="0" wrap="square" tIns="0">
            <a:noAutofit/>
          </a:bodyPr>
          <a:lstStyle>
            <a:lvl1pPr indent="0" lvl="0" marL="0" rtl="0" algn="r">
              <a:spcBef>
                <a:spcPts val="0"/>
              </a:spcBef>
              <a:buNone/>
              <a:defRPr b="0" i="0" sz="800">
                <a:solidFill>
                  <a:schemeClr val="lt1"/>
                </a:solidFill>
                <a:latin typeface="IBM Plex Sans"/>
                <a:ea typeface="IBM Plex Sans"/>
                <a:cs typeface="IBM Plex Sans"/>
                <a:sym typeface="IBM Plex Sans"/>
              </a:defRPr>
            </a:lvl1pPr>
            <a:lvl2pPr indent="0" lvl="1" marL="0" rtl="0" algn="r">
              <a:spcBef>
                <a:spcPts val="0"/>
              </a:spcBef>
              <a:buNone/>
              <a:defRPr b="0" i="0" sz="800">
                <a:solidFill>
                  <a:schemeClr val="lt1"/>
                </a:solidFill>
                <a:latin typeface="IBM Plex Sans"/>
                <a:ea typeface="IBM Plex Sans"/>
                <a:cs typeface="IBM Plex Sans"/>
                <a:sym typeface="IBM Plex Sans"/>
              </a:defRPr>
            </a:lvl2pPr>
            <a:lvl3pPr indent="0" lvl="2" marL="0" rtl="0" algn="r">
              <a:spcBef>
                <a:spcPts val="0"/>
              </a:spcBef>
              <a:buNone/>
              <a:defRPr b="0" i="0" sz="800">
                <a:solidFill>
                  <a:schemeClr val="lt1"/>
                </a:solidFill>
                <a:latin typeface="IBM Plex Sans"/>
                <a:ea typeface="IBM Plex Sans"/>
                <a:cs typeface="IBM Plex Sans"/>
                <a:sym typeface="IBM Plex Sans"/>
              </a:defRPr>
            </a:lvl3pPr>
            <a:lvl4pPr indent="0" lvl="3" marL="0" rtl="0" algn="r">
              <a:spcBef>
                <a:spcPts val="0"/>
              </a:spcBef>
              <a:buNone/>
              <a:defRPr b="0" i="0" sz="800">
                <a:solidFill>
                  <a:schemeClr val="lt1"/>
                </a:solidFill>
                <a:latin typeface="IBM Plex Sans"/>
                <a:ea typeface="IBM Plex Sans"/>
                <a:cs typeface="IBM Plex Sans"/>
                <a:sym typeface="IBM Plex Sans"/>
              </a:defRPr>
            </a:lvl4pPr>
            <a:lvl5pPr indent="0" lvl="4" marL="0" rtl="0" algn="r">
              <a:spcBef>
                <a:spcPts val="0"/>
              </a:spcBef>
              <a:buNone/>
              <a:defRPr b="0" i="0" sz="800">
                <a:solidFill>
                  <a:schemeClr val="lt1"/>
                </a:solidFill>
                <a:latin typeface="IBM Plex Sans"/>
                <a:ea typeface="IBM Plex Sans"/>
                <a:cs typeface="IBM Plex Sans"/>
                <a:sym typeface="IBM Plex Sans"/>
              </a:defRPr>
            </a:lvl5pPr>
            <a:lvl6pPr indent="0" lvl="5" marL="0" rtl="0" algn="r">
              <a:spcBef>
                <a:spcPts val="0"/>
              </a:spcBef>
              <a:buNone/>
              <a:defRPr b="0" i="0" sz="800">
                <a:solidFill>
                  <a:schemeClr val="lt1"/>
                </a:solidFill>
                <a:latin typeface="IBM Plex Sans"/>
                <a:ea typeface="IBM Plex Sans"/>
                <a:cs typeface="IBM Plex Sans"/>
                <a:sym typeface="IBM Plex Sans"/>
              </a:defRPr>
            </a:lvl6pPr>
            <a:lvl7pPr indent="0" lvl="6" marL="0" rtl="0" algn="r">
              <a:spcBef>
                <a:spcPts val="0"/>
              </a:spcBef>
              <a:buNone/>
              <a:defRPr b="0" i="0" sz="800">
                <a:solidFill>
                  <a:schemeClr val="lt1"/>
                </a:solidFill>
                <a:latin typeface="IBM Plex Sans"/>
                <a:ea typeface="IBM Plex Sans"/>
                <a:cs typeface="IBM Plex Sans"/>
                <a:sym typeface="IBM Plex Sans"/>
              </a:defRPr>
            </a:lvl7pPr>
            <a:lvl8pPr indent="0" lvl="7" marL="0" rtl="0" algn="r">
              <a:spcBef>
                <a:spcPts val="0"/>
              </a:spcBef>
              <a:buNone/>
              <a:defRPr b="0" i="0" sz="800">
                <a:solidFill>
                  <a:schemeClr val="lt1"/>
                </a:solidFill>
                <a:latin typeface="IBM Plex Sans"/>
                <a:ea typeface="IBM Plex Sans"/>
                <a:cs typeface="IBM Plex Sans"/>
                <a:sym typeface="IBM Plex Sans"/>
              </a:defRPr>
            </a:lvl8pPr>
            <a:lvl9pPr indent="0" lvl="8" marL="0" rtl="0" algn="r">
              <a:spcBef>
                <a:spcPts val="0"/>
              </a:spcBef>
              <a:buNone/>
              <a:defRPr b="0" i="0" sz="800">
                <a:solidFill>
                  <a:schemeClr val="lt1"/>
                </a:solidFill>
                <a:latin typeface="IBM Plex Sans"/>
                <a:ea typeface="IBM Plex Sans"/>
                <a:cs typeface="IBM Plex Sans"/>
                <a:sym typeface="IBM Plex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text">
  <p:cSld name="two columns, text">
    <p:spTree>
      <p:nvGrpSpPr>
        <p:cNvPr id="4235" name="Shape 4235"/>
        <p:cNvGrpSpPr/>
        <p:nvPr/>
      </p:nvGrpSpPr>
      <p:grpSpPr>
        <a:xfrm>
          <a:off x="0" y="0"/>
          <a:ext cx="0" cy="0"/>
          <a:chOff x="0" y="0"/>
          <a:chExt cx="0" cy="0"/>
        </a:xfrm>
      </p:grpSpPr>
      <p:sp>
        <p:nvSpPr>
          <p:cNvPr id="4236" name="Google Shape;4236;p334"/>
          <p:cNvSpPr txBox="1"/>
          <p:nvPr>
            <p:ph idx="1" type="body"/>
          </p:nvPr>
        </p:nvSpPr>
        <p:spPr>
          <a:xfrm>
            <a:off x="6096000" y="2514600"/>
            <a:ext cx="5181600" cy="609600"/>
          </a:xfrm>
          <a:prstGeom prst="rect">
            <a:avLst/>
          </a:prstGeom>
          <a:noFill/>
          <a:ln>
            <a:noFill/>
          </a:ln>
        </p:spPr>
        <p:txBody>
          <a:bodyPr anchorCtr="0" anchor="b" bIns="0" lIns="0" spcFirstLastPara="1" rIns="0" wrap="square" tIns="0">
            <a:noAutofit/>
          </a:bodyPr>
          <a:lstStyle>
            <a:lvl1pPr indent="-228600" lvl="0" marL="457200" marR="0" rtl="0" algn="ctr">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228600" lvl="1" marL="9144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37" name="Google Shape;4237;p334"/>
          <p:cNvSpPr txBox="1"/>
          <p:nvPr>
            <p:ph idx="2" type="body"/>
          </p:nvPr>
        </p:nvSpPr>
        <p:spPr>
          <a:xfrm>
            <a:off x="914400" y="2514600"/>
            <a:ext cx="5181600" cy="609600"/>
          </a:xfrm>
          <a:prstGeom prst="rect">
            <a:avLst/>
          </a:prstGeom>
          <a:noFill/>
          <a:ln>
            <a:noFill/>
          </a:ln>
        </p:spPr>
        <p:txBody>
          <a:bodyPr anchorCtr="0" anchor="b" bIns="0" lIns="0" spcFirstLastPara="1" rIns="0" wrap="square" tIns="0">
            <a:noAutofit/>
          </a:bodyPr>
          <a:lstStyle>
            <a:lvl1pPr indent="-228600" lvl="0" marL="457200" marR="0" rtl="0" algn="ctr">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228600" lvl="1" marL="9144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ctr">
              <a:spcBef>
                <a:spcPts val="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38" name="Google Shape;4238;p334"/>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b="0" i="0" sz="1100" u="none" cap="none" strike="noStrike">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4239" name="Google Shape;4239;p334"/>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buNone/>
              <a:defRPr b="0" i="0" sz="1100" u="none" cap="none" strike="noStrike">
                <a:solidFill>
                  <a:schemeClr val="dk1"/>
                </a:solidFill>
                <a:latin typeface="Arial"/>
                <a:ea typeface="Arial"/>
                <a:cs typeface="Arial"/>
                <a:sym typeface="Arial"/>
              </a:defRPr>
            </a:lvl1pPr>
            <a:lvl2pPr indent="0" lvl="1" marL="0" marR="0" rtl="0" algn="r">
              <a:spcBef>
                <a:spcPts val="0"/>
              </a:spcBef>
              <a:buNone/>
              <a:defRPr b="0" i="0" sz="1100" u="none" cap="none" strike="noStrike">
                <a:solidFill>
                  <a:schemeClr val="dk1"/>
                </a:solidFill>
                <a:latin typeface="Arial"/>
                <a:ea typeface="Arial"/>
                <a:cs typeface="Arial"/>
                <a:sym typeface="Arial"/>
              </a:defRPr>
            </a:lvl2pPr>
            <a:lvl3pPr indent="0" lvl="2" marL="0" marR="0" rtl="0" algn="r">
              <a:spcBef>
                <a:spcPts val="0"/>
              </a:spcBef>
              <a:buNone/>
              <a:defRPr b="0" i="0" sz="1100" u="none" cap="none" strike="noStrike">
                <a:solidFill>
                  <a:schemeClr val="dk1"/>
                </a:solidFill>
                <a:latin typeface="Arial"/>
                <a:ea typeface="Arial"/>
                <a:cs typeface="Arial"/>
                <a:sym typeface="Arial"/>
              </a:defRPr>
            </a:lvl3pPr>
            <a:lvl4pPr indent="0" lvl="3" marL="0" marR="0" rtl="0" algn="r">
              <a:spcBef>
                <a:spcPts val="0"/>
              </a:spcBef>
              <a:buNone/>
              <a:defRPr b="0" i="0" sz="1100" u="none" cap="none" strike="noStrike">
                <a:solidFill>
                  <a:schemeClr val="dk1"/>
                </a:solidFill>
                <a:latin typeface="Arial"/>
                <a:ea typeface="Arial"/>
                <a:cs typeface="Arial"/>
                <a:sym typeface="Arial"/>
              </a:defRPr>
            </a:lvl4pPr>
            <a:lvl5pPr indent="0" lvl="4" marL="0" marR="0" rtl="0" algn="r">
              <a:spcBef>
                <a:spcPts val="0"/>
              </a:spcBef>
              <a:buNone/>
              <a:defRPr b="0" i="0" sz="1100" u="none" cap="none" strike="noStrike">
                <a:solidFill>
                  <a:schemeClr val="dk1"/>
                </a:solidFill>
                <a:latin typeface="Arial"/>
                <a:ea typeface="Arial"/>
                <a:cs typeface="Arial"/>
                <a:sym typeface="Arial"/>
              </a:defRPr>
            </a:lvl5pPr>
            <a:lvl6pPr indent="0" lvl="5" marL="0" marR="0" rtl="0" algn="r">
              <a:spcBef>
                <a:spcPts val="0"/>
              </a:spcBef>
              <a:buNone/>
              <a:defRPr b="0" i="0" sz="1100" u="none" cap="none" strike="noStrike">
                <a:solidFill>
                  <a:schemeClr val="dk1"/>
                </a:solidFill>
                <a:latin typeface="Arial"/>
                <a:ea typeface="Arial"/>
                <a:cs typeface="Arial"/>
                <a:sym typeface="Arial"/>
              </a:defRPr>
            </a:lvl6pPr>
            <a:lvl7pPr indent="0" lvl="6" marL="0" marR="0" rtl="0" algn="r">
              <a:spcBef>
                <a:spcPts val="0"/>
              </a:spcBef>
              <a:buNone/>
              <a:defRPr b="0" i="0" sz="1100" u="none" cap="none" strike="noStrike">
                <a:solidFill>
                  <a:schemeClr val="dk1"/>
                </a:solidFill>
                <a:latin typeface="Arial"/>
                <a:ea typeface="Arial"/>
                <a:cs typeface="Arial"/>
                <a:sym typeface="Arial"/>
              </a:defRPr>
            </a:lvl7pPr>
            <a:lvl8pPr indent="0" lvl="7" marL="0" marR="0" rtl="0" algn="r">
              <a:spcBef>
                <a:spcPts val="0"/>
              </a:spcBef>
              <a:buNone/>
              <a:defRPr b="0" i="0" sz="1100" u="none" cap="none" strike="noStrike">
                <a:solidFill>
                  <a:schemeClr val="dk1"/>
                </a:solidFill>
                <a:latin typeface="Arial"/>
                <a:ea typeface="Arial"/>
                <a:cs typeface="Arial"/>
                <a:sym typeface="Arial"/>
              </a:defRPr>
            </a:lvl8pPr>
            <a:lvl9pPr indent="0" lvl="8" marL="0" marR="0" rtl="0" algn="r">
              <a:spcBef>
                <a:spcPts val="0"/>
              </a:spcBef>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240" name="Google Shape;4240;p334"/>
          <p:cNvSpPr txBox="1"/>
          <p:nvPr>
            <p:ph idx="3" type="body"/>
          </p:nvPr>
        </p:nvSpPr>
        <p:spPr>
          <a:xfrm>
            <a:off x="914400" y="3352800"/>
            <a:ext cx="5181600" cy="2286000"/>
          </a:xfrm>
          <a:prstGeom prst="rect">
            <a:avLst/>
          </a:prstGeom>
          <a:noFill/>
          <a:ln>
            <a:noFill/>
          </a:ln>
        </p:spPr>
        <p:txBody>
          <a:bodyPr anchorCtr="0" anchor="t" bIns="0" lIns="0" spcFirstLastPara="1" rIns="0" wrap="square" tIns="0">
            <a:noAutofit/>
          </a:bodyPr>
          <a:lstStyle>
            <a:lvl1pPr indent="-228600" lvl="0" marL="457200" marR="0" rtl="0" algn="ctr">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41" name="Google Shape;4241;p334"/>
          <p:cNvSpPr txBox="1"/>
          <p:nvPr>
            <p:ph idx="4" type="body"/>
          </p:nvPr>
        </p:nvSpPr>
        <p:spPr>
          <a:xfrm>
            <a:off x="6096000" y="3352800"/>
            <a:ext cx="5181600" cy="2286000"/>
          </a:xfrm>
          <a:prstGeom prst="rect">
            <a:avLst/>
          </a:prstGeom>
          <a:noFill/>
          <a:ln>
            <a:noFill/>
          </a:ln>
        </p:spPr>
        <p:txBody>
          <a:bodyPr anchorCtr="0" anchor="t" bIns="0" lIns="0" spcFirstLastPara="1" rIns="0" wrap="square" tIns="0">
            <a:noAutofit/>
          </a:bodyPr>
          <a:lstStyle>
            <a:lvl1pPr indent="-228600" lvl="0" marL="457200" marR="0" rtl="0" algn="ctr">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2pPr>
            <a:lvl3pPr indent="-228600" lvl="2" marL="13716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3pPr>
            <a:lvl4pPr indent="-228600" lvl="3" marL="18288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4pPr>
            <a:lvl5pPr indent="-228600" lvl="4" marL="2286000" marR="0" rtl="0" algn="l">
              <a:spcBef>
                <a:spcPts val="400"/>
              </a:spcBef>
              <a:spcAft>
                <a:spcPts val="0"/>
              </a:spcAft>
              <a:buClr>
                <a:schemeClr val="dk1"/>
              </a:buClr>
              <a:buSzPts val="1400"/>
              <a:buFont typeface="Arial"/>
              <a:buNone/>
              <a:defRPr b="0" i="0" sz="21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42" name="Google Shape;4242;p334"/>
          <p:cNvSpPr txBox="1"/>
          <p:nvPr>
            <p:ph idx="5" type="body"/>
          </p:nvPr>
        </p:nvSpPr>
        <p:spPr>
          <a:xfrm>
            <a:off x="914400" y="1397000"/>
            <a:ext cx="10363200" cy="381300"/>
          </a:xfrm>
          <a:prstGeom prst="rect">
            <a:avLst/>
          </a:prstGeom>
          <a:noFill/>
          <a:ln>
            <a:noFill/>
          </a:ln>
        </p:spPr>
        <p:txBody>
          <a:bodyPr anchorCtr="0" anchor="t" bIns="0" lIns="0" spcFirstLastPara="1" rIns="0" wrap="square" tIns="0">
            <a:noAutofit/>
          </a:bodyPr>
          <a:lstStyle>
            <a:lvl1pPr indent="-228600" lvl="0" marL="457200" marR="0" rtl="0" algn="l">
              <a:lnSpc>
                <a:spcPct val="110000"/>
              </a:lnSpc>
              <a:spcBef>
                <a:spcPts val="0"/>
              </a:spcBef>
              <a:spcAft>
                <a:spcPts val="0"/>
              </a:spcAft>
              <a:buClr>
                <a:srgbClr val="000000"/>
              </a:buClr>
              <a:buSzPts val="1600"/>
              <a:buFont typeface="Arial"/>
              <a:buNone/>
              <a:defRPr b="0" i="0" sz="1900" u="none" cap="none" strike="noStrike">
                <a:solidFill>
                  <a:srgbClr val="000000"/>
                </a:solidFill>
                <a:latin typeface="Arial"/>
                <a:ea typeface="Arial"/>
                <a:cs typeface="Arial"/>
                <a:sym typeface="Arial"/>
              </a:defRPr>
            </a:lvl1pPr>
            <a:lvl2pPr indent="-463550" lvl="1" marL="914400" marR="0" rtl="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2pPr>
            <a:lvl3pPr indent="-431800" lvl="2" marL="1371600" marR="0" rtl="0" algn="l">
              <a:spcBef>
                <a:spcPts val="6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3pPr>
            <a:lvl4pPr indent="-400050" lvl="3" marL="18288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243" name="Google Shape;4243;p334"/>
          <p:cNvSpPr txBox="1"/>
          <p:nvPr>
            <p:ph type="title"/>
          </p:nvPr>
        </p:nvSpPr>
        <p:spPr>
          <a:xfrm>
            <a:off x="914400" y="0"/>
            <a:ext cx="10363200" cy="1371600"/>
          </a:xfrm>
          <a:prstGeom prst="rect">
            <a:avLst/>
          </a:prstGeom>
          <a:noFill/>
          <a:ln>
            <a:noFill/>
          </a:ln>
        </p:spPr>
        <p:txBody>
          <a:bodyPr anchorCtr="0" anchor="b" bIns="0" lIns="0" spcFirstLastPara="1" rIns="0" wrap="square" tIns="0">
            <a:noAutofit/>
          </a:bodyPr>
          <a:lstStyle>
            <a:lvl1pPr indent="0" lvl="0" marL="0" marR="0" rtl="0" algn="l">
              <a:spcBef>
                <a:spcPts val="0"/>
              </a:spcBef>
              <a:spcAft>
                <a:spcPts val="0"/>
              </a:spcAft>
              <a:buSzPts val="3400"/>
              <a:buNone/>
              <a:defRPr b="0" i="0" sz="3700" u="none" cap="none" strike="noStrike">
                <a:solidFill>
                  <a:srgbClr val="000000"/>
                </a:solidFill>
                <a:latin typeface="Arial"/>
                <a:ea typeface="Arial"/>
                <a:cs typeface="Arial"/>
                <a:sym typeface="Arial"/>
              </a:defRPr>
            </a:lvl1pPr>
            <a:lvl2pPr indent="0" lvl="1"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3400"/>
              <a:buNone/>
              <a:defRPr b="0" i="0" sz="59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graphics">
  <p:cSld name="CUSTOM_2_1_1_1">
    <p:spTree>
      <p:nvGrpSpPr>
        <p:cNvPr id="4244" name="Shape 4244"/>
        <p:cNvGrpSpPr/>
        <p:nvPr/>
      </p:nvGrpSpPr>
      <p:grpSpPr>
        <a:xfrm>
          <a:off x="0" y="0"/>
          <a:ext cx="0" cy="0"/>
          <a:chOff x="0" y="0"/>
          <a:chExt cx="0" cy="0"/>
        </a:xfrm>
      </p:grpSpPr>
      <p:sp>
        <p:nvSpPr>
          <p:cNvPr id="4245" name="Google Shape;4245;p335"/>
          <p:cNvSpPr txBox="1"/>
          <p:nvPr>
            <p:ph idx="12" type="sldNum"/>
          </p:nvPr>
        </p:nvSpPr>
        <p:spPr>
          <a:xfrm>
            <a:off x="137770" y="6311925"/>
            <a:ext cx="4809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
        <p:nvSpPr>
          <p:cNvPr id="4246" name="Google Shape;4246;p335"/>
          <p:cNvSpPr txBox="1"/>
          <p:nvPr>
            <p:ph idx="1" type="subTitle"/>
          </p:nvPr>
        </p:nvSpPr>
        <p:spPr>
          <a:xfrm>
            <a:off x="1102200" y="3526576"/>
            <a:ext cx="2944800" cy="7728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4247" name="Google Shape;4247;p335"/>
          <p:cNvSpPr txBox="1"/>
          <p:nvPr>
            <p:ph idx="2" type="body"/>
          </p:nvPr>
        </p:nvSpPr>
        <p:spPr>
          <a:xfrm>
            <a:off x="1102200" y="4146975"/>
            <a:ext cx="2944800" cy="1623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4248" name="Google Shape;4248;p335"/>
          <p:cNvSpPr txBox="1"/>
          <p:nvPr>
            <p:ph idx="3" type="subTitle"/>
          </p:nvPr>
        </p:nvSpPr>
        <p:spPr>
          <a:xfrm>
            <a:off x="4623517" y="3526576"/>
            <a:ext cx="2944800" cy="7728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4249" name="Google Shape;4249;p335"/>
          <p:cNvSpPr txBox="1"/>
          <p:nvPr>
            <p:ph idx="4" type="body"/>
          </p:nvPr>
        </p:nvSpPr>
        <p:spPr>
          <a:xfrm>
            <a:off x="4623517" y="4146975"/>
            <a:ext cx="2944800" cy="1623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4250" name="Google Shape;4250;p335"/>
          <p:cNvSpPr txBox="1"/>
          <p:nvPr>
            <p:ph idx="5" type="subTitle"/>
          </p:nvPr>
        </p:nvSpPr>
        <p:spPr>
          <a:xfrm>
            <a:off x="8144983" y="3526576"/>
            <a:ext cx="2944800" cy="772800"/>
          </a:xfrm>
          <a:prstGeom prst="rect">
            <a:avLst/>
          </a:prstGeom>
        </p:spPr>
        <p:txBody>
          <a:bodyPr anchorCtr="0" anchor="b" bIns="0" lIns="0" spcFirstLastPara="1" rIns="0" wrap="square" tIns="0">
            <a:noAutofit/>
          </a:bodyPr>
          <a:lstStyle>
            <a:lvl1pPr lvl="0" rtl="0" algn="ctr">
              <a:lnSpc>
                <a:spcPct val="100000"/>
              </a:lnSpc>
              <a:spcBef>
                <a:spcPts val="0"/>
              </a:spcBef>
              <a:spcAft>
                <a:spcPts val="0"/>
              </a:spcAft>
              <a:buNone/>
              <a:defRPr b="1"/>
            </a:lvl1pPr>
            <a:lvl2pPr lvl="1" rtl="0" algn="ctr">
              <a:lnSpc>
                <a:spcPct val="100000"/>
              </a:lnSpc>
              <a:spcBef>
                <a:spcPts val="500"/>
              </a:spcBef>
              <a:spcAft>
                <a:spcPts val="0"/>
              </a:spcAft>
              <a:buNone/>
              <a:defRPr b="1"/>
            </a:lvl2pPr>
            <a:lvl3pPr lvl="2" rtl="0" algn="ctr">
              <a:lnSpc>
                <a:spcPct val="100000"/>
              </a:lnSpc>
              <a:spcBef>
                <a:spcPts val="500"/>
              </a:spcBef>
              <a:spcAft>
                <a:spcPts val="0"/>
              </a:spcAft>
              <a:buNone/>
              <a:defRPr b="1"/>
            </a:lvl3pPr>
            <a:lvl4pPr lvl="3" rtl="0" algn="ctr">
              <a:lnSpc>
                <a:spcPct val="100000"/>
              </a:lnSpc>
              <a:spcBef>
                <a:spcPts val="500"/>
              </a:spcBef>
              <a:spcAft>
                <a:spcPts val="0"/>
              </a:spcAft>
              <a:buNone/>
              <a:defRPr b="1"/>
            </a:lvl4pPr>
            <a:lvl5pPr lvl="4" rtl="0" algn="ctr">
              <a:lnSpc>
                <a:spcPct val="100000"/>
              </a:lnSpc>
              <a:spcBef>
                <a:spcPts val="500"/>
              </a:spcBef>
              <a:spcAft>
                <a:spcPts val="0"/>
              </a:spcAft>
              <a:buNone/>
              <a:defRPr b="1"/>
            </a:lvl5pPr>
            <a:lvl6pPr lvl="5" rtl="0" algn="ctr">
              <a:lnSpc>
                <a:spcPct val="100000"/>
              </a:lnSpc>
              <a:spcBef>
                <a:spcPts val="500"/>
              </a:spcBef>
              <a:spcAft>
                <a:spcPts val="0"/>
              </a:spcAft>
              <a:buNone/>
              <a:defRPr b="1"/>
            </a:lvl6pPr>
            <a:lvl7pPr lvl="6" rtl="0" algn="ctr">
              <a:lnSpc>
                <a:spcPct val="100000"/>
              </a:lnSpc>
              <a:spcBef>
                <a:spcPts val="500"/>
              </a:spcBef>
              <a:spcAft>
                <a:spcPts val="0"/>
              </a:spcAft>
              <a:buNone/>
              <a:defRPr b="1"/>
            </a:lvl7pPr>
            <a:lvl8pPr lvl="7" rtl="0" algn="ctr">
              <a:lnSpc>
                <a:spcPct val="100000"/>
              </a:lnSpc>
              <a:spcBef>
                <a:spcPts val="500"/>
              </a:spcBef>
              <a:spcAft>
                <a:spcPts val="0"/>
              </a:spcAft>
              <a:buNone/>
              <a:defRPr b="1"/>
            </a:lvl8pPr>
            <a:lvl9pPr lvl="8" rtl="0" algn="ctr">
              <a:lnSpc>
                <a:spcPct val="100000"/>
              </a:lnSpc>
              <a:spcBef>
                <a:spcPts val="500"/>
              </a:spcBef>
              <a:spcAft>
                <a:spcPts val="500"/>
              </a:spcAft>
              <a:buNone/>
              <a:defRPr b="1"/>
            </a:lvl9pPr>
          </a:lstStyle>
          <a:p/>
        </p:txBody>
      </p:sp>
      <p:sp>
        <p:nvSpPr>
          <p:cNvPr id="4251" name="Google Shape;4251;p335"/>
          <p:cNvSpPr txBox="1"/>
          <p:nvPr>
            <p:ph idx="6" type="body"/>
          </p:nvPr>
        </p:nvSpPr>
        <p:spPr>
          <a:xfrm>
            <a:off x="8144983" y="4146975"/>
            <a:ext cx="2944800" cy="1623300"/>
          </a:xfrm>
          <a:prstGeom prst="rect">
            <a:avLst/>
          </a:prstGeom>
        </p:spPr>
        <p:txBody>
          <a:bodyPr anchorCtr="0" anchor="t" bIns="0" lIns="0" spcFirstLastPara="1" rIns="0" wrap="square" tIns="0">
            <a:noAutofit/>
          </a:bodyPr>
          <a:lstStyle>
            <a:lvl1pPr indent="-330200" lvl="0" marL="457200" rtl="0" algn="ctr">
              <a:spcBef>
                <a:spcPts val="0"/>
              </a:spcBef>
              <a:spcAft>
                <a:spcPts val="0"/>
              </a:spcAft>
              <a:buSzPts val="1600"/>
              <a:buChar char="▸"/>
              <a:defRPr sz="1600"/>
            </a:lvl1pPr>
            <a:lvl2pPr indent="-330200" lvl="1" marL="914400" rtl="0" algn="ctr">
              <a:spcBef>
                <a:spcPts val="0"/>
              </a:spcBef>
              <a:spcAft>
                <a:spcPts val="0"/>
              </a:spcAft>
              <a:buSzPts val="1600"/>
              <a:buChar char="･"/>
              <a:defRPr sz="1600"/>
            </a:lvl2pPr>
            <a:lvl3pPr indent="-330200" lvl="2" marL="1371600" rtl="0" algn="ctr">
              <a:spcBef>
                <a:spcPts val="0"/>
              </a:spcBef>
              <a:spcAft>
                <a:spcPts val="0"/>
              </a:spcAft>
              <a:buSzPts val="1600"/>
              <a:buChar char="･"/>
              <a:defRPr sz="1600"/>
            </a:lvl3pPr>
            <a:lvl4pPr indent="-330200" lvl="3" marL="1828800" rtl="0" algn="ctr">
              <a:spcBef>
                <a:spcPts val="0"/>
              </a:spcBef>
              <a:spcAft>
                <a:spcPts val="0"/>
              </a:spcAft>
              <a:buSzPts val="1600"/>
              <a:buChar char="･"/>
              <a:defRPr sz="1600"/>
            </a:lvl4pPr>
            <a:lvl5pPr indent="-330200" lvl="4" marL="2286000" rtl="0" algn="ctr">
              <a:spcBef>
                <a:spcPts val="0"/>
              </a:spcBef>
              <a:spcAft>
                <a:spcPts val="0"/>
              </a:spcAft>
              <a:buSzPts val="1600"/>
              <a:buChar char="･"/>
              <a:defRPr sz="1600"/>
            </a:lvl5pPr>
            <a:lvl6pPr indent="-330200" lvl="5" marL="2743200" rtl="0" algn="ctr">
              <a:spcBef>
                <a:spcPts val="0"/>
              </a:spcBef>
              <a:spcAft>
                <a:spcPts val="0"/>
              </a:spcAft>
              <a:buSzPts val="1600"/>
              <a:buChar char="･"/>
              <a:defRPr sz="1600"/>
            </a:lvl6pPr>
            <a:lvl7pPr indent="-330200" lvl="6" marL="3200400" rtl="0" algn="ctr">
              <a:spcBef>
                <a:spcPts val="0"/>
              </a:spcBef>
              <a:spcAft>
                <a:spcPts val="0"/>
              </a:spcAft>
              <a:buSzPts val="1600"/>
              <a:buChar char="･"/>
              <a:defRPr sz="1600"/>
            </a:lvl7pPr>
            <a:lvl8pPr indent="-330200" lvl="7" marL="3657600" rtl="0" algn="ctr">
              <a:spcBef>
                <a:spcPts val="0"/>
              </a:spcBef>
              <a:spcAft>
                <a:spcPts val="0"/>
              </a:spcAft>
              <a:buSzPts val="1600"/>
              <a:buChar char="･"/>
              <a:defRPr sz="1600"/>
            </a:lvl8pPr>
            <a:lvl9pPr indent="-330200" lvl="8" marL="4114800" rtl="0" algn="ctr">
              <a:spcBef>
                <a:spcPts val="0"/>
              </a:spcBef>
              <a:spcAft>
                <a:spcPts val="0"/>
              </a:spcAft>
              <a:buSzPts val="1600"/>
              <a:buChar char="･"/>
              <a:defRPr sz="1600"/>
            </a:lvl9pPr>
          </a:lstStyle>
          <a:p/>
        </p:txBody>
      </p:sp>
      <p:sp>
        <p:nvSpPr>
          <p:cNvPr id="4252" name="Google Shape;4252;p335"/>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4253" name="Google Shape;4253;p335"/>
          <p:cNvSpPr txBox="1"/>
          <p:nvPr>
            <p:ph idx="7" type="subTitle"/>
          </p:nvPr>
        </p:nvSpPr>
        <p:spPr>
          <a:xfrm>
            <a:off x="1102200" y="1239700"/>
            <a:ext cx="9987600" cy="4383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p:cSld name="CUSTOM_1_1">
    <p:spTree>
      <p:nvGrpSpPr>
        <p:cNvPr id="4254" name="Shape 4254"/>
        <p:cNvGrpSpPr/>
        <p:nvPr/>
      </p:nvGrpSpPr>
      <p:grpSpPr>
        <a:xfrm>
          <a:off x="0" y="0"/>
          <a:ext cx="0" cy="0"/>
          <a:chOff x="0" y="0"/>
          <a:chExt cx="0" cy="0"/>
        </a:xfrm>
      </p:grpSpPr>
      <p:sp>
        <p:nvSpPr>
          <p:cNvPr id="4255" name="Google Shape;4255;p336"/>
          <p:cNvSpPr txBox="1"/>
          <p:nvPr>
            <p:ph idx="12" type="sldNum"/>
          </p:nvPr>
        </p:nvSpPr>
        <p:spPr>
          <a:xfrm>
            <a:off x="137770" y="6311925"/>
            <a:ext cx="4809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
        <p:nvSpPr>
          <p:cNvPr id="4256" name="Google Shape;4256;p336"/>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4257" name="Google Shape;4257;p336"/>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4258" name="Google Shape;4258;p336"/>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1">
  <p:cSld name="text only">
    <p:spTree>
      <p:nvGrpSpPr>
        <p:cNvPr id="4259" name="Shape 4259"/>
        <p:cNvGrpSpPr/>
        <p:nvPr/>
      </p:nvGrpSpPr>
      <p:grpSpPr>
        <a:xfrm>
          <a:off x="0" y="0"/>
          <a:ext cx="0" cy="0"/>
          <a:chOff x="0" y="0"/>
          <a:chExt cx="0" cy="0"/>
        </a:xfrm>
      </p:grpSpPr>
      <p:sp>
        <p:nvSpPr>
          <p:cNvPr id="4260" name="Google Shape;4260;p337"/>
          <p:cNvSpPr txBox="1"/>
          <p:nvPr>
            <p:ph type="title"/>
          </p:nvPr>
        </p:nvSpPr>
        <p:spPr>
          <a:xfrm>
            <a:off x="1102200" y="0"/>
            <a:ext cx="9987600" cy="1417500"/>
          </a:xfrm>
          <a:prstGeom prst="rect">
            <a:avLst/>
          </a:prstGeom>
          <a:noFill/>
          <a:ln>
            <a:noFill/>
          </a:ln>
        </p:spPr>
        <p:txBody>
          <a:bodyPr anchorCtr="0" anchor="b" bIns="0" lIns="0" spcFirstLastPara="1" rIns="0" wrap="square" tIns="0">
            <a:noAutofit/>
          </a:bodyPr>
          <a:lstStyle>
            <a:lvl1pPr lvl="0" rtl="0">
              <a:spcBef>
                <a:spcPts val="0"/>
              </a:spcBef>
              <a:spcAft>
                <a:spcPts val="0"/>
              </a:spcAft>
              <a:buSzPts val="3400"/>
              <a:buFont typeface="Arial"/>
              <a:buNone/>
              <a:defRPr/>
            </a:lvl1pPr>
            <a:lvl2pPr lvl="1" rtl="0">
              <a:spcBef>
                <a:spcPts val="0"/>
              </a:spcBef>
              <a:spcAft>
                <a:spcPts val="0"/>
              </a:spcAft>
              <a:buSzPts val="3400"/>
              <a:buFont typeface="Proxima Nova"/>
              <a:buNone/>
              <a:defRPr/>
            </a:lvl2pPr>
            <a:lvl3pPr lvl="2" rtl="0">
              <a:spcBef>
                <a:spcPts val="0"/>
              </a:spcBef>
              <a:spcAft>
                <a:spcPts val="0"/>
              </a:spcAft>
              <a:buSzPts val="3400"/>
              <a:buFont typeface="Proxima Nova"/>
              <a:buNone/>
              <a:defRPr/>
            </a:lvl3pPr>
            <a:lvl4pPr lvl="3" rtl="0">
              <a:spcBef>
                <a:spcPts val="0"/>
              </a:spcBef>
              <a:spcAft>
                <a:spcPts val="0"/>
              </a:spcAft>
              <a:buSzPts val="3400"/>
              <a:buFont typeface="Proxima Nova"/>
              <a:buNone/>
              <a:defRPr/>
            </a:lvl4pPr>
            <a:lvl5pPr lvl="4" rtl="0">
              <a:spcBef>
                <a:spcPts val="0"/>
              </a:spcBef>
              <a:spcAft>
                <a:spcPts val="0"/>
              </a:spcAft>
              <a:buSzPts val="3400"/>
              <a:buFont typeface="Proxima Nova"/>
              <a:buNone/>
              <a:defRPr/>
            </a:lvl5pPr>
            <a:lvl6pPr lvl="5" rtl="0">
              <a:spcBef>
                <a:spcPts val="0"/>
              </a:spcBef>
              <a:spcAft>
                <a:spcPts val="0"/>
              </a:spcAft>
              <a:buSzPts val="3400"/>
              <a:buFont typeface="Proxima Nova"/>
              <a:buNone/>
              <a:defRPr/>
            </a:lvl6pPr>
            <a:lvl7pPr lvl="6" rtl="0">
              <a:spcBef>
                <a:spcPts val="0"/>
              </a:spcBef>
              <a:spcAft>
                <a:spcPts val="0"/>
              </a:spcAft>
              <a:buSzPts val="3400"/>
              <a:buFont typeface="Proxima Nova"/>
              <a:buNone/>
              <a:defRPr/>
            </a:lvl7pPr>
            <a:lvl8pPr lvl="7" rtl="0">
              <a:spcBef>
                <a:spcPts val="0"/>
              </a:spcBef>
              <a:spcAft>
                <a:spcPts val="0"/>
              </a:spcAft>
              <a:buSzPts val="3400"/>
              <a:buFont typeface="Proxima Nova"/>
              <a:buNone/>
              <a:defRPr/>
            </a:lvl8pPr>
            <a:lvl9pPr lvl="8" rtl="0">
              <a:spcBef>
                <a:spcPts val="0"/>
              </a:spcBef>
              <a:spcAft>
                <a:spcPts val="0"/>
              </a:spcAft>
              <a:buSzPts val="3400"/>
              <a:buFont typeface="Proxima Nova"/>
              <a:buNone/>
              <a:defRPr/>
            </a:lvl9pPr>
          </a:lstStyle>
          <a:p/>
        </p:txBody>
      </p:sp>
      <p:sp>
        <p:nvSpPr>
          <p:cNvPr id="4261" name="Google Shape;4261;p337"/>
          <p:cNvSpPr txBox="1"/>
          <p:nvPr>
            <p:ph idx="12" type="sldNum"/>
          </p:nvPr>
        </p:nvSpPr>
        <p:spPr>
          <a:xfrm>
            <a:off x="137769" y="6311924"/>
            <a:ext cx="480900" cy="524700"/>
          </a:xfrm>
          <a:prstGeom prst="rect">
            <a:avLst/>
          </a:prstGeom>
          <a:noFill/>
          <a:ln>
            <a:noFill/>
          </a:ln>
        </p:spPr>
        <p:txBody>
          <a:bodyPr anchorCtr="0" anchor="ctr" bIns="111725" lIns="111725" spcFirstLastPara="1" rIns="111725" wrap="square" tIns="111725">
            <a:noAutofit/>
          </a:bodyPr>
          <a:lstStyle>
            <a:lvl1pPr indent="0" lvl="0"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4262" name="Google Shape;4262;p337"/>
          <p:cNvSpPr txBox="1"/>
          <p:nvPr>
            <p:ph idx="1" type="subTitle"/>
          </p:nvPr>
        </p:nvSpPr>
        <p:spPr>
          <a:xfrm>
            <a:off x="1102200" y="1341300"/>
            <a:ext cx="9987600" cy="438300"/>
          </a:xfrm>
          <a:prstGeom prst="rect">
            <a:avLst/>
          </a:prstGeom>
          <a:noFill/>
          <a:ln>
            <a:noFill/>
          </a:ln>
        </p:spPr>
        <p:txBody>
          <a:bodyPr anchorCtr="0" anchor="t" bIns="0" lIns="0" spcFirstLastPara="1" rIns="0" wrap="square" tIns="0">
            <a:noAutofit/>
          </a:bodyPr>
          <a:lstStyle>
            <a:lvl1pPr indent="0" lvl="0" marL="0" marR="0" rtl="0" algn="l">
              <a:lnSpc>
                <a:spcPct val="100000"/>
              </a:lnSpc>
              <a:spcBef>
                <a:spcPts val="0"/>
              </a:spcBef>
              <a:spcAft>
                <a:spcPts val="0"/>
              </a:spcAft>
              <a:buClr>
                <a:schemeClr val="dk1"/>
              </a:buClr>
              <a:buSzPts val="1600"/>
              <a:buFont typeface="Arial"/>
              <a:buNone/>
              <a:defRPr b="0" i="0" sz="23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1400"/>
              <a:buFont typeface="Arial"/>
              <a:buNone/>
              <a:defRPr b="0" i="0" sz="2000" u="none" cap="none" strike="noStrike">
                <a:solidFill>
                  <a:schemeClr val="dk1"/>
                </a:solidFill>
                <a:latin typeface="Arial"/>
                <a:ea typeface="Arial"/>
                <a:cs typeface="Arial"/>
                <a:sym typeface="Arial"/>
              </a:defRPr>
            </a:lvl9pPr>
          </a:lstStyle>
          <a:p/>
        </p:txBody>
      </p:sp>
      <p:sp>
        <p:nvSpPr>
          <p:cNvPr id="4263" name="Google Shape;4263;p337"/>
          <p:cNvSpPr txBox="1"/>
          <p:nvPr>
            <p:ph idx="2" type="body"/>
          </p:nvPr>
        </p:nvSpPr>
        <p:spPr>
          <a:xfrm>
            <a:off x="1102267" y="2167900"/>
            <a:ext cx="9987600" cy="3526500"/>
          </a:xfrm>
          <a:prstGeom prst="rect">
            <a:avLst/>
          </a:prstGeom>
          <a:noFill/>
          <a:ln>
            <a:noFill/>
          </a:ln>
        </p:spPr>
        <p:txBody>
          <a:bodyPr anchorCtr="0" anchor="t" bIns="0" lIns="0" spcFirstLastPara="1" rIns="0" wrap="square" tIns="0">
            <a:noAutofit/>
          </a:bodyPr>
          <a:lstStyle>
            <a:lvl1pPr indent="-330200" lvl="0" marL="457200" rtl="0">
              <a:spcBef>
                <a:spcPts val="0"/>
              </a:spcBef>
              <a:spcAft>
                <a:spcPts val="0"/>
              </a:spcAft>
              <a:buSzPts val="1600"/>
              <a:buChar char="▸"/>
              <a:defRPr/>
            </a:lvl1pPr>
            <a:lvl2pPr indent="-317500" lvl="1" marL="914400" rtl="0">
              <a:spcBef>
                <a:spcPts val="500"/>
              </a:spcBef>
              <a:spcAft>
                <a:spcPts val="0"/>
              </a:spcAft>
              <a:buSzPts val="1400"/>
              <a:buChar char="･"/>
              <a:defRPr/>
            </a:lvl2pPr>
            <a:lvl3pPr indent="-317500" lvl="2" marL="1371600" rtl="0">
              <a:spcBef>
                <a:spcPts val="500"/>
              </a:spcBef>
              <a:spcAft>
                <a:spcPts val="0"/>
              </a:spcAft>
              <a:buSzPts val="1400"/>
              <a:buChar char="･"/>
              <a:defRPr/>
            </a:lvl3pPr>
            <a:lvl4pPr indent="-317500" lvl="3" marL="1828800" rtl="0">
              <a:spcBef>
                <a:spcPts val="500"/>
              </a:spcBef>
              <a:spcAft>
                <a:spcPts val="0"/>
              </a:spcAft>
              <a:buSzPts val="1400"/>
              <a:buChar char="･"/>
              <a:defRPr/>
            </a:lvl4pPr>
            <a:lvl5pPr indent="-317500" lvl="4" marL="2286000" rtl="0">
              <a:spcBef>
                <a:spcPts val="500"/>
              </a:spcBef>
              <a:spcAft>
                <a:spcPts val="0"/>
              </a:spcAft>
              <a:buSzPts val="1400"/>
              <a:buChar char="･"/>
              <a:defRPr/>
            </a:lvl5pPr>
            <a:lvl6pPr indent="-317500" lvl="5" marL="2743200" rtl="0">
              <a:spcBef>
                <a:spcPts val="500"/>
              </a:spcBef>
              <a:spcAft>
                <a:spcPts val="0"/>
              </a:spcAft>
              <a:buSzPts val="1400"/>
              <a:buChar char="･"/>
              <a:defRPr/>
            </a:lvl6pPr>
            <a:lvl7pPr indent="-317500" lvl="6" marL="3200400" rtl="0">
              <a:spcBef>
                <a:spcPts val="500"/>
              </a:spcBef>
              <a:spcAft>
                <a:spcPts val="0"/>
              </a:spcAft>
              <a:buSzPts val="1400"/>
              <a:buChar char="･"/>
              <a:defRPr/>
            </a:lvl7pPr>
            <a:lvl8pPr indent="-317500" lvl="7" marL="3657600" rtl="0">
              <a:spcBef>
                <a:spcPts val="500"/>
              </a:spcBef>
              <a:spcAft>
                <a:spcPts val="0"/>
              </a:spcAft>
              <a:buSzPts val="1400"/>
              <a:buChar char="･"/>
              <a:defRPr/>
            </a:lvl8pPr>
            <a:lvl9pPr indent="-317500" lvl="8" marL="4114800" rtl="0">
              <a:spcBef>
                <a:spcPts val="500"/>
              </a:spcBef>
              <a:spcAft>
                <a:spcPts val="500"/>
              </a:spcAft>
              <a:buSzPts val="1400"/>
              <a:buChar char="･"/>
              <a:defRPr/>
            </a:lvl9pPr>
          </a:lstStyle>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2">
  <p:cSld name="CUSTOM_1_2">
    <p:spTree>
      <p:nvGrpSpPr>
        <p:cNvPr id="4264" name="Shape 4264"/>
        <p:cNvGrpSpPr/>
        <p:nvPr/>
      </p:nvGrpSpPr>
      <p:grpSpPr>
        <a:xfrm>
          <a:off x="0" y="0"/>
          <a:ext cx="0" cy="0"/>
          <a:chOff x="0" y="0"/>
          <a:chExt cx="0" cy="0"/>
        </a:xfrm>
      </p:grpSpPr>
      <p:sp>
        <p:nvSpPr>
          <p:cNvPr id="4265" name="Google Shape;4265;p338"/>
          <p:cNvSpPr txBox="1"/>
          <p:nvPr>
            <p:ph idx="12" type="sldNum"/>
          </p:nvPr>
        </p:nvSpPr>
        <p:spPr>
          <a:xfrm>
            <a:off x="137770" y="6311925"/>
            <a:ext cx="4809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
        <p:nvSpPr>
          <p:cNvPr id="4266" name="Google Shape;4266;p338"/>
          <p:cNvSpPr txBox="1"/>
          <p:nvPr>
            <p:ph idx="1" type="body"/>
          </p:nvPr>
        </p:nvSpPr>
        <p:spPr>
          <a:xfrm>
            <a:off x="1102267" y="2167900"/>
            <a:ext cx="9987600" cy="3526500"/>
          </a:xfrm>
          <a:prstGeom prst="rect">
            <a:avLst/>
          </a:prstGeom>
        </p:spPr>
        <p:txBody>
          <a:bodyPr anchorCtr="0" anchor="t" bIns="0" lIns="0" spcFirstLastPara="1" rIns="0" wrap="square" tIns="0">
            <a:noAutofit/>
          </a:bodyPr>
          <a:lstStyle>
            <a:lvl1pPr indent="-311150" lvl="0" marL="457200" rtl="0">
              <a:spcBef>
                <a:spcPts val="0"/>
              </a:spcBef>
              <a:spcAft>
                <a:spcPts val="0"/>
              </a:spcAft>
              <a:buSzPts val="1300"/>
              <a:buFont typeface="Proxima Nova"/>
              <a:buChar char="▸"/>
              <a:defRPr>
                <a:latin typeface="Proxima Nova"/>
                <a:ea typeface="Proxima Nova"/>
                <a:cs typeface="Proxima Nova"/>
                <a:sym typeface="Proxima Nova"/>
              </a:defRPr>
            </a:lvl1pPr>
            <a:lvl2pPr indent="-311150" lvl="1" marL="914400" rtl="0">
              <a:spcBef>
                <a:spcPts val="500"/>
              </a:spcBef>
              <a:spcAft>
                <a:spcPts val="0"/>
              </a:spcAft>
              <a:buSzPts val="1300"/>
              <a:buFont typeface="Proxima Nova"/>
              <a:buChar char="･"/>
              <a:defRPr>
                <a:latin typeface="Proxima Nova"/>
                <a:ea typeface="Proxima Nova"/>
                <a:cs typeface="Proxima Nova"/>
                <a:sym typeface="Proxima Nova"/>
              </a:defRPr>
            </a:lvl2pPr>
            <a:lvl3pPr indent="-311150" lvl="2" marL="1371600" rtl="0">
              <a:spcBef>
                <a:spcPts val="500"/>
              </a:spcBef>
              <a:spcAft>
                <a:spcPts val="0"/>
              </a:spcAft>
              <a:buSzPts val="1300"/>
              <a:buFont typeface="Proxima Nova"/>
              <a:buChar char="･"/>
              <a:defRPr>
                <a:latin typeface="Proxima Nova"/>
                <a:ea typeface="Proxima Nova"/>
                <a:cs typeface="Proxima Nova"/>
                <a:sym typeface="Proxima Nova"/>
              </a:defRPr>
            </a:lvl3pPr>
            <a:lvl4pPr indent="-311150" lvl="3" marL="1828800" rtl="0">
              <a:spcBef>
                <a:spcPts val="500"/>
              </a:spcBef>
              <a:spcAft>
                <a:spcPts val="0"/>
              </a:spcAft>
              <a:buSzPts val="1300"/>
              <a:buFont typeface="Proxima Nova"/>
              <a:buChar char="･"/>
              <a:defRPr>
                <a:latin typeface="Proxima Nova"/>
                <a:ea typeface="Proxima Nova"/>
                <a:cs typeface="Proxima Nova"/>
                <a:sym typeface="Proxima Nova"/>
              </a:defRPr>
            </a:lvl4pPr>
            <a:lvl5pPr indent="-311150" lvl="4" marL="2286000" rtl="0">
              <a:spcBef>
                <a:spcPts val="500"/>
              </a:spcBef>
              <a:spcAft>
                <a:spcPts val="0"/>
              </a:spcAft>
              <a:buSzPts val="1300"/>
              <a:buFont typeface="Proxima Nova"/>
              <a:buChar char="･"/>
              <a:defRPr>
                <a:latin typeface="Proxima Nova"/>
                <a:ea typeface="Proxima Nova"/>
                <a:cs typeface="Proxima Nova"/>
                <a:sym typeface="Proxima Nova"/>
              </a:defRPr>
            </a:lvl5pPr>
            <a:lvl6pPr indent="-311150" lvl="5" marL="2743200" rtl="0">
              <a:spcBef>
                <a:spcPts val="500"/>
              </a:spcBef>
              <a:spcAft>
                <a:spcPts val="0"/>
              </a:spcAft>
              <a:buSzPts val="1300"/>
              <a:buFont typeface="Proxima Nova"/>
              <a:buChar char="･"/>
              <a:defRPr>
                <a:latin typeface="Proxima Nova"/>
                <a:ea typeface="Proxima Nova"/>
                <a:cs typeface="Proxima Nova"/>
                <a:sym typeface="Proxima Nova"/>
              </a:defRPr>
            </a:lvl6pPr>
            <a:lvl7pPr indent="-311150" lvl="6" marL="3200400" rtl="0">
              <a:spcBef>
                <a:spcPts val="500"/>
              </a:spcBef>
              <a:spcAft>
                <a:spcPts val="0"/>
              </a:spcAft>
              <a:buSzPts val="1300"/>
              <a:buFont typeface="Proxima Nova"/>
              <a:buChar char="･"/>
              <a:defRPr>
                <a:latin typeface="Proxima Nova"/>
                <a:ea typeface="Proxima Nova"/>
                <a:cs typeface="Proxima Nova"/>
                <a:sym typeface="Proxima Nova"/>
              </a:defRPr>
            </a:lvl7pPr>
            <a:lvl8pPr indent="-311150" lvl="7" marL="3657600" rtl="0">
              <a:spcBef>
                <a:spcPts val="500"/>
              </a:spcBef>
              <a:spcAft>
                <a:spcPts val="0"/>
              </a:spcAft>
              <a:buSzPts val="1300"/>
              <a:buFont typeface="Proxima Nova"/>
              <a:buChar char="･"/>
              <a:defRPr>
                <a:latin typeface="Proxima Nova"/>
                <a:ea typeface="Proxima Nova"/>
                <a:cs typeface="Proxima Nova"/>
                <a:sym typeface="Proxima Nova"/>
              </a:defRPr>
            </a:lvl8pPr>
            <a:lvl9pPr indent="-311150" lvl="8" marL="4114800" rtl="0">
              <a:spcBef>
                <a:spcPts val="500"/>
              </a:spcBef>
              <a:spcAft>
                <a:spcPts val="500"/>
              </a:spcAft>
              <a:buSzPts val="1300"/>
              <a:buFont typeface="Proxima Nova"/>
              <a:buChar char="･"/>
              <a:defRPr>
                <a:latin typeface="Proxima Nova"/>
                <a:ea typeface="Proxima Nova"/>
                <a:cs typeface="Proxima Nova"/>
                <a:sym typeface="Proxima Nova"/>
              </a:defRPr>
            </a:lvl9pPr>
          </a:lstStyle>
          <a:p/>
        </p:txBody>
      </p:sp>
      <p:sp>
        <p:nvSpPr>
          <p:cNvPr id="4267" name="Google Shape;4267;p338"/>
          <p:cNvSpPr txBox="1"/>
          <p:nvPr>
            <p:ph type="title"/>
          </p:nvPr>
        </p:nvSpPr>
        <p:spPr>
          <a:xfrm>
            <a:off x="1102200" y="0"/>
            <a:ext cx="9987600" cy="1417500"/>
          </a:xfrm>
          <a:prstGeom prst="rect">
            <a:avLst/>
          </a:prstGeom>
        </p:spPr>
        <p:txBody>
          <a:bodyPr anchorCtr="0" anchor="b" bIns="0" lIns="0" spcFirstLastPara="1" rIns="0" wrap="square" tIns="0">
            <a:noAutofit/>
          </a:bodyPr>
          <a:lstStyle>
            <a:lvl1pPr lvl="0" rtl="0">
              <a:spcBef>
                <a:spcPts val="0"/>
              </a:spcBef>
              <a:spcAft>
                <a:spcPts val="0"/>
              </a:spcAft>
              <a:buSzPts val="34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400"/>
              <a:buFont typeface="Proxima Nova"/>
              <a:buNone/>
              <a:defRPr b="0">
                <a:solidFill>
                  <a:schemeClr val="dk1"/>
                </a:solidFill>
                <a:latin typeface="Proxima Nova"/>
                <a:ea typeface="Proxima Nova"/>
                <a:cs typeface="Proxima Nova"/>
                <a:sym typeface="Proxima Nova"/>
              </a:defRPr>
            </a:lvl9pPr>
          </a:lstStyle>
          <a:p/>
        </p:txBody>
      </p:sp>
      <p:sp>
        <p:nvSpPr>
          <p:cNvPr id="4268" name="Google Shape;4268;p338"/>
          <p:cNvSpPr txBox="1"/>
          <p:nvPr>
            <p:ph idx="2" type="subTitle"/>
          </p:nvPr>
        </p:nvSpPr>
        <p:spPr>
          <a:xfrm>
            <a:off x="1102200" y="1239700"/>
            <a:ext cx="9987600" cy="8757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None/>
              <a:defRPr>
                <a:latin typeface="Proxima Nova"/>
                <a:ea typeface="Proxima Nova"/>
                <a:cs typeface="Proxima Nova"/>
                <a:sym typeface="Proxima Nova"/>
              </a:defRPr>
            </a:lvl1pPr>
            <a:lvl2pPr lvl="1" rtl="0">
              <a:lnSpc>
                <a:spcPct val="100000"/>
              </a:lnSpc>
              <a:spcBef>
                <a:spcPts val="500"/>
              </a:spcBef>
              <a:spcAft>
                <a:spcPts val="0"/>
              </a:spcAft>
              <a:buNone/>
              <a:defRPr>
                <a:latin typeface="Proxima Nova"/>
                <a:ea typeface="Proxima Nova"/>
                <a:cs typeface="Proxima Nova"/>
                <a:sym typeface="Proxima Nova"/>
              </a:defRPr>
            </a:lvl2pPr>
            <a:lvl3pPr lvl="2" rtl="0">
              <a:lnSpc>
                <a:spcPct val="100000"/>
              </a:lnSpc>
              <a:spcBef>
                <a:spcPts val="500"/>
              </a:spcBef>
              <a:spcAft>
                <a:spcPts val="0"/>
              </a:spcAft>
              <a:buNone/>
              <a:defRPr>
                <a:latin typeface="Proxima Nova"/>
                <a:ea typeface="Proxima Nova"/>
                <a:cs typeface="Proxima Nova"/>
                <a:sym typeface="Proxima Nova"/>
              </a:defRPr>
            </a:lvl3pPr>
            <a:lvl4pPr lvl="3" rtl="0">
              <a:lnSpc>
                <a:spcPct val="100000"/>
              </a:lnSpc>
              <a:spcBef>
                <a:spcPts val="500"/>
              </a:spcBef>
              <a:spcAft>
                <a:spcPts val="0"/>
              </a:spcAft>
              <a:buNone/>
              <a:defRPr>
                <a:latin typeface="Proxima Nova"/>
                <a:ea typeface="Proxima Nova"/>
                <a:cs typeface="Proxima Nova"/>
                <a:sym typeface="Proxima Nova"/>
              </a:defRPr>
            </a:lvl4pPr>
            <a:lvl5pPr lvl="4" rtl="0">
              <a:lnSpc>
                <a:spcPct val="100000"/>
              </a:lnSpc>
              <a:spcBef>
                <a:spcPts val="500"/>
              </a:spcBef>
              <a:spcAft>
                <a:spcPts val="0"/>
              </a:spcAft>
              <a:buNone/>
              <a:defRPr>
                <a:latin typeface="Proxima Nova"/>
                <a:ea typeface="Proxima Nova"/>
                <a:cs typeface="Proxima Nova"/>
                <a:sym typeface="Proxima Nova"/>
              </a:defRPr>
            </a:lvl5pPr>
            <a:lvl6pPr lvl="5" rtl="0">
              <a:lnSpc>
                <a:spcPct val="100000"/>
              </a:lnSpc>
              <a:spcBef>
                <a:spcPts val="500"/>
              </a:spcBef>
              <a:spcAft>
                <a:spcPts val="0"/>
              </a:spcAft>
              <a:buNone/>
              <a:defRPr>
                <a:latin typeface="Proxima Nova"/>
                <a:ea typeface="Proxima Nova"/>
                <a:cs typeface="Proxima Nova"/>
                <a:sym typeface="Proxima Nova"/>
              </a:defRPr>
            </a:lvl6pPr>
            <a:lvl7pPr lvl="6" rtl="0">
              <a:lnSpc>
                <a:spcPct val="100000"/>
              </a:lnSpc>
              <a:spcBef>
                <a:spcPts val="500"/>
              </a:spcBef>
              <a:spcAft>
                <a:spcPts val="0"/>
              </a:spcAft>
              <a:buNone/>
              <a:defRPr>
                <a:latin typeface="Proxima Nova"/>
                <a:ea typeface="Proxima Nova"/>
                <a:cs typeface="Proxima Nova"/>
                <a:sym typeface="Proxima Nova"/>
              </a:defRPr>
            </a:lvl7pPr>
            <a:lvl8pPr lvl="7" rtl="0">
              <a:lnSpc>
                <a:spcPct val="100000"/>
              </a:lnSpc>
              <a:spcBef>
                <a:spcPts val="500"/>
              </a:spcBef>
              <a:spcAft>
                <a:spcPts val="0"/>
              </a:spcAft>
              <a:buNone/>
              <a:defRPr>
                <a:latin typeface="Proxima Nova"/>
                <a:ea typeface="Proxima Nova"/>
                <a:cs typeface="Proxima Nova"/>
                <a:sym typeface="Proxima Nova"/>
              </a:defRPr>
            </a:lvl8pPr>
            <a:lvl9pPr lvl="8" rtl="0">
              <a:lnSpc>
                <a:spcPct val="100000"/>
              </a:lnSpc>
              <a:spcBef>
                <a:spcPts val="500"/>
              </a:spcBef>
              <a:spcAft>
                <a:spcPts val="500"/>
              </a:spcAft>
              <a:buNone/>
              <a:defRPr>
                <a:latin typeface="Proxima Nova"/>
                <a:ea typeface="Proxima Nova"/>
                <a:cs typeface="Proxima Nova"/>
                <a:sym typeface="Proxima Nova"/>
              </a:defRPr>
            </a:lvl9pPr>
          </a:lstStyle>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overview">
  <p:cSld name="CUSTOM_4_1_1_1">
    <p:bg>
      <p:bgPr>
        <a:solidFill>
          <a:schemeClr val="lt1"/>
        </a:solidFill>
      </p:bgPr>
    </p:bg>
    <p:spTree>
      <p:nvGrpSpPr>
        <p:cNvPr id="4269" name="Shape 4269"/>
        <p:cNvGrpSpPr/>
        <p:nvPr/>
      </p:nvGrpSpPr>
      <p:grpSpPr>
        <a:xfrm>
          <a:off x="0" y="0"/>
          <a:ext cx="0" cy="0"/>
          <a:chOff x="0" y="0"/>
          <a:chExt cx="0" cy="0"/>
        </a:xfrm>
      </p:grpSpPr>
      <p:cxnSp>
        <p:nvCxnSpPr>
          <p:cNvPr id="4270" name="Google Shape;4270;p339"/>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271" name="Google Shape;4271;p33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2pPr>
            <a:lvl3pPr lvl="2"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3pPr>
            <a:lvl4pPr lvl="3"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4pPr>
            <a:lvl5pPr lvl="4"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5pPr>
            <a:lvl6pPr lvl="5"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6pPr>
            <a:lvl7pPr lvl="6"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7pPr>
            <a:lvl8pPr lvl="7"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8pPr>
            <a:lvl9pPr lvl="8" rtl="0">
              <a:lnSpc>
                <a:spcPct val="100000"/>
              </a:lnSpc>
              <a:spcBef>
                <a:spcPts val="0"/>
              </a:spcBef>
              <a:spcAft>
                <a:spcPts val="0"/>
              </a:spcAft>
              <a:buClr>
                <a:srgbClr val="141414"/>
              </a:buClr>
              <a:buSzPts val="1000"/>
              <a:buFont typeface="Red Hat Text Medium"/>
              <a:buNone/>
              <a:defRPr sz="1000">
                <a:solidFill>
                  <a:srgbClr val="141414"/>
                </a:solidFill>
                <a:latin typeface="Red Hat Text Medium"/>
                <a:ea typeface="Red Hat Text Medium"/>
                <a:cs typeface="Red Hat Text Medium"/>
                <a:sym typeface="Red Hat Text Medium"/>
              </a:defRPr>
            </a:lvl9pPr>
          </a:lstStyle>
          <a:p/>
        </p:txBody>
      </p:sp>
      <p:cxnSp>
        <p:nvCxnSpPr>
          <p:cNvPr id="4272" name="Google Shape;4272;p339"/>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273" name="Google Shape;4273;p33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chemeClr val="dk1"/>
                </a:solidFill>
                <a:latin typeface="Red Hat Text Medium"/>
                <a:ea typeface="Red Hat Text Medium"/>
                <a:cs typeface="Red Hat Text Medium"/>
                <a:sym typeface="Red Hat Text Medium"/>
              </a:defRPr>
            </a:lvl1pPr>
            <a:lvl2pPr lvl="1" rtl="0" algn="ctr">
              <a:buNone/>
              <a:defRPr sz="800">
                <a:solidFill>
                  <a:schemeClr val="dk1"/>
                </a:solidFill>
                <a:latin typeface="Red Hat Text Medium"/>
                <a:ea typeface="Red Hat Text Medium"/>
                <a:cs typeface="Red Hat Text Medium"/>
                <a:sym typeface="Red Hat Text Medium"/>
              </a:defRPr>
            </a:lvl2pPr>
            <a:lvl3pPr lvl="2" rtl="0" algn="ctr">
              <a:buNone/>
              <a:defRPr sz="800">
                <a:solidFill>
                  <a:schemeClr val="dk1"/>
                </a:solidFill>
                <a:latin typeface="Red Hat Text Medium"/>
                <a:ea typeface="Red Hat Text Medium"/>
                <a:cs typeface="Red Hat Text Medium"/>
                <a:sym typeface="Red Hat Text Medium"/>
              </a:defRPr>
            </a:lvl3pPr>
            <a:lvl4pPr lvl="3" rtl="0" algn="ctr">
              <a:buNone/>
              <a:defRPr sz="800">
                <a:solidFill>
                  <a:schemeClr val="dk1"/>
                </a:solidFill>
                <a:latin typeface="Red Hat Text Medium"/>
                <a:ea typeface="Red Hat Text Medium"/>
                <a:cs typeface="Red Hat Text Medium"/>
                <a:sym typeface="Red Hat Text Medium"/>
              </a:defRPr>
            </a:lvl4pPr>
            <a:lvl5pPr lvl="4" rtl="0" algn="ctr">
              <a:buNone/>
              <a:defRPr sz="800">
                <a:solidFill>
                  <a:schemeClr val="dk1"/>
                </a:solidFill>
                <a:latin typeface="Red Hat Text Medium"/>
                <a:ea typeface="Red Hat Text Medium"/>
                <a:cs typeface="Red Hat Text Medium"/>
                <a:sym typeface="Red Hat Text Medium"/>
              </a:defRPr>
            </a:lvl5pPr>
            <a:lvl6pPr lvl="5" rtl="0" algn="ctr">
              <a:buNone/>
              <a:defRPr sz="800">
                <a:solidFill>
                  <a:schemeClr val="dk1"/>
                </a:solidFill>
                <a:latin typeface="Red Hat Text Medium"/>
                <a:ea typeface="Red Hat Text Medium"/>
                <a:cs typeface="Red Hat Text Medium"/>
                <a:sym typeface="Red Hat Text Medium"/>
              </a:defRPr>
            </a:lvl6pPr>
            <a:lvl7pPr lvl="6" rtl="0" algn="ctr">
              <a:buNone/>
              <a:defRPr sz="800">
                <a:solidFill>
                  <a:schemeClr val="dk1"/>
                </a:solidFill>
                <a:latin typeface="Red Hat Text Medium"/>
                <a:ea typeface="Red Hat Text Medium"/>
                <a:cs typeface="Red Hat Text Medium"/>
                <a:sym typeface="Red Hat Text Medium"/>
              </a:defRPr>
            </a:lvl7pPr>
            <a:lvl8pPr lvl="7" rtl="0" algn="ctr">
              <a:buNone/>
              <a:defRPr sz="800">
                <a:solidFill>
                  <a:schemeClr val="dk1"/>
                </a:solidFill>
                <a:latin typeface="Red Hat Text Medium"/>
                <a:ea typeface="Red Hat Text Medium"/>
                <a:cs typeface="Red Hat Text Medium"/>
                <a:sym typeface="Red Hat Text Medium"/>
              </a:defRPr>
            </a:lvl8pPr>
            <a:lvl9pPr lvl="8" rtl="0" algn="ctr">
              <a:buNone/>
              <a:defRPr sz="800">
                <a:solidFill>
                  <a:schemeClr val="dk1"/>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274" name="Google Shape;4274;p33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275" name="Google Shape;4275;p339"/>
          <p:cNvSpPr txBox="1"/>
          <p:nvPr>
            <p:ph idx="2"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276" name="Google Shape;4276;p339"/>
          <p:cNvSpPr txBox="1"/>
          <p:nvPr>
            <p:ph idx="3" type="body"/>
          </p:nvPr>
        </p:nvSpPr>
        <p:spPr>
          <a:xfrm>
            <a:off x="900275" y="3109300"/>
            <a:ext cx="5043900" cy="3000000"/>
          </a:xfrm>
          <a:prstGeom prst="rect">
            <a:avLst/>
          </a:prstGeom>
        </p:spPr>
        <p:txBody>
          <a:bodyPr anchorCtr="0" anchor="t" bIns="91425" lIns="914400" spcFirstLastPara="1" rIns="91425" wrap="square" tIns="91425">
            <a:noAutofit/>
          </a:bodyPr>
          <a:lstStyle>
            <a:lvl1pPr indent="-330200" lvl="0" marL="457200" rtl="0">
              <a:lnSpc>
                <a:spcPct val="115000"/>
              </a:lnSpc>
              <a:spcBef>
                <a:spcPts val="0"/>
              </a:spcBef>
              <a:spcAft>
                <a:spcPts val="0"/>
              </a:spcAft>
              <a:buSzPts val="1600"/>
              <a:buChar char="▸"/>
              <a:defRPr/>
            </a:lvl1pPr>
            <a:lvl2pPr indent="-317500" lvl="1" marL="914400" rtl="0">
              <a:lnSpc>
                <a:spcPct val="115000"/>
              </a:lnSpc>
              <a:spcBef>
                <a:spcPts val="2000"/>
              </a:spcBef>
              <a:spcAft>
                <a:spcPts val="0"/>
              </a:spcAft>
              <a:buSzPts val="1400"/>
              <a:buChar char="･"/>
              <a:defRPr/>
            </a:lvl2pPr>
            <a:lvl3pPr indent="-317500" lvl="2" marL="1371600" rtl="0">
              <a:lnSpc>
                <a:spcPct val="115000"/>
              </a:lnSpc>
              <a:spcBef>
                <a:spcPts val="2000"/>
              </a:spcBef>
              <a:spcAft>
                <a:spcPts val="0"/>
              </a:spcAft>
              <a:buSzPts val="1400"/>
              <a:buChar char="･"/>
              <a:defRPr/>
            </a:lvl3pPr>
            <a:lvl4pPr indent="-317500" lvl="3" marL="1828800" rtl="0">
              <a:lnSpc>
                <a:spcPct val="115000"/>
              </a:lnSpc>
              <a:spcBef>
                <a:spcPts val="2000"/>
              </a:spcBef>
              <a:spcAft>
                <a:spcPts val="0"/>
              </a:spcAft>
              <a:buSzPts val="1400"/>
              <a:buChar char="･"/>
              <a:defRPr/>
            </a:lvl4pPr>
            <a:lvl5pPr indent="-317500" lvl="4" marL="2286000" rtl="0">
              <a:lnSpc>
                <a:spcPct val="115000"/>
              </a:lnSpc>
              <a:spcBef>
                <a:spcPts val="2000"/>
              </a:spcBef>
              <a:spcAft>
                <a:spcPts val="0"/>
              </a:spcAft>
              <a:buSzPts val="1400"/>
              <a:buChar char="･"/>
              <a:defRPr/>
            </a:lvl5pPr>
            <a:lvl6pPr indent="-317500" lvl="5" marL="2743200" rtl="0">
              <a:lnSpc>
                <a:spcPct val="115000"/>
              </a:lnSpc>
              <a:spcBef>
                <a:spcPts val="2000"/>
              </a:spcBef>
              <a:spcAft>
                <a:spcPts val="0"/>
              </a:spcAft>
              <a:buSzPts val="1400"/>
              <a:buChar char="･"/>
              <a:defRPr/>
            </a:lvl6pPr>
            <a:lvl7pPr indent="-317500" lvl="6" marL="3200400" rtl="0">
              <a:lnSpc>
                <a:spcPct val="115000"/>
              </a:lnSpc>
              <a:spcBef>
                <a:spcPts val="2000"/>
              </a:spcBef>
              <a:spcAft>
                <a:spcPts val="0"/>
              </a:spcAft>
              <a:buSzPts val="1400"/>
              <a:buChar char="･"/>
              <a:defRPr/>
            </a:lvl7pPr>
            <a:lvl8pPr indent="-317500" lvl="7" marL="3657600" rtl="0">
              <a:lnSpc>
                <a:spcPct val="115000"/>
              </a:lnSpc>
              <a:spcBef>
                <a:spcPts val="2000"/>
              </a:spcBef>
              <a:spcAft>
                <a:spcPts val="0"/>
              </a:spcAft>
              <a:buSzPts val="1400"/>
              <a:buChar char="･"/>
              <a:defRPr/>
            </a:lvl8pPr>
            <a:lvl9pPr indent="-317500" lvl="8" marL="4114800" rtl="0">
              <a:lnSpc>
                <a:spcPct val="115000"/>
              </a:lnSpc>
              <a:spcBef>
                <a:spcPts val="2000"/>
              </a:spcBef>
              <a:spcAft>
                <a:spcPts val="2000"/>
              </a:spcAft>
              <a:buSzPts val="1400"/>
              <a:buChar char="･"/>
              <a:defRPr/>
            </a:lvl9pPr>
          </a:lstStyle>
          <a:p/>
        </p:txBody>
      </p:sp>
      <p:sp>
        <p:nvSpPr>
          <p:cNvPr id="4277" name="Google Shape;4277;p339"/>
          <p:cNvSpPr txBox="1"/>
          <p:nvPr>
            <p:ph type="title"/>
          </p:nvPr>
        </p:nvSpPr>
        <p:spPr>
          <a:xfrm>
            <a:off x="900275" y="1190987"/>
            <a:ext cx="3885900" cy="1461300"/>
          </a:xfrm>
          <a:prstGeom prst="rect">
            <a:avLst/>
          </a:prstGeom>
        </p:spPr>
        <p:txBody>
          <a:bodyPr anchorCtr="0" anchor="b" bIns="0" lIns="0" spcFirstLastPara="1" rIns="0" wrap="square" tIns="0">
            <a:no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None/>
              <a:defRPr sz="4800">
                <a:solidFill>
                  <a:schemeClr val="accent1"/>
                </a:solidFill>
              </a:defRPr>
            </a:lvl2pPr>
            <a:lvl3pPr lvl="2" rtl="0">
              <a:spcBef>
                <a:spcPts val="0"/>
              </a:spcBef>
              <a:spcAft>
                <a:spcPts val="0"/>
              </a:spcAft>
              <a:buClr>
                <a:schemeClr val="accent1"/>
              </a:buClr>
              <a:buSzPts val="4800"/>
              <a:buNone/>
              <a:defRPr sz="4800">
                <a:solidFill>
                  <a:schemeClr val="accent1"/>
                </a:solidFill>
              </a:defRPr>
            </a:lvl3pPr>
            <a:lvl4pPr lvl="3" rtl="0">
              <a:spcBef>
                <a:spcPts val="0"/>
              </a:spcBef>
              <a:spcAft>
                <a:spcPts val="0"/>
              </a:spcAft>
              <a:buClr>
                <a:schemeClr val="accent1"/>
              </a:buClr>
              <a:buSzPts val="4800"/>
              <a:buNone/>
              <a:defRPr sz="4800">
                <a:solidFill>
                  <a:schemeClr val="accent1"/>
                </a:solidFill>
              </a:defRPr>
            </a:lvl4pPr>
            <a:lvl5pPr lvl="4" rtl="0">
              <a:spcBef>
                <a:spcPts val="0"/>
              </a:spcBef>
              <a:spcAft>
                <a:spcPts val="0"/>
              </a:spcAft>
              <a:buClr>
                <a:schemeClr val="accent1"/>
              </a:buClr>
              <a:buSzPts val="4800"/>
              <a:buNone/>
              <a:defRPr sz="4800">
                <a:solidFill>
                  <a:schemeClr val="accent1"/>
                </a:solidFill>
              </a:defRPr>
            </a:lvl5pPr>
            <a:lvl6pPr lvl="5" rtl="0">
              <a:spcBef>
                <a:spcPts val="0"/>
              </a:spcBef>
              <a:spcAft>
                <a:spcPts val="0"/>
              </a:spcAft>
              <a:buClr>
                <a:schemeClr val="accent1"/>
              </a:buClr>
              <a:buSzPts val="4800"/>
              <a:buNone/>
              <a:defRPr sz="4800">
                <a:solidFill>
                  <a:schemeClr val="accent1"/>
                </a:solidFill>
              </a:defRPr>
            </a:lvl6pPr>
            <a:lvl7pPr lvl="6" rtl="0">
              <a:spcBef>
                <a:spcPts val="0"/>
              </a:spcBef>
              <a:spcAft>
                <a:spcPts val="0"/>
              </a:spcAft>
              <a:buClr>
                <a:schemeClr val="accent1"/>
              </a:buClr>
              <a:buSzPts val="4800"/>
              <a:buNone/>
              <a:defRPr sz="4800">
                <a:solidFill>
                  <a:schemeClr val="accent1"/>
                </a:solidFill>
              </a:defRPr>
            </a:lvl7pPr>
            <a:lvl8pPr lvl="7" rtl="0">
              <a:spcBef>
                <a:spcPts val="0"/>
              </a:spcBef>
              <a:spcAft>
                <a:spcPts val="0"/>
              </a:spcAft>
              <a:buClr>
                <a:schemeClr val="accent1"/>
              </a:buClr>
              <a:buSzPts val="4800"/>
              <a:buNone/>
              <a:defRPr sz="4800">
                <a:solidFill>
                  <a:schemeClr val="accent1"/>
                </a:solidFill>
              </a:defRPr>
            </a:lvl8pPr>
            <a:lvl9pPr lvl="8" rtl="0">
              <a:spcBef>
                <a:spcPts val="0"/>
              </a:spcBef>
              <a:spcAft>
                <a:spcPts val="0"/>
              </a:spcAft>
              <a:buClr>
                <a:schemeClr val="accent1"/>
              </a:buClr>
              <a:buSzPts val="4800"/>
              <a:buNone/>
              <a:defRPr sz="4800">
                <a:solidFill>
                  <a:schemeClr val="accent1"/>
                </a:solidFill>
              </a:defRPr>
            </a:lvl9pPr>
          </a:lstStyle>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2">
  <p:cSld name="CUSTOM_4_17_3_1">
    <p:spTree>
      <p:nvGrpSpPr>
        <p:cNvPr id="4278" name="Shape 4278"/>
        <p:cNvGrpSpPr/>
        <p:nvPr/>
      </p:nvGrpSpPr>
      <p:grpSpPr>
        <a:xfrm>
          <a:off x="0" y="0"/>
          <a:ext cx="0" cy="0"/>
          <a:chOff x="0" y="0"/>
          <a:chExt cx="0" cy="0"/>
        </a:xfrm>
      </p:grpSpPr>
      <p:sp>
        <p:nvSpPr>
          <p:cNvPr id="4279" name="Google Shape;4279;p34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1000"/>
              <a:buFont typeface="Red Hat Text Medium"/>
              <a:buNone/>
              <a:defRPr sz="1000">
                <a:solidFill>
                  <a:schemeClr val="accent1"/>
                </a:solidFill>
                <a:latin typeface="Red Hat Text Medium"/>
                <a:ea typeface="Red Hat Text Medium"/>
                <a:cs typeface="Red Hat Text Medium"/>
                <a:sym typeface="Red Hat Text Medium"/>
              </a:defRPr>
            </a:lvl9pPr>
          </a:lstStyle>
          <a:p/>
        </p:txBody>
      </p:sp>
      <p:sp>
        <p:nvSpPr>
          <p:cNvPr id="4280" name="Google Shape;4280;p340"/>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cxnSp>
        <p:nvCxnSpPr>
          <p:cNvPr id="4281" name="Google Shape;4281;p340"/>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282" name="Google Shape;4282;p340"/>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283" name="Google Shape;4283;p340"/>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284" name="Google Shape;4284;p340"/>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285" name="Google Shape;4285;p34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
        <p:nvSpPr>
          <p:cNvPr id="4286" name="Google Shape;4286;p34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287" name="Google Shape;4287;p340"/>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lvl1pPr indent="-317500" lvl="0" marL="457200" rtl="0">
              <a:lnSpc>
                <a:spcPct val="140000"/>
              </a:lnSpc>
              <a:spcBef>
                <a:spcPts val="1000"/>
              </a:spcBef>
              <a:spcAft>
                <a:spcPts val="0"/>
              </a:spcAft>
              <a:buSzPts val="1400"/>
              <a:buChar char="▸"/>
              <a:defRPr sz="1400"/>
            </a:lvl1pPr>
            <a:lvl2pPr indent="-304800" lvl="1" marL="914400" rtl="0">
              <a:lnSpc>
                <a:spcPct val="140000"/>
              </a:lnSpc>
              <a:spcBef>
                <a:spcPts val="1000"/>
              </a:spcBef>
              <a:spcAft>
                <a:spcPts val="0"/>
              </a:spcAft>
              <a:buSzPts val="1200"/>
              <a:buChar char="･"/>
              <a:defRPr sz="1200"/>
            </a:lvl2pPr>
            <a:lvl3pPr indent="-304800" lvl="2" marL="1371600" rtl="0">
              <a:lnSpc>
                <a:spcPct val="140000"/>
              </a:lnSpc>
              <a:spcBef>
                <a:spcPts val="1000"/>
              </a:spcBef>
              <a:spcAft>
                <a:spcPts val="0"/>
              </a:spcAft>
              <a:buSzPts val="1200"/>
              <a:buChar char="･"/>
              <a:defRPr sz="1200"/>
            </a:lvl3pPr>
            <a:lvl4pPr indent="-304800" lvl="3" marL="1828800" rtl="0">
              <a:lnSpc>
                <a:spcPct val="140000"/>
              </a:lnSpc>
              <a:spcBef>
                <a:spcPts val="1000"/>
              </a:spcBef>
              <a:spcAft>
                <a:spcPts val="0"/>
              </a:spcAft>
              <a:buSzPts val="1200"/>
              <a:buChar char="･"/>
              <a:defRPr sz="1200"/>
            </a:lvl4pPr>
            <a:lvl5pPr indent="-304800" lvl="4" marL="2286000" rtl="0">
              <a:lnSpc>
                <a:spcPct val="140000"/>
              </a:lnSpc>
              <a:spcBef>
                <a:spcPts val="1000"/>
              </a:spcBef>
              <a:spcAft>
                <a:spcPts val="0"/>
              </a:spcAft>
              <a:buSzPts val="1200"/>
              <a:buChar char="･"/>
              <a:defRPr sz="1200"/>
            </a:lvl5pPr>
            <a:lvl6pPr indent="-304800" lvl="5" marL="2743200" rtl="0">
              <a:lnSpc>
                <a:spcPct val="140000"/>
              </a:lnSpc>
              <a:spcBef>
                <a:spcPts val="1000"/>
              </a:spcBef>
              <a:spcAft>
                <a:spcPts val="0"/>
              </a:spcAft>
              <a:buSzPts val="1200"/>
              <a:buChar char="･"/>
              <a:defRPr sz="1200"/>
            </a:lvl6pPr>
            <a:lvl7pPr indent="-304800" lvl="6" marL="3200400" rtl="0">
              <a:lnSpc>
                <a:spcPct val="140000"/>
              </a:lnSpc>
              <a:spcBef>
                <a:spcPts val="1000"/>
              </a:spcBef>
              <a:spcAft>
                <a:spcPts val="0"/>
              </a:spcAft>
              <a:buSzPts val="1200"/>
              <a:buChar char="･"/>
              <a:defRPr sz="1200"/>
            </a:lvl7pPr>
            <a:lvl8pPr indent="-304800" lvl="7" marL="3657600" rtl="0">
              <a:lnSpc>
                <a:spcPct val="140000"/>
              </a:lnSpc>
              <a:spcBef>
                <a:spcPts val="1000"/>
              </a:spcBef>
              <a:spcAft>
                <a:spcPts val="0"/>
              </a:spcAft>
              <a:buSzPts val="1200"/>
              <a:buChar char="･"/>
              <a:defRPr sz="1200"/>
            </a:lvl8pPr>
            <a:lvl9pPr indent="-304800" lvl="8" marL="4114800" rtl="0">
              <a:lnSpc>
                <a:spcPct val="140000"/>
              </a:lnSpc>
              <a:spcBef>
                <a:spcPts val="1000"/>
              </a:spcBef>
              <a:spcAft>
                <a:spcPts val="1000"/>
              </a:spcAft>
              <a:buSzPts val="1200"/>
              <a:buChar char="･"/>
              <a:defRPr sz="1200"/>
            </a:lvl9pPr>
          </a:lstStyle>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p:cSld name="CUSTOM_4_21">
    <p:spTree>
      <p:nvGrpSpPr>
        <p:cNvPr id="4288" name="Shape 4288"/>
        <p:cNvGrpSpPr/>
        <p:nvPr/>
      </p:nvGrpSpPr>
      <p:grpSpPr>
        <a:xfrm>
          <a:off x="0" y="0"/>
          <a:ext cx="0" cy="0"/>
          <a:chOff x="0" y="0"/>
          <a:chExt cx="0" cy="0"/>
        </a:xfrm>
      </p:grpSpPr>
      <p:sp>
        <p:nvSpPr>
          <p:cNvPr id="4289" name="Google Shape;4289;p341"/>
          <p:cNvSpPr txBox="1"/>
          <p:nvPr>
            <p:ph type="title"/>
          </p:nvPr>
        </p:nvSpPr>
        <p:spPr>
          <a:xfrm>
            <a:off x="1752600" y="946000"/>
            <a:ext cx="8686800" cy="9678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600">
                <a:solidFill>
                  <a:srgbClr val="000000"/>
                </a:solidFill>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4290" name="Google Shape;4290;p341"/>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cxnSp>
        <p:nvCxnSpPr>
          <p:cNvPr id="4291" name="Google Shape;4291;p341"/>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292" name="Google Shape;4292;p34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4293" name="Google Shape;4293;p34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Tree>
  </p:cSld>
  <p:clrMapOvr>
    <a:masterClrMapping/>
  </p:clrMapOvr>
</p:sldLayout>
</file>

<file path=ppt/slideLayouts/slideLayout3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ype="titleOnly">
  <p:cSld name="TITLE_ONLY">
    <p:bg>
      <p:bgPr>
        <a:blipFill>
          <a:blip r:embed="rId2">
            <a:alphaModFix/>
          </a:blip>
          <a:stretch>
            <a:fillRect/>
          </a:stretch>
        </a:blipFill>
      </p:bgPr>
    </p:bg>
    <p:spTree>
      <p:nvGrpSpPr>
        <p:cNvPr id="4294" name="Shape 4294"/>
        <p:cNvGrpSpPr/>
        <p:nvPr/>
      </p:nvGrpSpPr>
      <p:grpSpPr>
        <a:xfrm>
          <a:off x="0" y="0"/>
          <a:ext cx="0" cy="0"/>
          <a:chOff x="0" y="0"/>
          <a:chExt cx="0" cy="0"/>
        </a:xfrm>
      </p:grpSpPr>
      <p:sp>
        <p:nvSpPr>
          <p:cNvPr id="4295" name="Google Shape;4295;p342"/>
          <p:cNvSpPr/>
          <p:nvPr/>
        </p:nvSpPr>
        <p:spPr>
          <a:xfrm>
            <a:off x="9402734" y="3798966"/>
            <a:ext cx="2789100" cy="2473500"/>
          </a:xfrm>
          <a:prstGeom prst="rect">
            <a:avLst/>
          </a:pr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296" name="Google Shape;4296;p342"/>
          <p:cNvSpPr/>
          <p:nvPr/>
        </p:nvSpPr>
        <p:spPr>
          <a:xfrm>
            <a:off x="202188" y="6459938"/>
            <a:ext cx="1213200" cy="212100"/>
          </a:xfrm>
          <a:prstGeom prst="rect">
            <a:avLst/>
          </a:prstGeom>
          <a:solidFill>
            <a:srgbClr val="FFFFFF"/>
          </a:solidFill>
          <a:ln>
            <a:noFill/>
          </a:ln>
        </p:spPr>
        <p:txBody>
          <a:bodyPr anchorCtr="0" anchor="ctr" bIns="45725" lIns="45725" spcFirstLastPara="1" rIns="45725" wrap="square" tIns="457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p:cSld name="CUSTOM_4_22">
    <p:spTree>
      <p:nvGrpSpPr>
        <p:cNvPr id="4297" name="Shape 4297"/>
        <p:cNvGrpSpPr/>
        <p:nvPr/>
      </p:nvGrpSpPr>
      <p:grpSpPr>
        <a:xfrm>
          <a:off x="0" y="0"/>
          <a:ext cx="0" cy="0"/>
          <a:chOff x="0" y="0"/>
          <a:chExt cx="0" cy="0"/>
        </a:xfrm>
      </p:grpSpPr>
      <p:sp>
        <p:nvSpPr>
          <p:cNvPr id="4298" name="Google Shape;4298;p343"/>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4299" name="Google Shape;4299;p343"/>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300" name="Google Shape;4300;p34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301" name="Google Shape;4301;p343"/>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4302" name="Google Shape;4302;p343"/>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4303" name="Google Shape;4303;p343"/>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04" name="Google Shape;4304;p343"/>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 2 divider D 1">
  <p:cSld name="CUSTOM_3_2">
    <p:bg>
      <p:bgPr>
        <a:blipFill>
          <a:blip r:embed="rId2">
            <a:alphaModFix/>
          </a:blip>
          <a:stretch>
            <a:fillRect/>
          </a:stretch>
        </a:blipFill>
      </p:bgPr>
    </p:bg>
    <p:spTree>
      <p:nvGrpSpPr>
        <p:cNvPr id="4305" name="Shape 4305"/>
        <p:cNvGrpSpPr/>
        <p:nvPr/>
      </p:nvGrpSpPr>
      <p:grpSpPr>
        <a:xfrm>
          <a:off x="0" y="0"/>
          <a:ext cx="0" cy="0"/>
          <a:chOff x="0" y="0"/>
          <a:chExt cx="0" cy="0"/>
        </a:xfrm>
      </p:grpSpPr>
      <p:cxnSp>
        <p:nvCxnSpPr>
          <p:cNvPr id="4306" name="Google Shape;4306;p344"/>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307" name="Google Shape;4307;p344"/>
          <p:cNvSpPr txBox="1"/>
          <p:nvPr>
            <p:ph idx="1" type="subTitle"/>
          </p:nvPr>
        </p:nvSpPr>
        <p:spPr>
          <a:xfrm rot="5400000">
            <a:off x="-2138450" y="2138400"/>
            <a:ext cx="5148900" cy="872100"/>
          </a:xfrm>
          <a:prstGeom prst="rect">
            <a:avLst/>
          </a:prstGeom>
        </p:spPr>
        <p:txBody>
          <a:bodyPr anchorCtr="0" anchor="ctr" bIns="91425" lIns="502900" spcFirstLastPara="1" rIns="91425" wrap="square" tIns="91425">
            <a:noAutofit/>
          </a:bodyPr>
          <a:lstStyle>
            <a:lvl1pPr lvl="0"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lt1"/>
              </a:buClr>
              <a:buSzPts val="1000"/>
              <a:buFont typeface="Red Hat Text Medium"/>
              <a:buNone/>
              <a:defRPr sz="1000">
                <a:solidFill>
                  <a:schemeClr val="lt1"/>
                </a:solidFill>
                <a:latin typeface="Red Hat Text Medium"/>
                <a:ea typeface="Red Hat Text Medium"/>
                <a:cs typeface="Red Hat Text Medium"/>
                <a:sym typeface="Red Hat Text Medium"/>
              </a:defRPr>
            </a:lvl9pPr>
          </a:lstStyle>
          <a:p/>
        </p:txBody>
      </p:sp>
      <p:pic>
        <p:nvPicPr>
          <p:cNvPr id="4308" name="Google Shape;4308;p344"/>
          <p:cNvPicPr preferRelativeResize="0"/>
          <p:nvPr/>
        </p:nvPicPr>
        <p:blipFill rotWithShape="1">
          <a:blip r:embed="rId3">
            <a:alphaModFix/>
          </a:blip>
          <a:srcRect b="318" l="0" r="0" t="328"/>
          <a:stretch/>
        </p:blipFill>
        <p:spPr>
          <a:xfrm>
            <a:off x="10711279" y="6313250"/>
            <a:ext cx="975850" cy="228121"/>
          </a:xfrm>
          <a:prstGeom prst="rect">
            <a:avLst/>
          </a:prstGeom>
          <a:noFill/>
          <a:ln>
            <a:noFill/>
          </a:ln>
        </p:spPr>
      </p:pic>
      <p:sp>
        <p:nvSpPr>
          <p:cNvPr id="4309" name="Google Shape;4309;p344"/>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solidFill>
                  <a:srgbClr val="FFFFFF"/>
                </a:solidFill>
                <a:latin typeface="Red Hat Text Medium"/>
                <a:ea typeface="Red Hat Text Medium"/>
                <a:cs typeface="Red Hat Text Medium"/>
                <a:sym typeface="Red Hat Text Medium"/>
              </a:defRPr>
            </a:lvl1pPr>
            <a:lvl2pPr lvl="1" rtl="0" algn="ctr">
              <a:buNone/>
              <a:defRPr sz="800">
                <a:solidFill>
                  <a:srgbClr val="FFFFFF"/>
                </a:solidFill>
                <a:latin typeface="Red Hat Text Medium"/>
                <a:ea typeface="Red Hat Text Medium"/>
                <a:cs typeface="Red Hat Text Medium"/>
                <a:sym typeface="Red Hat Text Medium"/>
              </a:defRPr>
            </a:lvl2pPr>
            <a:lvl3pPr lvl="2" rtl="0" algn="ctr">
              <a:buNone/>
              <a:defRPr sz="800">
                <a:solidFill>
                  <a:srgbClr val="FFFFFF"/>
                </a:solidFill>
                <a:latin typeface="Red Hat Text Medium"/>
                <a:ea typeface="Red Hat Text Medium"/>
                <a:cs typeface="Red Hat Text Medium"/>
                <a:sym typeface="Red Hat Text Medium"/>
              </a:defRPr>
            </a:lvl3pPr>
            <a:lvl4pPr lvl="3" rtl="0" algn="ctr">
              <a:buNone/>
              <a:defRPr sz="800">
                <a:solidFill>
                  <a:srgbClr val="FFFFFF"/>
                </a:solidFill>
                <a:latin typeface="Red Hat Text Medium"/>
                <a:ea typeface="Red Hat Text Medium"/>
                <a:cs typeface="Red Hat Text Medium"/>
                <a:sym typeface="Red Hat Text Medium"/>
              </a:defRPr>
            </a:lvl4pPr>
            <a:lvl5pPr lvl="4" rtl="0" algn="ctr">
              <a:buNone/>
              <a:defRPr sz="800">
                <a:solidFill>
                  <a:srgbClr val="FFFFFF"/>
                </a:solidFill>
                <a:latin typeface="Red Hat Text Medium"/>
                <a:ea typeface="Red Hat Text Medium"/>
                <a:cs typeface="Red Hat Text Medium"/>
                <a:sym typeface="Red Hat Text Medium"/>
              </a:defRPr>
            </a:lvl5pPr>
            <a:lvl6pPr lvl="5" rtl="0" algn="ctr">
              <a:buNone/>
              <a:defRPr sz="800">
                <a:solidFill>
                  <a:srgbClr val="FFFFFF"/>
                </a:solidFill>
                <a:latin typeface="Red Hat Text Medium"/>
                <a:ea typeface="Red Hat Text Medium"/>
                <a:cs typeface="Red Hat Text Medium"/>
                <a:sym typeface="Red Hat Text Medium"/>
              </a:defRPr>
            </a:lvl6pPr>
            <a:lvl7pPr lvl="6" rtl="0" algn="ctr">
              <a:buNone/>
              <a:defRPr sz="800">
                <a:solidFill>
                  <a:srgbClr val="FFFFFF"/>
                </a:solidFill>
                <a:latin typeface="Red Hat Text Medium"/>
                <a:ea typeface="Red Hat Text Medium"/>
                <a:cs typeface="Red Hat Text Medium"/>
                <a:sym typeface="Red Hat Text Medium"/>
              </a:defRPr>
            </a:lvl7pPr>
            <a:lvl8pPr lvl="7" rtl="0" algn="ctr">
              <a:buNone/>
              <a:defRPr sz="800">
                <a:solidFill>
                  <a:srgbClr val="FFFFFF"/>
                </a:solidFill>
                <a:latin typeface="Red Hat Text Medium"/>
                <a:ea typeface="Red Hat Text Medium"/>
                <a:cs typeface="Red Hat Text Medium"/>
                <a:sym typeface="Red Hat Text Medium"/>
              </a:defRPr>
            </a:lvl8pPr>
            <a:lvl9pPr lvl="8" rtl="0" algn="ctr">
              <a:buNone/>
              <a:defRPr sz="800">
                <a:solidFill>
                  <a:srgbClr val="FFFFFF"/>
                </a:solidFill>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4">
  <p:cSld name="CUSTOM_4_2_8">
    <p:spTree>
      <p:nvGrpSpPr>
        <p:cNvPr id="4310" name="Shape 4310"/>
        <p:cNvGrpSpPr/>
        <p:nvPr/>
      </p:nvGrpSpPr>
      <p:grpSpPr>
        <a:xfrm>
          <a:off x="0" y="0"/>
          <a:ext cx="0" cy="0"/>
          <a:chOff x="0" y="0"/>
          <a:chExt cx="0" cy="0"/>
        </a:xfrm>
      </p:grpSpPr>
      <p:sp>
        <p:nvSpPr>
          <p:cNvPr id="4311" name="Google Shape;4311;p345"/>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4312" name="Google Shape;4312;p345"/>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313" name="Google Shape;4313;p3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314" name="Google Shape;4314;p345"/>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4315" name="Google Shape;4315;p345"/>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4316" name="Google Shape;4316;p345"/>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17" name="Google Shape;4317;p34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
        <p:nvSpPr>
          <p:cNvPr id="4318" name="Google Shape;4318;p345"/>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lvl1pPr indent="-349250" lvl="0" marL="457200" rtl="0">
              <a:lnSpc>
                <a:spcPct val="100000"/>
              </a:lnSpc>
              <a:spcBef>
                <a:spcPts val="0"/>
              </a:spcBef>
              <a:spcAft>
                <a:spcPts val="0"/>
              </a:spcAft>
              <a:buClr>
                <a:srgbClr val="EE0000"/>
              </a:buClr>
              <a:buSzPts val="1900"/>
              <a:buChar char="▸"/>
              <a:defRPr sz="1900">
                <a:solidFill>
                  <a:srgbClr val="EE0000"/>
                </a:solidFill>
              </a:defRPr>
            </a:lvl1pPr>
            <a:lvl2pPr indent="-317500" lvl="1" marL="914400" rtl="0">
              <a:lnSpc>
                <a:spcPct val="100000"/>
              </a:lnSpc>
              <a:spcBef>
                <a:spcPts val="1100"/>
              </a:spcBef>
              <a:spcAft>
                <a:spcPts val="0"/>
              </a:spcAft>
              <a:buSzPts val="1400"/>
              <a:buChar char="･"/>
              <a:defRPr/>
            </a:lvl2pPr>
            <a:lvl3pPr indent="-317500" lvl="2" marL="1371600" rtl="0">
              <a:lnSpc>
                <a:spcPct val="100000"/>
              </a:lnSpc>
              <a:spcBef>
                <a:spcPts val="1100"/>
              </a:spcBef>
              <a:spcAft>
                <a:spcPts val="0"/>
              </a:spcAft>
              <a:buSzPts val="1400"/>
              <a:buChar char="･"/>
              <a:defRPr/>
            </a:lvl3pPr>
            <a:lvl4pPr indent="-317500" lvl="3" marL="1828800" rtl="0">
              <a:lnSpc>
                <a:spcPct val="100000"/>
              </a:lnSpc>
              <a:spcBef>
                <a:spcPts val="1100"/>
              </a:spcBef>
              <a:spcAft>
                <a:spcPts val="0"/>
              </a:spcAft>
              <a:buSzPts val="1400"/>
              <a:buChar char="･"/>
              <a:defRPr/>
            </a:lvl4pPr>
            <a:lvl5pPr indent="-317500" lvl="4" marL="2286000" rtl="0">
              <a:lnSpc>
                <a:spcPct val="100000"/>
              </a:lnSpc>
              <a:spcBef>
                <a:spcPts val="1100"/>
              </a:spcBef>
              <a:spcAft>
                <a:spcPts val="0"/>
              </a:spcAft>
              <a:buSzPts val="1400"/>
              <a:buChar char="･"/>
              <a:defRPr/>
            </a:lvl5pPr>
            <a:lvl6pPr indent="-317500" lvl="5" marL="2743200" rtl="0">
              <a:lnSpc>
                <a:spcPct val="100000"/>
              </a:lnSpc>
              <a:spcBef>
                <a:spcPts val="1100"/>
              </a:spcBef>
              <a:spcAft>
                <a:spcPts val="0"/>
              </a:spcAft>
              <a:buSzPts val="1400"/>
              <a:buChar char="･"/>
              <a:defRPr/>
            </a:lvl6pPr>
            <a:lvl7pPr indent="-317500" lvl="6" marL="3200400" rtl="0">
              <a:lnSpc>
                <a:spcPct val="100000"/>
              </a:lnSpc>
              <a:spcBef>
                <a:spcPts val="1100"/>
              </a:spcBef>
              <a:spcAft>
                <a:spcPts val="0"/>
              </a:spcAft>
              <a:buSzPts val="1400"/>
              <a:buChar char="･"/>
              <a:defRPr/>
            </a:lvl7pPr>
            <a:lvl8pPr indent="-317500" lvl="7" marL="3657600" rtl="0">
              <a:lnSpc>
                <a:spcPct val="100000"/>
              </a:lnSpc>
              <a:spcBef>
                <a:spcPts val="1100"/>
              </a:spcBef>
              <a:spcAft>
                <a:spcPts val="0"/>
              </a:spcAft>
              <a:buSzPts val="1400"/>
              <a:buChar char="･"/>
              <a:defRPr/>
            </a:lvl8pPr>
            <a:lvl9pPr indent="-317500" lvl="8" marL="4114800" rtl="0">
              <a:lnSpc>
                <a:spcPct val="100000"/>
              </a:lnSpc>
              <a:spcBef>
                <a:spcPts val="1100"/>
              </a:spcBef>
              <a:spcAft>
                <a:spcPts val="1100"/>
              </a:spcAft>
              <a:buSzPts val="1400"/>
              <a:buChar char="･"/>
              <a:defRPr/>
            </a:lvl9pPr>
          </a:lstStyle>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2">
  <p:cSld name="CUSTOM_4_21_1">
    <p:spTree>
      <p:nvGrpSpPr>
        <p:cNvPr id="4319" name="Shape 4319"/>
        <p:cNvGrpSpPr/>
        <p:nvPr/>
      </p:nvGrpSpPr>
      <p:grpSpPr>
        <a:xfrm>
          <a:off x="0" y="0"/>
          <a:ext cx="0" cy="0"/>
          <a:chOff x="0" y="0"/>
          <a:chExt cx="0" cy="0"/>
        </a:xfrm>
      </p:grpSpPr>
      <p:sp>
        <p:nvSpPr>
          <p:cNvPr id="4320" name="Google Shape;4320;p346"/>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4321" name="Google Shape;4321;p34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322" name="Google Shape;4322;p34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323" name="Google Shape;4323;p346"/>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4324" name="Google Shape;4324;p346"/>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4325" name="Google Shape;4325;p34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26" name="Google Shape;4326;p346"/>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3">
  <p:cSld name="CUSTOM_4_21_2">
    <p:spTree>
      <p:nvGrpSpPr>
        <p:cNvPr id="4327" name="Shape 4327"/>
        <p:cNvGrpSpPr/>
        <p:nvPr/>
      </p:nvGrpSpPr>
      <p:grpSpPr>
        <a:xfrm>
          <a:off x="0" y="0"/>
          <a:ext cx="0" cy="0"/>
          <a:chOff x="0" y="0"/>
          <a:chExt cx="0" cy="0"/>
        </a:xfrm>
      </p:grpSpPr>
      <p:sp>
        <p:nvSpPr>
          <p:cNvPr id="4328" name="Google Shape;4328;p347"/>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4329" name="Google Shape;4329;p347"/>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330" name="Google Shape;4330;p34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331" name="Google Shape;4331;p347"/>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sp>
        <p:nvSpPr>
          <p:cNvPr id="4332" name="Google Shape;4332;p347"/>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Overpass SemiBold"/>
                <a:ea typeface="Overpass SemiBold"/>
                <a:cs typeface="Overpass SemiBold"/>
                <a:sym typeface="Overpass SemiBold"/>
              </a:defRPr>
            </a:lvl1pPr>
            <a:lvl2pPr lvl="1" rtl="0" algn="ctr">
              <a:buNone/>
              <a:defRPr sz="800">
                <a:latin typeface="Overpass SemiBold"/>
                <a:ea typeface="Overpass SemiBold"/>
                <a:cs typeface="Overpass SemiBold"/>
                <a:sym typeface="Overpass SemiBold"/>
              </a:defRPr>
            </a:lvl2pPr>
            <a:lvl3pPr lvl="2" rtl="0" algn="ctr">
              <a:buNone/>
              <a:defRPr sz="800">
                <a:latin typeface="Overpass SemiBold"/>
                <a:ea typeface="Overpass SemiBold"/>
                <a:cs typeface="Overpass SemiBold"/>
                <a:sym typeface="Overpass SemiBold"/>
              </a:defRPr>
            </a:lvl3pPr>
            <a:lvl4pPr lvl="3" rtl="0" algn="ctr">
              <a:buNone/>
              <a:defRPr sz="800">
                <a:latin typeface="Overpass SemiBold"/>
                <a:ea typeface="Overpass SemiBold"/>
                <a:cs typeface="Overpass SemiBold"/>
                <a:sym typeface="Overpass SemiBold"/>
              </a:defRPr>
            </a:lvl4pPr>
            <a:lvl5pPr lvl="4" rtl="0" algn="ctr">
              <a:buNone/>
              <a:defRPr sz="800">
                <a:latin typeface="Overpass SemiBold"/>
                <a:ea typeface="Overpass SemiBold"/>
                <a:cs typeface="Overpass SemiBold"/>
                <a:sym typeface="Overpass SemiBold"/>
              </a:defRPr>
            </a:lvl5pPr>
            <a:lvl6pPr lvl="5" rtl="0" algn="ctr">
              <a:buNone/>
              <a:defRPr sz="800">
                <a:latin typeface="Overpass SemiBold"/>
                <a:ea typeface="Overpass SemiBold"/>
                <a:cs typeface="Overpass SemiBold"/>
                <a:sym typeface="Overpass SemiBold"/>
              </a:defRPr>
            </a:lvl6pPr>
            <a:lvl7pPr lvl="6" rtl="0" algn="ctr">
              <a:buNone/>
              <a:defRPr sz="800">
                <a:latin typeface="Overpass SemiBold"/>
                <a:ea typeface="Overpass SemiBold"/>
                <a:cs typeface="Overpass SemiBold"/>
                <a:sym typeface="Overpass SemiBold"/>
              </a:defRPr>
            </a:lvl7pPr>
            <a:lvl8pPr lvl="7" rtl="0" algn="ctr">
              <a:buNone/>
              <a:defRPr sz="800">
                <a:latin typeface="Overpass SemiBold"/>
                <a:ea typeface="Overpass SemiBold"/>
                <a:cs typeface="Overpass SemiBold"/>
                <a:sym typeface="Overpass SemiBold"/>
              </a:defRPr>
            </a:lvl8pPr>
            <a:lvl9pPr lvl="8" rtl="0" algn="ctr">
              <a:buNone/>
              <a:defRPr sz="800">
                <a:latin typeface="Overpass SemiBold"/>
                <a:ea typeface="Overpass SemiBold"/>
                <a:cs typeface="Overpass SemiBold"/>
                <a:sym typeface="Overpass SemiBold"/>
              </a:defRPr>
            </a:lvl9pPr>
          </a:lstStyle>
          <a:p>
            <a:pPr indent="0" lvl="0" marL="0" rtl="0" algn="ctr">
              <a:spcBef>
                <a:spcPts val="0"/>
              </a:spcBef>
              <a:spcAft>
                <a:spcPts val="0"/>
              </a:spcAft>
              <a:buNone/>
            </a:pPr>
            <a:fld id="{00000000-1234-1234-1234-123412341234}" type="slidenum">
              <a:rPr lang="en"/>
              <a:t>‹#›</a:t>
            </a:fld>
            <a:endParaRPr/>
          </a:p>
        </p:txBody>
      </p:sp>
      <p:pic>
        <p:nvPicPr>
          <p:cNvPr id="4333" name="Google Shape;4333;p347"/>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34" name="Google Shape;4334;p34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700">
                <a:solidFill>
                  <a:srgbClr val="4D4D4F"/>
                </a:solidFill>
              </a:defRPr>
            </a:lvl1pPr>
            <a:lvl2pPr lvl="1" rtl="0">
              <a:lnSpc>
                <a:spcPct val="142000"/>
              </a:lnSpc>
              <a:spcBef>
                <a:spcPts val="0"/>
              </a:spcBef>
              <a:spcAft>
                <a:spcPts val="0"/>
              </a:spcAft>
              <a:buNone/>
              <a:defRPr sz="700">
                <a:solidFill>
                  <a:srgbClr val="4D4D4F"/>
                </a:solidFill>
              </a:defRPr>
            </a:lvl2pPr>
            <a:lvl3pPr lvl="2" rtl="0">
              <a:lnSpc>
                <a:spcPct val="142000"/>
              </a:lnSpc>
              <a:spcBef>
                <a:spcPts val="0"/>
              </a:spcBef>
              <a:spcAft>
                <a:spcPts val="0"/>
              </a:spcAft>
              <a:buNone/>
              <a:defRPr sz="700">
                <a:solidFill>
                  <a:srgbClr val="4D4D4F"/>
                </a:solidFill>
              </a:defRPr>
            </a:lvl3pPr>
            <a:lvl4pPr lvl="3" rtl="0">
              <a:lnSpc>
                <a:spcPct val="142000"/>
              </a:lnSpc>
              <a:spcBef>
                <a:spcPts val="0"/>
              </a:spcBef>
              <a:spcAft>
                <a:spcPts val="0"/>
              </a:spcAft>
              <a:buNone/>
              <a:defRPr sz="700">
                <a:solidFill>
                  <a:srgbClr val="4D4D4F"/>
                </a:solidFill>
              </a:defRPr>
            </a:lvl4pPr>
            <a:lvl5pPr lvl="4" rtl="0">
              <a:lnSpc>
                <a:spcPct val="142000"/>
              </a:lnSpc>
              <a:spcBef>
                <a:spcPts val="0"/>
              </a:spcBef>
              <a:spcAft>
                <a:spcPts val="0"/>
              </a:spcAft>
              <a:buNone/>
              <a:defRPr sz="700">
                <a:solidFill>
                  <a:srgbClr val="4D4D4F"/>
                </a:solidFill>
              </a:defRPr>
            </a:lvl5pPr>
            <a:lvl6pPr lvl="5" rtl="0">
              <a:lnSpc>
                <a:spcPct val="142000"/>
              </a:lnSpc>
              <a:spcBef>
                <a:spcPts val="0"/>
              </a:spcBef>
              <a:spcAft>
                <a:spcPts val="0"/>
              </a:spcAft>
              <a:buNone/>
              <a:defRPr sz="700">
                <a:solidFill>
                  <a:srgbClr val="4D4D4F"/>
                </a:solidFill>
              </a:defRPr>
            </a:lvl6pPr>
            <a:lvl7pPr lvl="6" rtl="0">
              <a:lnSpc>
                <a:spcPct val="142000"/>
              </a:lnSpc>
              <a:spcBef>
                <a:spcPts val="0"/>
              </a:spcBef>
              <a:spcAft>
                <a:spcPts val="0"/>
              </a:spcAft>
              <a:buNone/>
              <a:defRPr sz="700">
                <a:solidFill>
                  <a:srgbClr val="4D4D4F"/>
                </a:solidFill>
              </a:defRPr>
            </a:lvl7pPr>
            <a:lvl8pPr lvl="7" rtl="0">
              <a:lnSpc>
                <a:spcPct val="142000"/>
              </a:lnSpc>
              <a:spcBef>
                <a:spcPts val="0"/>
              </a:spcBef>
              <a:spcAft>
                <a:spcPts val="0"/>
              </a:spcAft>
              <a:buNone/>
              <a:defRPr sz="700">
                <a:solidFill>
                  <a:srgbClr val="4D4D4F"/>
                </a:solidFill>
              </a:defRPr>
            </a:lvl8pPr>
            <a:lvl9pPr lvl="8" rtl="0">
              <a:lnSpc>
                <a:spcPct val="142000"/>
              </a:lnSpc>
              <a:spcBef>
                <a:spcPts val="0"/>
              </a:spcBef>
              <a:spcAft>
                <a:spcPts val="0"/>
              </a:spcAft>
              <a:buNone/>
              <a:defRPr sz="700">
                <a:solidFill>
                  <a:srgbClr val="4D4D4F"/>
                </a:solidFill>
              </a:defRPr>
            </a:lvl9pPr>
          </a:lstStyle>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6">
  <p:cSld name="CUSTOM_4_30">
    <p:spTree>
      <p:nvGrpSpPr>
        <p:cNvPr id="4335" name="Shape 4335"/>
        <p:cNvGrpSpPr/>
        <p:nvPr/>
      </p:nvGrpSpPr>
      <p:grpSpPr>
        <a:xfrm>
          <a:off x="0" y="0"/>
          <a:ext cx="0" cy="0"/>
          <a:chOff x="0" y="0"/>
          <a:chExt cx="0" cy="0"/>
        </a:xfrm>
      </p:grpSpPr>
      <p:sp>
        <p:nvSpPr>
          <p:cNvPr id="4336" name="Google Shape;4336;p348"/>
          <p:cNvSpPr txBox="1"/>
          <p:nvPr>
            <p:ph type="title"/>
          </p:nvPr>
        </p:nvSpPr>
        <p:spPr>
          <a:xfrm>
            <a:off x="1752600" y="946000"/>
            <a:ext cx="8686800" cy="728400"/>
          </a:xfrm>
          <a:prstGeom prst="rect">
            <a:avLst/>
          </a:prstGeom>
        </p:spPr>
        <p:txBody>
          <a:bodyPr anchorCtr="0" anchor="t" bIns="0" lIns="0" spcFirstLastPara="1" rIns="0" wrap="square" tIns="0">
            <a:noAutofit/>
          </a:bodyPr>
          <a:lstStyle>
            <a:lvl1pPr lvl="0" rtl="0" algn="ctr">
              <a:lnSpc>
                <a:spcPct val="115000"/>
              </a:lnSpc>
              <a:spcBef>
                <a:spcPts val="0"/>
              </a:spcBef>
              <a:spcAft>
                <a:spcPts val="0"/>
              </a:spcAft>
              <a:buNone/>
              <a:defRPr sz="3600">
                <a:solidFill>
                  <a:srgbClr val="000000"/>
                </a:solidFill>
                <a:latin typeface="Red Hat Display"/>
                <a:ea typeface="Red Hat Display"/>
                <a:cs typeface="Red Hat Display"/>
                <a:sym typeface="Red Hat Display"/>
              </a:defRPr>
            </a:lvl1pPr>
            <a:lvl2pPr lvl="1" rtl="0" algn="ctr">
              <a:lnSpc>
                <a:spcPct val="130000"/>
              </a:lnSpc>
              <a:spcBef>
                <a:spcPts val="0"/>
              </a:spcBef>
              <a:spcAft>
                <a:spcPts val="0"/>
              </a:spcAft>
              <a:buNone/>
              <a:defRPr sz="2600">
                <a:solidFill>
                  <a:srgbClr val="000000"/>
                </a:solidFill>
              </a:defRPr>
            </a:lvl2pPr>
            <a:lvl3pPr lvl="2" rtl="0" algn="ctr">
              <a:lnSpc>
                <a:spcPct val="130000"/>
              </a:lnSpc>
              <a:spcBef>
                <a:spcPts val="0"/>
              </a:spcBef>
              <a:spcAft>
                <a:spcPts val="0"/>
              </a:spcAft>
              <a:buNone/>
              <a:defRPr sz="2600">
                <a:solidFill>
                  <a:srgbClr val="000000"/>
                </a:solidFill>
              </a:defRPr>
            </a:lvl3pPr>
            <a:lvl4pPr lvl="3" rtl="0" algn="ctr">
              <a:lnSpc>
                <a:spcPct val="130000"/>
              </a:lnSpc>
              <a:spcBef>
                <a:spcPts val="0"/>
              </a:spcBef>
              <a:spcAft>
                <a:spcPts val="0"/>
              </a:spcAft>
              <a:buNone/>
              <a:defRPr sz="2600">
                <a:solidFill>
                  <a:srgbClr val="000000"/>
                </a:solidFill>
              </a:defRPr>
            </a:lvl4pPr>
            <a:lvl5pPr lvl="4" rtl="0" algn="ctr">
              <a:lnSpc>
                <a:spcPct val="130000"/>
              </a:lnSpc>
              <a:spcBef>
                <a:spcPts val="0"/>
              </a:spcBef>
              <a:spcAft>
                <a:spcPts val="0"/>
              </a:spcAft>
              <a:buNone/>
              <a:defRPr sz="2600">
                <a:solidFill>
                  <a:srgbClr val="000000"/>
                </a:solidFill>
              </a:defRPr>
            </a:lvl5pPr>
            <a:lvl6pPr lvl="5" rtl="0" algn="ctr">
              <a:lnSpc>
                <a:spcPct val="130000"/>
              </a:lnSpc>
              <a:spcBef>
                <a:spcPts val="0"/>
              </a:spcBef>
              <a:spcAft>
                <a:spcPts val="0"/>
              </a:spcAft>
              <a:buNone/>
              <a:defRPr sz="2600">
                <a:solidFill>
                  <a:srgbClr val="000000"/>
                </a:solidFill>
              </a:defRPr>
            </a:lvl6pPr>
            <a:lvl7pPr lvl="6" rtl="0" algn="ctr">
              <a:lnSpc>
                <a:spcPct val="130000"/>
              </a:lnSpc>
              <a:spcBef>
                <a:spcPts val="0"/>
              </a:spcBef>
              <a:spcAft>
                <a:spcPts val="0"/>
              </a:spcAft>
              <a:buNone/>
              <a:defRPr sz="2600">
                <a:solidFill>
                  <a:srgbClr val="000000"/>
                </a:solidFill>
              </a:defRPr>
            </a:lvl7pPr>
            <a:lvl8pPr lvl="7" rtl="0" algn="ctr">
              <a:lnSpc>
                <a:spcPct val="130000"/>
              </a:lnSpc>
              <a:spcBef>
                <a:spcPts val="0"/>
              </a:spcBef>
              <a:spcAft>
                <a:spcPts val="0"/>
              </a:spcAft>
              <a:buNone/>
              <a:defRPr sz="2600">
                <a:solidFill>
                  <a:srgbClr val="000000"/>
                </a:solidFill>
              </a:defRPr>
            </a:lvl8pPr>
            <a:lvl9pPr lvl="8" rtl="0" algn="ctr">
              <a:lnSpc>
                <a:spcPct val="130000"/>
              </a:lnSpc>
              <a:spcBef>
                <a:spcPts val="0"/>
              </a:spcBef>
              <a:spcAft>
                <a:spcPts val="0"/>
              </a:spcAft>
              <a:buNone/>
              <a:defRPr sz="2600">
                <a:solidFill>
                  <a:srgbClr val="000000"/>
                </a:solidFill>
              </a:defRPr>
            </a:lvl9pPr>
          </a:lstStyle>
          <a:p/>
        </p:txBody>
      </p:sp>
      <p:cxnSp>
        <p:nvCxnSpPr>
          <p:cNvPr id="4337" name="Google Shape;4337;p348"/>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338" name="Google Shape;4338;p34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Red Hat Text Medium"/>
              <a:buNone/>
              <a:defRPr sz="900">
                <a:solidFill>
                  <a:srgbClr val="EE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339" name="Google Shape;4339;p348"/>
          <p:cNvCxnSpPr/>
          <p:nvPr/>
        </p:nvCxnSpPr>
        <p:spPr>
          <a:xfrm rot="10800000">
            <a:off x="447767" y="6401400"/>
            <a:ext cx="0" cy="456600"/>
          </a:xfrm>
          <a:prstGeom prst="straightConnector1">
            <a:avLst/>
          </a:prstGeom>
          <a:noFill/>
          <a:ln cap="flat" cmpd="sng" w="9525">
            <a:solidFill>
              <a:srgbClr val="EE0000"/>
            </a:solidFill>
            <a:prstDash val="solid"/>
            <a:round/>
            <a:headEnd len="med" w="med" type="none"/>
            <a:tailEnd len="med" w="med" type="none"/>
          </a:ln>
        </p:spPr>
      </p:cxnSp>
      <p:sp>
        <p:nvSpPr>
          <p:cNvPr id="4340" name="Google Shape;4340;p348"/>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a:ea typeface="Red Hat Text"/>
                <a:cs typeface="Red Hat Text"/>
                <a:sym typeface="Red Hat Text"/>
              </a:defRPr>
            </a:lvl1pPr>
            <a:lvl2pPr lvl="1" rtl="0" algn="ctr">
              <a:buNone/>
              <a:defRPr sz="800">
                <a:latin typeface="Red Hat Text"/>
                <a:ea typeface="Red Hat Text"/>
                <a:cs typeface="Red Hat Text"/>
                <a:sym typeface="Red Hat Text"/>
              </a:defRPr>
            </a:lvl2pPr>
            <a:lvl3pPr lvl="2" rtl="0" algn="ctr">
              <a:buNone/>
              <a:defRPr sz="800">
                <a:latin typeface="Red Hat Text"/>
                <a:ea typeface="Red Hat Text"/>
                <a:cs typeface="Red Hat Text"/>
                <a:sym typeface="Red Hat Text"/>
              </a:defRPr>
            </a:lvl3pPr>
            <a:lvl4pPr lvl="3" rtl="0" algn="ctr">
              <a:buNone/>
              <a:defRPr sz="800">
                <a:latin typeface="Red Hat Text"/>
                <a:ea typeface="Red Hat Text"/>
                <a:cs typeface="Red Hat Text"/>
                <a:sym typeface="Red Hat Text"/>
              </a:defRPr>
            </a:lvl4pPr>
            <a:lvl5pPr lvl="4" rtl="0" algn="ctr">
              <a:buNone/>
              <a:defRPr sz="800">
                <a:latin typeface="Red Hat Text"/>
                <a:ea typeface="Red Hat Text"/>
                <a:cs typeface="Red Hat Text"/>
                <a:sym typeface="Red Hat Text"/>
              </a:defRPr>
            </a:lvl5pPr>
            <a:lvl6pPr lvl="5" rtl="0" algn="ctr">
              <a:buNone/>
              <a:defRPr sz="800">
                <a:latin typeface="Red Hat Text"/>
                <a:ea typeface="Red Hat Text"/>
                <a:cs typeface="Red Hat Text"/>
                <a:sym typeface="Red Hat Text"/>
              </a:defRPr>
            </a:lvl6pPr>
            <a:lvl7pPr lvl="6" rtl="0" algn="ctr">
              <a:buNone/>
              <a:defRPr sz="800">
                <a:latin typeface="Red Hat Text"/>
                <a:ea typeface="Red Hat Text"/>
                <a:cs typeface="Red Hat Text"/>
                <a:sym typeface="Red Hat Text"/>
              </a:defRPr>
            </a:lvl7pPr>
            <a:lvl8pPr lvl="7" rtl="0" algn="ctr">
              <a:buNone/>
              <a:defRPr sz="800">
                <a:latin typeface="Red Hat Text"/>
                <a:ea typeface="Red Hat Text"/>
                <a:cs typeface="Red Hat Text"/>
                <a:sym typeface="Red Hat Text"/>
              </a:defRPr>
            </a:lvl8pPr>
            <a:lvl9pPr lvl="8" rtl="0" algn="ctr">
              <a:buNone/>
              <a:defRPr sz="800">
                <a:latin typeface="Red Hat Text"/>
                <a:ea typeface="Red Hat Text"/>
                <a:cs typeface="Red Hat Text"/>
                <a:sym typeface="Red Hat Text"/>
              </a:defRPr>
            </a:lvl9pPr>
          </a:lstStyle>
          <a:p>
            <a:pPr indent="0" lvl="0" marL="0" rtl="0" algn="ctr">
              <a:spcBef>
                <a:spcPts val="0"/>
              </a:spcBef>
              <a:spcAft>
                <a:spcPts val="0"/>
              </a:spcAft>
              <a:buNone/>
            </a:pPr>
            <a:fld id="{00000000-1234-1234-1234-123412341234}" type="slidenum">
              <a:rPr lang="en"/>
              <a:t>‹#›</a:t>
            </a:fld>
            <a:endParaRPr/>
          </a:p>
        </p:txBody>
      </p:sp>
      <p:pic>
        <p:nvPicPr>
          <p:cNvPr id="4341" name="Google Shape;4341;p348"/>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42" name="Google Shape;4342;p348"/>
          <p:cNvSpPr txBox="1"/>
          <p:nvPr>
            <p:ph idx="2" type="subTitle"/>
          </p:nvPr>
        </p:nvSpPr>
        <p:spPr>
          <a:xfrm>
            <a:off x="885050" y="6169550"/>
            <a:ext cx="9183000" cy="559800"/>
          </a:xfrm>
          <a:prstGeom prst="rect">
            <a:avLst/>
          </a:prstGeom>
        </p:spPr>
        <p:txBody>
          <a:bodyPr anchorCtr="0" anchor="b" bIns="0" lIns="0" spcFirstLastPara="1" rIns="0" wrap="square" tIns="0">
            <a:noAutofit/>
          </a:bodyPr>
          <a:lstStyle>
            <a:lvl1pPr lvl="0" rtl="0">
              <a:lnSpc>
                <a:spcPct val="142000"/>
              </a:lnSpc>
              <a:spcBef>
                <a:spcPts val="0"/>
              </a:spcBef>
              <a:spcAft>
                <a:spcPts val="0"/>
              </a:spcAft>
              <a:buNone/>
              <a:defRPr sz="800">
                <a:solidFill>
                  <a:srgbClr val="4D4D4F"/>
                </a:solidFill>
                <a:latin typeface="Red Hat Text"/>
                <a:ea typeface="Red Hat Text"/>
                <a:cs typeface="Red Hat Text"/>
                <a:sym typeface="Red Hat Text"/>
              </a:defRPr>
            </a:lvl1pPr>
            <a:lvl2pPr lvl="1" rtl="0">
              <a:lnSpc>
                <a:spcPct val="142000"/>
              </a:lnSpc>
              <a:spcBef>
                <a:spcPts val="0"/>
              </a:spcBef>
              <a:spcAft>
                <a:spcPts val="0"/>
              </a:spcAft>
              <a:buNone/>
              <a:defRPr sz="600">
                <a:solidFill>
                  <a:srgbClr val="4D4D4F"/>
                </a:solidFill>
              </a:defRPr>
            </a:lvl2pPr>
            <a:lvl3pPr lvl="2" rtl="0">
              <a:lnSpc>
                <a:spcPct val="142000"/>
              </a:lnSpc>
              <a:spcBef>
                <a:spcPts val="0"/>
              </a:spcBef>
              <a:spcAft>
                <a:spcPts val="0"/>
              </a:spcAft>
              <a:buNone/>
              <a:defRPr sz="600">
                <a:solidFill>
                  <a:srgbClr val="4D4D4F"/>
                </a:solidFill>
              </a:defRPr>
            </a:lvl3pPr>
            <a:lvl4pPr lvl="3" rtl="0">
              <a:lnSpc>
                <a:spcPct val="142000"/>
              </a:lnSpc>
              <a:spcBef>
                <a:spcPts val="0"/>
              </a:spcBef>
              <a:spcAft>
                <a:spcPts val="0"/>
              </a:spcAft>
              <a:buNone/>
              <a:defRPr sz="600">
                <a:solidFill>
                  <a:srgbClr val="4D4D4F"/>
                </a:solidFill>
              </a:defRPr>
            </a:lvl4pPr>
            <a:lvl5pPr lvl="4" rtl="0">
              <a:lnSpc>
                <a:spcPct val="142000"/>
              </a:lnSpc>
              <a:spcBef>
                <a:spcPts val="0"/>
              </a:spcBef>
              <a:spcAft>
                <a:spcPts val="0"/>
              </a:spcAft>
              <a:buNone/>
              <a:defRPr sz="600">
                <a:solidFill>
                  <a:srgbClr val="4D4D4F"/>
                </a:solidFill>
              </a:defRPr>
            </a:lvl5pPr>
            <a:lvl6pPr lvl="5" rtl="0">
              <a:lnSpc>
                <a:spcPct val="142000"/>
              </a:lnSpc>
              <a:spcBef>
                <a:spcPts val="0"/>
              </a:spcBef>
              <a:spcAft>
                <a:spcPts val="0"/>
              </a:spcAft>
              <a:buNone/>
              <a:defRPr sz="600">
                <a:solidFill>
                  <a:srgbClr val="4D4D4F"/>
                </a:solidFill>
              </a:defRPr>
            </a:lvl6pPr>
            <a:lvl7pPr lvl="6" rtl="0">
              <a:lnSpc>
                <a:spcPct val="142000"/>
              </a:lnSpc>
              <a:spcBef>
                <a:spcPts val="0"/>
              </a:spcBef>
              <a:spcAft>
                <a:spcPts val="0"/>
              </a:spcAft>
              <a:buNone/>
              <a:defRPr sz="600">
                <a:solidFill>
                  <a:srgbClr val="4D4D4F"/>
                </a:solidFill>
              </a:defRPr>
            </a:lvl7pPr>
            <a:lvl8pPr lvl="7" rtl="0">
              <a:lnSpc>
                <a:spcPct val="142000"/>
              </a:lnSpc>
              <a:spcBef>
                <a:spcPts val="0"/>
              </a:spcBef>
              <a:spcAft>
                <a:spcPts val="0"/>
              </a:spcAft>
              <a:buNone/>
              <a:defRPr sz="600">
                <a:solidFill>
                  <a:srgbClr val="4D4D4F"/>
                </a:solidFill>
              </a:defRPr>
            </a:lvl8pPr>
            <a:lvl9pPr lvl="8" rtl="0">
              <a:lnSpc>
                <a:spcPct val="142000"/>
              </a:lnSpc>
              <a:spcBef>
                <a:spcPts val="0"/>
              </a:spcBef>
              <a:spcAft>
                <a:spcPts val="0"/>
              </a:spcAft>
              <a:buNone/>
              <a:defRPr sz="600">
                <a:solidFill>
                  <a:srgbClr val="4D4D4F"/>
                </a:solidFill>
              </a:defRPr>
            </a:lvl9pPr>
          </a:lstStyle>
          <a:p/>
        </p:txBody>
      </p:sp>
      <p:sp>
        <p:nvSpPr>
          <p:cNvPr id="4343" name="Google Shape;4343;p348"/>
          <p:cNvSpPr txBox="1"/>
          <p:nvPr>
            <p:ph idx="3" type="body"/>
          </p:nvPr>
        </p:nvSpPr>
        <p:spPr>
          <a:xfrm>
            <a:off x="471975" y="1674425"/>
            <a:ext cx="11215200" cy="4395000"/>
          </a:xfrm>
          <a:prstGeom prst="rect">
            <a:avLst/>
          </a:prstGeom>
        </p:spPr>
        <p:txBody>
          <a:bodyPr anchorCtr="0" anchor="t" bIns="0" lIns="0" spcFirstLastPara="1" rIns="0" wrap="square" tIns="0">
            <a:noAutofit/>
          </a:bodyPr>
          <a:lstStyle>
            <a:lvl1pPr indent="-381000" lvl="0" marL="457200" rtl="0">
              <a:spcBef>
                <a:spcPts val="0"/>
              </a:spcBef>
              <a:spcAft>
                <a:spcPts val="0"/>
              </a:spcAft>
              <a:buSzPts val="2400"/>
              <a:buFont typeface="Red Hat Text"/>
              <a:buChar char="▸"/>
              <a:defRPr sz="2400">
                <a:latin typeface="Red Hat Text"/>
                <a:ea typeface="Red Hat Text"/>
                <a:cs typeface="Red Hat Text"/>
                <a:sym typeface="Red Hat Text"/>
              </a:defRPr>
            </a:lvl1pPr>
            <a:lvl2pPr indent="-342900" lvl="1" marL="914400" rtl="0">
              <a:spcBef>
                <a:spcPts val="500"/>
              </a:spcBef>
              <a:spcAft>
                <a:spcPts val="0"/>
              </a:spcAft>
              <a:buSzPts val="1800"/>
              <a:buFont typeface="Red Hat Text"/>
              <a:buChar char="･"/>
              <a:defRPr sz="1800">
                <a:latin typeface="Red Hat Text"/>
                <a:ea typeface="Red Hat Text"/>
                <a:cs typeface="Red Hat Text"/>
                <a:sym typeface="Red Hat Text"/>
              </a:defRPr>
            </a:lvl2pPr>
            <a:lvl3pPr indent="-317500" lvl="2" marL="1371600" rtl="0">
              <a:spcBef>
                <a:spcPts val="500"/>
              </a:spcBef>
              <a:spcAft>
                <a:spcPts val="0"/>
              </a:spcAft>
              <a:buSzPts val="1400"/>
              <a:buFont typeface="Red Hat Text"/>
              <a:buChar char="･"/>
              <a:defRPr sz="1400">
                <a:latin typeface="Red Hat Text"/>
                <a:ea typeface="Red Hat Text"/>
                <a:cs typeface="Red Hat Text"/>
                <a:sym typeface="Red Hat Text"/>
              </a:defRPr>
            </a:lvl3pPr>
            <a:lvl4pPr indent="-304800" lvl="3" marL="1828800" rtl="0">
              <a:spcBef>
                <a:spcPts val="500"/>
              </a:spcBef>
              <a:spcAft>
                <a:spcPts val="0"/>
              </a:spcAft>
              <a:buSzPts val="1200"/>
              <a:buFont typeface="Red Hat Text"/>
              <a:buChar char="･"/>
              <a:defRPr sz="1200">
                <a:latin typeface="Red Hat Text"/>
                <a:ea typeface="Red Hat Text"/>
                <a:cs typeface="Red Hat Text"/>
                <a:sym typeface="Red Hat Text"/>
              </a:defRPr>
            </a:lvl4pPr>
            <a:lvl5pPr indent="-298450" lvl="4" marL="2286000" rtl="0">
              <a:spcBef>
                <a:spcPts val="500"/>
              </a:spcBef>
              <a:spcAft>
                <a:spcPts val="0"/>
              </a:spcAft>
              <a:buSzPts val="1100"/>
              <a:buFont typeface="Red Hat Text"/>
              <a:buChar char="･"/>
              <a:defRPr sz="1100">
                <a:latin typeface="Red Hat Text"/>
                <a:ea typeface="Red Hat Text"/>
                <a:cs typeface="Red Hat Text"/>
                <a:sym typeface="Red Hat Text"/>
              </a:defRPr>
            </a:lvl5pPr>
            <a:lvl6pPr indent="-292100" lvl="5" marL="2743200" rtl="0">
              <a:spcBef>
                <a:spcPts val="500"/>
              </a:spcBef>
              <a:spcAft>
                <a:spcPts val="0"/>
              </a:spcAft>
              <a:buSzPts val="1000"/>
              <a:buFont typeface="Red Hat Text"/>
              <a:buChar char="･"/>
              <a:defRPr sz="1000">
                <a:latin typeface="Red Hat Text"/>
                <a:ea typeface="Red Hat Text"/>
                <a:cs typeface="Red Hat Text"/>
                <a:sym typeface="Red Hat Text"/>
              </a:defRPr>
            </a:lvl6pPr>
            <a:lvl7pPr indent="-285750" lvl="6" marL="3200400" rtl="0">
              <a:spcBef>
                <a:spcPts val="500"/>
              </a:spcBef>
              <a:spcAft>
                <a:spcPts val="0"/>
              </a:spcAft>
              <a:buSzPts val="900"/>
              <a:buFont typeface="Red Hat Text"/>
              <a:buChar char="･"/>
              <a:defRPr sz="900">
                <a:latin typeface="Red Hat Text"/>
                <a:ea typeface="Red Hat Text"/>
                <a:cs typeface="Red Hat Text"/>
                <a:sym typeface="Red Hat Text"/>
              </a:defRPr>
            </a:lvl7pPr>
            <a:lvl8pPr indent="-279400" lvl="7" marL="3657600" rtl="0">
              <a:spcBef>
                <a:spcPts val="500"/>
              </a:spcBef>
              <a:spcAft>
                <a:spcPts val="0"/>
              </a:spcAft>
              <a:buSzPts val="800"/>
              <a:buFont typeface="Red Hat Text"/>
              <a:buChar char="･"/>
              <a:defRPr sz="800">
                <a:latin typeface="Red Hat Text"/>
                <a:ea typeface="Red Hat Text"/>
                <a:cs typeface="Red Hat Text"/>
                <a:sym typeface="Red Hat Text"/>
              </a:defRPr>
            </a:lvl8pPr>
            <a:lvl9pPr indent="-273050" lvl="8" marL="4114800" rtl="0">
              <a:spcBef>
                <a:spcPts val="500"/>
              </a:spcBef>
              <a:spcAft>
                <a:spcPts val="500"/>
              </a:spcAft>
              <a:buSzPts val="700"/>
              <a:buFont typeface="Red Hat Text"/>
              <a:buChar char="･"/>
              <a:defRPr sz="700">
                <a:latin typeface="Red Hat Text"/>
                <a:ea typeface="Red Hat Text"/>
                <a:cs typeface="Red Hat Text"/>
                <a:sym typeface="Red Hat Text"/>
              </a:defRPr>
            </a:lvl9pPr>
          </a:lstStyle>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data two callouts 1 2">
  <p:cSld name="CUSTOM_4_13_1_3">
    <p:spTree>
      <p:nvGrpSpPr>
        <p:cNvPr id="4344" name="Shape 4344"/>
        <p:cNvGrpSpPr/>
        <p:nvPr/>
      </p:nvGrpSpPr>
      <p:grpSpPr>
        <a:xfrm>
          <a:off x="0" y="0"/>
          <a:ext cx="0" cy="0"/>
          <a:chOff x="0" y="0"/>
          <a:chExt cx="0" cy="0"/>
        </a:xfrm>
      </p:grpSpPr>
      <p:sp>
        <p:nvSpPr>
          <p:cNvPr id="4345" name="Google Shape;4345;p349"/>
          <p:cNvSpPr txBox="1"/>
          <p:nvPr>
            <p:ph idx="1" type="subTitle"/>
          </p:nvPr>
        </p:nvSpPr>
        <p:spPr>
          <a:xfrm>
            <a:off x="356535" y="55450"/>
            <a:ext cx="5148900" cy="3219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FF0000"/>
              </a:buClr>
              <a:buSzPts val="900"/>
              <a:buFont typeface="Red Hat Text Medium"/>
              <a:buNone/>
              <a:defRPr sz="900">
                <a:solidFill>
                  <a:srgbClr val="FF0000"/>
                </a:solidFill>
                <a:latin typeface="Red Hat Text Medium"/>
                <a:ea typeface="Red Hat Text Medium"/>
                <a:cs typeface="Red Hat Text Medium"/>
                <a:sym typeface="Red Hat Text Medium"/>
              </a:defRPr>
            </a:lvl1pPr>
            <a:lvl2pPr lvl="1"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2pPr>
            <a:lvl3pPr lvl="2"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3pPr>
            <a:lvl4pPr lvl="3"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4pPr>
            <a:lvl5pPr lvl="4"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5pPr>
            <a:lvl6pPr lvl="5"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6pPr>
            <a:lvl7pPr lvl="6"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7pPr>
            <a:lvl8pPr lvl="7"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8pPr>
            <a:lvl9pPr lvl="8" rtl="0">
              <a:lnSpc>
                <a:spcPct val="100000"/>
              </a:lnSpc>
              <a:spcBef>
                <a:spcPts val="0"/>
              </a:spcBef>
              <a:spcAft>
                <a:spcPts val="0"/>
              </a:spcAft>
              <a:buClr>
                <a:schemeClr val="accent1"/>
              </a:buClr>
              <a:buSzPts val="900"/>
              <a:buFont typeface="Red Hat Text Medium"/>
              <a:buNone/>
              <a:defRPr sz="900">
                <a:solidFill>
                  <a:schemeClr val="accent1"/>
                </a:solidFill>
                <a:latin typeface="Red Hat Text Medium"/>
                <a:ea typeface="Red Hat Text Medium"/>
                <a:cs typeface="Red Hat Text Medium"/>
                <a:sym typeface="Red Hat Text Medium"/>
              </a:defRPr>
            </a:lvl9pPr>
          </a:lstStyle>
          <a:p/>
        </p:txBody>
      </p:sp>
      <p:sp>
        <p:nvSpPr>
          <p:cNvPr id="4346" name="Google Shape;4346;p349"/>
          <p:cNvSpPr txBox="1"/>
          <p:nvPr>
            <p:ph type="title"/>
          </p:nvPr>
        </p:nvSpPr>
        <p:spPr>
          <a:xfrm>
            <a:off x="885050" y="8717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lvl1pPr>
            <a:lvl2pPr lvl="1" rtl="0" algn="ctr">
              <a:lnSpc>
                <a:spcPct val="130000"/>
              </a:lnSpc>
              <a:spcBef>
                <a:spcPts val="0"/>
              </a:spcBef>
              <a:spcAft>
                <a:spcPts val="0"/>
              </a:spcAft>
              <a:buNone/>
              <a:defRPr sz="2700"/>
            </a:lvl2pPr>
            <a:lvl3pPr lvl="2" rtl="0" algn="ctr">
              <a:lnSpc>
                <a:spcPct val="130000"/>
              </a:lnSpc>
              <a:spcBef>
                <a:spcPts val="0"/>
              </a:spcBef>
              <a:spcAft>
                <a:spcPts val="0"/>
              </a:spcAft>
              <a:buNone/>
              <a:defRPr sz="2700"/>
            </a:lvl3pPr>
            <a:lvl4pPr lvl="3" rtl="0" algn="ctr">
              <a:lnSpc>
                <a:spcPct val="130000"/>
              </a:lnSpc>
              <a:spcBef>
                <a:spcPts val="0"/>
              </a:spcBef>
              <a:spcAft>
                <a:spcPts val="0"/>
              </a:spcAft>
              <a:buNone/>
              <a:defRPr sz="2700"/>
            </a:lvl4pPr>
            <a:lvl5pPr lvl="4" rtl="0" algn="ctr">
              <a:lnSpc>
                <a:spcPct val="130000"/>
              </a:lnSpc>
              <a:spcBef>
                <a:spcPts val="0"/>
              </a:spcBef>
              <a:spcAft>
                <a:spcPts val="0"/>
              </a:spcAft>
              <a:buNone/>
              <a:defRPr sz="2700"/>
            </a:lvl5pPr>
            <a:lvl6pPr lvl="5" rtl="0" algn="ctr">
              <a:lnSpc>
                <a:spcPct val="130000"/>
              </a:lnSpc>
              <a:spcBef>
                <a:spcPts val="0"/>
              </a:spcBef>
              <a:spcAft>
                <a:spcPts val="0"/>
              </a:spcAft>
              <a:buNone/>
              <a:defRPr sz="2700"/>
            </a:lvl6pPr>
            <a:lvl7pPr lvl="6" rtl="0" algn="ctr">
              <a:lnSpc>
                <a:spcPct val="130000"/>
              </a:lnSpc>
              <a:spcBef>
                <a:spcPts val="0"/>
              </a:spcBef>
              <a:spcAft>
                <a:spcPts val="0"/>
              </a:spcAft>
              <a:buNone/>
              <a:defRPr sz="2700"/>
            </a:lvl7pPr>
            <a:lvl8pPr lvl="7" rtl="0" algn="ctr">
              <a:lnSpc>
                <a:spcPct val="130000"/>
              </a:lnSpc>
              <a:spcBef>
                <a:spcPts val="0"/>
              </a:spcBef>
              <a:spcAft>
                <a:spcPts val="0"/>
              </a:spcAft>
              <a:buNone/>
              <a:defRPr sz="2700"/>
            </a:lvl8pPr>
            <a:lvl9pPr lvl="8" rtl="0" algn="ctr">
              <a:lnSpc>
                <a:spcPct val="130000"/>
              </a:lnSpc>
              <a:spcBef>
                <a:spcPts val="0"/>
              </a:spcBef>
              <a:spcAft>
                <a:spcPts val="0"/>
              </a:spcAft>
              <a:buNone/>
              <a:defRPr sz="2700"/>
            </a:lvl9pPr>
          </a:lstStyle>
          <a:p/>
        </p:txBody>
      </p:sp>
      <p:cxnSp>
        <p:nvCxnSpPr>
          <p:cNvPr id="4347" name="Google Shape;4347;p349"/>
          <p:cNvCxnSpPr/>
          <p:nvPr/>
        </p:nvCxnSpPr>
        <p:spPr>
          <a:xfrm rot="10800000">
            <a:off x="447775" y="100"/>
            <a:ext cx="0" cy="886500"/>
          </a:xfrm>
          <a:prstGeom prst="straightConnector1">
            <a:avLst/>
          </a:prstGeom>
          <a:noFill/>
          <a:ln cap="flat" cmpd="sng" w="9525">
            <a:solidFill>
              <a:srgbClr val="FF0000"/>
            </a:solidFill>
            <a:prstDash val="solid"/>
            <a:round/>
            <a:headEnd len="med" w="med" type="none"/>
            <a:tailEnd len="med" w="med" type="none"/>
          </a:ln>
        </p:spPr>
      </p:cxnSp>
      <p:cxnSp>
        <p:nvCxnSpPr>
          <p:cNvPr id="4348" name="Google Shape;4348;p349"/>
          <p:cNvCxnSpPr/>
          <p:nvPr/>
        </p:nvCxnSpPr>
        <p:spPr>
          <a:xfrm rot="10800000">
            <a:off x="447767" y="6401100"/>
            <a:ext cx="0" cy="456900"/>
          </a:xfrm>
          <a:prstGeom prst="straightConnector1">
            <a:avLst/>
          </a:prstGeom>
          <a:noFill/>
          <a:ln cap="flat" cmpd="sng" w="9525">
            <a:solidFill>
              <a:srgbClr val="FF0000"/>
            </a:solidFill>
            <a:prstDash val="solid"/>
            <a:round/>
            <a:headEnd len="med" w="med" type="none"/>
            <a:tailEnd len="med" w="med" type="none"/>
          </a:ln>
        </p:spPr>
      </p:cxnSp>
      <p:sp>
        <p:nvSpPr>
          <p:cNvPr id="4349" name="Google Shape;4349;p349"/>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350" name="Google Shape;4350;p349"/>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51" name="Google Shape;4351;p34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lvl1pPr lvl="0" rtl="0" algn="ctr">
              <a:spcBef>
                <a:spcPts val="0"/>
              </a:spcBef>
              <a:spcAft>
                <a:spcPts val="0"/>
              </a:spcAft>
              <a:buNone/>
              <a:defRPr sz="1900">
                <a:solidFill>
                  <a:srgbClr val="FF0000"/>
                </a:solidFill>
              </a:defRPr>
            </a:lvl1pPr>
            <a:lvl2pPr lvl="1" rtl="0" algn="ctr">
              <a:spcBef>
                <a:spcPts val="500"/>
              </a:spcBef>
              <a:spcAft>
                <a:spcPts val="0"/>
              </a:spcAft>
              <a:buNone/>
              <a:defRPr sz="1900">
                <a:solidFill>
                  <a:srgbClr val="FF0000"/>
                </a:solidFill>
              </a:defRPr>
            </a:lvl2pPr>
            <a:lvl3pPr lvl="2" rtl="0" algn="ctr">
              <a:spcBef>
                <a:spcPts val="500"/>
              </a:spcBef>
              <a:spcAft>
                <a:spcPts val="0"/>
              </a:spcAft>
              <a:buNone/>
              <a:defRPr sz="1900">
                <a:solidFill>
                  <a:srgbClr val="FF0000"/>
                </a:solidFill>
              </a:defRPr>
            </a:lvl3pPr>
            <a:lvl4pPr lvl="3" rtl="0" algn="ctr">
              <a:spcBef>
                <a:spcPts val="500"/>
              </a:spcBef>
              <a:spcAft>
                <a:spcPts val="0"/>
              </a:spcAft>
              <a:buNone/>
              <a:defRPr sz="1900">
                <a:solidFill>
                  <a:srgbClr val="FF0000"/>
                </a:solidFill>
              </a:defRPr>
            </a:lvl4pPr>
            <a:lvl5pPr lvl="4" rtl="0" algn="ctr">
              <a:spcBef>
                <a:spcPts val="500"/>
              </a:spcBef>
              <a:spcAft>
                <a:spcPts val="0"/>
              </a:spcAft>
              <a:buNone/>
              <a:defRPr sz="1900">
                <a:solidFill>
                  <a:srgbClr val="FF0000"/>
                </a:solidFill>
              </a:defRPr>
            </a:lvl5pPr>
            <a:lvl6pPr lvl="5" rtl="0" algn="ctr">
              <a:spcBef>
                <a:spcPts val="500"/>
              </a:spcBef>
              <a:spcAft>
                <a:spcPts val="0"/>
              </a:spcAft>
              <a:buNone/>
              <a:defRPr sz="1900">
                <a:solidFill>
                  <a:srgbClr val="FF0000"/>
                </a:solidFill>
              </a:defRPr>
            </a:lvl6pPr>
            <a:lvl7pPr lvl="6" rtl="0" algn="ctr">
              <a:spcBef>
                <a:spcPts val="500"/>
              </a:spcBef>
              <a:spcAft>
                <a:spcPts val="0"/>
              </a:spcAft>
              <a:buNone/>
              <a:defRPr sz="1900">
                <a:solidFill>
                  <a:srgbClr val="FF0000"/>
                </a:solidFill>
              </a:defRPr>
            </a:lvl7pPr>
            <a:lvl8pPr lvl="7" rtl="0" algn="ctr">
              <a:spcBef>
                <a:spcPts val="500"/>
              </a:spcBef>
              <a:spcAft>
                <a:spcPts val="0"/>
              </a:spcAft>
              <a:buNone/>
              <a:defRPr sz="1900">
                <a:solidFill>
                  <a:srgbClr val="FF0000"/>
                </a:solidFill>
              </a:defRPr>
            </a:lvl8pPr>
            <a:lvl9pPr lvl="8" rtl="0" algn="ctr">
              <a:spcBef>
                <a:spcPts val="500"/>
              </a:spcBef>
              <a:spcAft>
                <a:spcPts val="500"/>
              </a:spcAft>
              <a:buNone/>
              <a:defRPr sz="1900">
                <a:solidFill>
                  <a:srgbClr val="FF0000"/>
                </a:solidFill>
              </a:defRPr>
            </a:lvl9pPr>
          </a:lstStyle>
          <a:p/>
        </p:txBody>
      </p:sp>
      <p:sp>
        <p:nvSpPr>
          <p:cNvPr id="4352" name="Google Shape;4352;p349"/>
          <p:cNvSpPr txBox="1"/>
          <p:nvPr>
            <p:ph idx="3" type="subTitle"/>
          </p:nvPr>
        </p:nvSpPr>
        <p:spPr>
          <a:xfrm>
            <a:off x="638950" y="6224800"/>
            <a:ext cx="8002500" cy="5595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rgbClr val="434343"/>
                </a:solidFill>
              </a:defRPr>
            </a:lvl1pPr>
            <a:lvl2pPr lvl="1" rtl="0">
              <a:lnSpc>
                <a:spcPct val="115000"/>
              </a:lnSpc>
              <a:spcBef>
                <a:spcPts val="0"/>
              </a:spcBef>
              <a:spcAft>
                <a:spcPts val="0"/>
              </a:spcAft>
              <a:buNone/>
              <a:defRPr sz="800">
                <a:solidFill>
                  <a:srgbClr val="434343"/>
                </a:solidFill>
              </a:defRPr>
            </a:lvl2pPr>
            <a:lvl3pPr lvl="2" rtl="0">
              <a:lnSpc>
                <a:spcPct val="115000"/>
              </a:lnSpc>
              <a:spcBef>
                <a:spcPts val="0"/>
              </a:spcBef>
              <a:spcAft>
                <a:spcPts val="0"/>
              </a:spcAft>
              <a:buNone/>
              <a:defRPr sz="800">
                <a:solidFill>
                  <a:srgbClr val="434343"/>
                </a:solidFill>
              </a:defRPr>
            </a:lvl3pPr>
            <a:lvl4pPr lvl="3" rtl="0">
              <a:lnSpc>
                <a:spcPct val="115000"/>
              </a:lnSpc>
              <a:spcBef>
                <a:spcPts val="0"/>
              </a:spcBef>
              <a:spcAft>
                <a:spcPts val="0"/>
              </a:spcAft>
              <a:buNone/>
              <a:defRPr sz="800">
                <a:solidFill>
                  <a:srgbClr val="434343"/>
                </a:solidFill>
              </a:defRPr>
            </a:lvl4pPr>
            <a:lvl5pPr lvl="4" rtl="0">
              <a:lnSpc>
                <a:spcPct val="115000"/>
              </a:lnSpc>
              <a:spcBef>
                <a:spcPts val="0"/>
              </a:spcBef>
              <a:spcAft>
                <a:spcPts val="0"/>
              </a:spcAft>
              <a:buNone/>
              <a:defRPr sz="800">
                <a:solidFill>
                  <a:srgbClr val="434343"/>
                </a:solidFill>
              </a:defRPr>
            </a:lvl5pPr>
            <a:lvl6pPr lvl="5" rtl="0">
              <a:lnSpc>
                <a:spcPct val="115000"/>
              </a:lnSpc>
              <a:spcBef>
                <a:spcPts val="0"/>
              </a:spcBef>
              <a:spcAft>
                <a:spcPts val="0"/>
              </a:spcAft>
              <a:buNone/>
              <a:defRPr sz="800">
                <a:solidFill>
                  <a:srgbClr val="434343"/>
                </a:solidFill>
              </a:defRPr>
            </a:lvl6pPr>
            <a:lvl7pPr lvl="6" rtl="0">
              <a:lnSpc>
                <a:spcPct val="115000"/>
              </a:lnSpc>
              <a:spcBef>
                <a:spcPts val="0"/>
              </a:spcBef>
              <a:spcAft>
                <a:spcPts val="0"/>
              </a:spcAft>
              <a:buNone/>
              <a:defRPr sz="800">
                <a:solidFill>
                  <a:srgbClr val="434343"/>
                </a:solidFill>
              </a:defRPr>
            </a:lvl7pPr>
            <a:lvl8pPr lvl="7" rtl="0">
              <a:lnSpc>
                <a:spcPct val="115000"/>
              </a:lnSpc>
              <a:spcBef>
                <a:spcPts val="0"/>
              </a:spcBef>
              <a:spcAft>
                <a:spcPts val="0"/>
              </a:spcAft>
              <a:buNone/>
              <a:defRPr sz="800">
                <a:solidFill>
                  <a:srgbClr val="434343"/>
                </a:solidFill>
              </a:defRPr>
            </a:lvl8pPr>
            <a:lvl9pPr lvl="8" rtl="0">
              <a:lnSpc>
                <a:spcPct val="115000"/>
              </a:lnSpc>
              <a:spcBef>
                <a:spcPts val="0"/>
              </a:spcBef>
              <a:spcAft>
                <a:spcPts val="0"/>
              </a:spcAft>
              <a:buNone/>
              <a:defRPr sz="800">
                <a:solidFill>
                  <a:srgbClr val="434343"/>
                </a:solidFill>
              </a:defRPr>
            </a:lvl9pPr>
          </a:lstStyle>
          <a:p/>
        </p:txBody>
      </p:sp>
      <p:sp>
        <p:nvSpPr>
          <p:cNvPr id="4353" name="Google Shape;4353;p349"/>
          <p:cNvSpPr txBox="1"/>
          <p:nvPr>
            <p:ph idx="4" type="subTitle"/>
          </p:nvPr>
        </p:nvSpPr>
        <p:spPr>
          <a:xfrm>
            <a:off x="3020263"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4354" name="Google Shape;4354;p349"/>
          <p:cNvSpPr txBox="1"/>
          <p:nvPr>
            <p:ph idx="5" type="subTitle"/>
          </p:nvPr>
        </p:nvSpPr>
        <p:spPr>
          <a:xfrm>
            <a:off x="3020263"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4355" name="Google Shape;4355;p349"/>
          <p:cNvSpPr txBox="1"/>
          <p:nvPr>
            <p:ph idx="6" type="subTitle"/>
          </p:nvPr>
        </p:nvSpPr>
        <p:spPr>
          <a:xfrm>
            <a:off x="6450688" y="3663925"/>
            <a:ext cx="2949600" cy="321900"/>
          </a:xfrm>
          <a:prstGeom prst="rect">
            <a:avLst/>
          </a:prstGeom>
        </p:spPr>
        <p:txBody>
          <a:bodyPr anchorCtr="0" anchor="b" bIns="0" lIns="0" spcFirstLastPara="1" rIns="0" wrap="square" tIns="0">
            <a:noAutofit/>
          </a:bodyPr>
          <a:lstStyle>
            <a:lvl1pPr lvl="0"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1pPr>
            <a:lvl2pPr lvl="1"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2pPr>
            <a:lvl3pPr lvl="2"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3pPr>
            <a:lvl4pPr lvl="3"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4pPr>
            <a:lvl5pPr lvl="4"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5pPr>
            <a:lvl6pPr lvl="5"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6pPr>
            <a:lvl7pPr lvl="6"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7pPr>
            <a:lvl8pPr lvl="7"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8pPr>
            <a:lvl9pPr lvl="8" rtl="0">
              <a:lnSpc>
                <a:spcPct val="114000"/>
              </a:lnSpc>
              <a:spcBef>
                <a:spcPts val="0"/>
              </a:spcBef>
              <a:spcAft>
                <a:spcPts val="0"/>
              </a:spcAft>
              <a:buNone/>
              <a:defRPr sz="1500">
                <a:solidFill>
                  <a:srgbClr val="FF0000"/>
                </a:solidFill>
                <a:latin typeface="Red Hat Text Medium"/>
                <a:ea typeface="Red Hat Text Medium"/>
                <a:cs typeface="Red Hat Text Medium"/>
                <a:sym typeface="Red Hat Text Medium"/>
              </a:defRPr>
            </a:lvl9pPr>
          </a:lstStyle>
          <a:p/>
        </p:txBody>
      </p:sp>
      <p:sp>
        <p:nvSpPr>
          <p:cNvPr id="4356" name="Google Shape;4356;p349"/>
          <p:cNvSpPr txBox="1"/>
          <p:nvPr>
            <p:ph idx="7" type="subTitle"/>
          </p:nvPr>
        </p:nvSpPr>
        <p:spPr>
          <a:xfrm>
            <a:off x="6450688" y="4153150"/>
            <a:ext cx="2949600" cy="915300"/>
          </a:xfrm>
          <a:prstGeom prst="rect">
            <a:avLst/>
          </a:prstGeom>
        </p:spPr>
        <p:txBody>
          <a:bodyPr anchorCtr="0" anchor="t" bIns="0" lIns="0" spcFirstLastPara="1" rIns="0" wrap="square" tIns="0">
            <a:noAutofit/>
          </a:bodyPr>
          <a:lstStyle>
            <a:lvl1pPr lvl="0" rtl="0">
              <a:spcBef>
                <a:spcPts val="0"/>
              </a:spcBef>
              <a:spcAft>
                <a:spcPts val="0"/>
              </a:spcAft>
              <a:buNone/>
              <a:defRPr sz="1500"/>
            </a:lvl1pPr>
            <a:lvl2pPr lvl="1" rtl="0">
              <a:spcBef>
                <a:spcPts val="500"/>
              </a:spcBef>
              <a:spcAft>
                <a:spcPts val="0"/>
              </a:spcAft>
              <a:buNone/>
              <a:defRPr sz="1500"/>
            </a:lvl2pPr>
            <a:lvl3pPr lvl="2" rtl="0">
              <a:spcBef>
                <a:spcPts val="500"/>
              </a:spcBef>
              <a:spcAft>
                <a:spcPts val="0"/>
              </a:spcAft>
              <a:buNone/>
              <a:defRPr sz="1500"/>
            </a:lvl3pPr>
            <a:lvl4pPr lvl="3" rtl="0">
              <a:spcBef>
                <a:spcPts val="500"/>
              </a:spcBef>
              <a:spcAft>
                <a:spcPts val="0"/>
              </a:spcAft>
              <a:buNone/>
              <a:defRPr sz="1500"/>
            </a:lvl4pPr>
            <a:lvl5pPr lvl="4" rtl="0">
              <a:spcBef>
                <a:spcPts val="500"/>
              </a:spcBef>
              <a:spcAft>
                <a:spcPts val="0"/>
              </a:spcAft>
              <a:buNone/>
              <a:defRPr sz="1500"/>
            </a:lvl5pPr>
            <a:lvl6pPr lvl="5" rtl="0">
              <a:spcBef>
                <a:spcPts val="500"/>
              </a:spcBef>
              <a:spcAft>
                <a:spcPts val="0"/>
              </a:spcAft>
              <a:buNone/>
              <a:defRPr sz="1500"/>
            </a:lvl6pPr>
            <a:lvl7pPr lvl="6" rtl="0">
              <a:spcBef>
                <a:spcPts val="500"/>
              </a:spcBef>
              <a:spcAft>
                <a:spcPts val="0"/>
              </a:spcAft>
              <a:buNone/>
              <a:defRPr sz="1500"/>
            </a:lvl7pPr>
            <a:lvl8pPr lvl="7" rtl="0">
              <a:spcBef>
                <a:spcPts val="500"/>
              </a:spcBef>
              <a:spcAft>
                <a:spcPts val="0"/>
              </a:spcAft>
              <a:buNone/>
              <a:defRPr sz="1500"/>
            </a:lvl8pPr>
            <a:lvl9pPr lvl="8" rtl="0">
              <a:spcBef>
                <a:spcPts val="500"/>
              </a:spcBef>
              <a:spcAft>
                <a:spcPts val="500"/>
              </a:spcAft>
              <a:buNone/>
              <a:defRPr sz="1500"/>
            </a:lvl9pPr>
          </a:lstStyle>
          <a:p/>
        </p:txBody>
      </p:sp>
      <p:sp>
        <p:nvSpPr>
          <p:cNvPr id="4357" name="Google Shape;4357;p349"/>
          <p:cNvSpPr/>
          <p:nvPr/>
        </p:nvSpPr>
        <p:spPr>
          <a:xfrm>
            <a:off x="9779550" y="6261775"/>
            <a:ext cx="7317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349"/>
          <p:cNvSpPr/>
          <p:nvPr/>
        </p:nvSpPr>
        <p:spPr>
          <a:xfrm>
            <a:off x="10460025" y="310550"/>
            <a:ext cx="1281000" cy="32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1 1">
  <p:cSld name="text only_1">
    <p:spTree>
      <p:nvGrpSpPr>
        <p:cNvPr id="4359" name="Shape 4359"/>
        <p:cNvGrpSpPr/>
        <p:nvPr/>
      </p:nvGrpSpPr>
      <p:grpSpPr>
        <a:xfrm>
          <a:off x="0" y="0"/>
          <a:ext cx="0" cy="0"/>
          <a:chOff x="0" y="0"/>
          <a:chExt cx="0" cy="0"/>
        </a:xfrm>
      </p:grpSpPr>
      <p:sp>
        <p:nvSpPr>
          <p:cNvPr id="4360" name="Google Shape;4360;p350"/>
          <p:cNvSpPr txBox="1"/>
          <p:nvPr>
            <p:ph idx="1" type="body"/>
          </p:nvPr>
        </p:nvSpPr>
        <p:spPr>
          <a:xfrm>
            <a:off x="914400" y="1397000"/>
            <a:ext cx="10363200" cy="381300"/>
          </a:xfrm>
          <a:prstGeom prst="rect">
            <a:avLst/>
          </a:prstGeom>
          <a:noFill/>
          <a:ln>
            <a:noFill/>
          </a:ln>
        </p:spPr>
        <p:txBody>
          <a:bodyPr anchorCtr="0" anchor="t" bIns="121900" lIns="121900" spcFirstLastPara="1" rIns="121900" wrap="square" tIns="121900">
            <a:noAutofit/>
          </a:bodyPr>
          <a:lstStyle>
            <a:lvl1pPr indent="-228600" lvl="0" marL="457200" marR="0" rtl="0" algn="l">
              <a:lnSpc>
                <a:spcPct val="11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463550" lvl="1" marL="914400" marR="0" rtl="0" algn="l">
              <a:spcBef>
                <a:spcPts val="700"/>
              </a:spcBef>
              <a:spcAft>
                <a:spcPts val="0"/>
              </a:spcAft>
              <a:buClr>
                <a:schemeClr val="dk1"/>
              </a:buClr>
              <a:buSzPts val="3700"/>
              <a:buFont typeface="Arial"/>
              <a:buChar char="–"/>
              <a:defRPr b="0" i="0" sz="3700" u="none" cap="none" strike="noStrike">
                <a:solidFill>
                  <a:schemeClr val="dk1"/>
                </a:solidFill>
                <a:latin typeface="Calibri"/>
                <a:ea typeface="Calibri"/>
                <a:cs typeface="Calibri"/>
                <a:sym typeface="Calibri"/>
              </a:defRPr>
            </a:lvl2pPr>
            <a:lvl3pPr indent="-431800" lvl="2" marL="1371600" marR="0" rtl="0" algn="l">
              <a:spcBef>
                <a:spcPts val="6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3pPr>
            <a:lvl4pPr indent="-400050" lvl="3" marL="18288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4pPr>
            <a:lvl5pPr indent="-400050" lvl="4" marL="22860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361" name="Google Shape;4361;p350"/>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indent="0" lvl="0" marL="0" marR="0" rtl="0" algn="l">
              <a:spcBef>
                <a:spcPts val="0"/>
              </a:spcBef>
              <a:spcAft>
                <a:spcPts val="0"/>
              </a:spcAft>
              <a:buSzPts val="1900"/>
              <a:buNone/>
              <a:defRPr b="0" i="0" sz="1100" u="none" cap="none" strike="noStrike">
                <a:solidFill>
                  <a:srgbClr val="4C4C4C"/>
                </a:solidFill>
                <a:latin typeface="Arial"/>
                <a:ea typeface="Arial"/>
                <a:cs typeface="Arial"/>
                <a:sym typeface="Arial"/>
              </a:defRPr>
            </a:lvl1pPr>
            <a:lvl2pPr indent="0" lvl="1" marL="609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2pPr>
            <a:lvl3pPr indent="0" lvl="2" marL="1219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3pPr>
            <a:lvl4pPr indent="0" lvl="3" marL="1828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4pPr>
            <a:lvl5pPr indent="0" lvl="4" marL="24384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5pPr>
            <a:lvl6pPr indent="0" lvl="5" marL="30480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6pPr>
            <a:lvl7pPr indent="0" lvl="6" marL="36576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7pPr>
            <a:lvl8pPr indent="0" lvl="7" marL="42672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8pPr>
            <a:lvl9pPr indent="0" lvl="8" marL="4876800" marR="0" rtl="0" algn="l">
              <a:spcBef>
                <a:spcPts val="0"/>
              </a:spcBef>
              <a:spcAft>
                <a:spcPts val="0"/>
              </a:spcAft>
              <a:buSzPts val="1900"/>
              <a:buNone/>
              <a:defRPr b="0" i="0" sz="2400" u="none" cap="none" strike="noStrike">
                <a:solidFill>
                  <a:schemeClr val="dk1"/>
                </a:solidFill>
                <a:latin typeface="Calibri"/>
                <a:ea typeface="Calibri"/>
                <a:cs typeface="Calibri"/>
                <a:sym typeface="Calibri"/>
              </a:defRPr>
            </a:lvl9pPr>
          </a:lstStyle>
          <a:p/>
        </p:txBody>
      </p:sp>
      <p:sp>
        <p:nvSpPr>
          <p:cNvPr id="4362" name="Google Shape;4362;p350"/>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spcBef>
                <a:spcPts val="0"/>
              </a:spcBef>
              <a:spcAft>
                <a:spcPts val="0"/>
              </a:spcAft>
              <a:buNone/>
              <a:defRPr b="0" i="0" sz="11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1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1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1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1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1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1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1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363" name="Google Shape;4363;p350"/>
          <p:cNvSpPr txBox="1"/>
          <p:nvPr>
            <p:ph type="title"/>
          </p:nvPr>
        </p:nvSpPr>
        <p:spPr>
          <a:xfrm>
            <a:off x="914400" y="0"/>
            <a:ext cx="10363200" cy="1371600"/>
          </a:xfrm>
          <a:prstGeom prst="rect">
            <a:avLst/>
          </a:prstGeom>
          <a:noFill/>
          <a:ln>
            <a:noFill/>
          </a:ln>
        </p:spPr>
        <p:txBody>
          <a:bodyPr anchorCtr="0" anchor="b" bIns="121900" lIns="121900" spcFirstLastPara="1" rIns="121900" wrap="square" tIns="121900">
            <a:noAutofit/>
          </a:bodyPr>
          <a:lstStyle>
            <a:lvl1pPr indent="0" lvl="0" marL="0" marR="0" rtl="0" algn="l">
              <a:spcBef>
                <a:spcPts val="0"/>
              </a:spcBef>
              <a:spcAft>
                <a:spcPts val="0"/>
              </a:spcAft>
              <a:buSzPts val="1900"/>
              <a:buNone/>
              <a:defRPr b="0" i="0" sz="3700" u="none" cap="none" strike="noStrike">
                <a:solidFill>
                  <a:srgbClr val="000000"/>
                </a:solidFill>
                <a:latin typeface="Arial"/>
                <a:ea typeface="Arial"/>
                <a:cs typeface="Arial"/>
                <a:sym typeface="Arial"/>
              </a:defRPr>
            </a:lvl1pPr>
            <a:lvl2pPr indent="0" lvl="1" marL="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2pPr>
            <a:lvl3pPr indent="0" lvl="2" marL="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3pPr>
            <a:lvl4pPr indent="0" lvl="3" marL="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4pPr>
            <a:lvl5pPr indent="0" lvl="4" marL="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5pPr>
            <a:lvl6pPr indent="0" lvl="5" marL="60960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6pPr>
            <a:lvl7pPr indent="0" lvl="6" marL="121920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7pPr>
            <a:lvl8pPr indent="0" lvl="7" marL="182880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8pPr>
            <a:lvl9pPr indent="0" lvl="8" marL="2438400" marR="0" rtl="0" algn="ctr">
              <a:spcBef>
                <a:spcPts val="0"/>
              </a:spcBef>
              <a:spcAft>
                <a:spcPts val="0"/>
              </a:spcAft>
              <a:buSzPts val="1900"/>
              <a:buNone/>
              <a:defRPr b="0" i="0" sz="5900" u="none" cap="none" strike="noStrike">
                <a:solidFill>
                  <a:schemeClr val="dk1"/>
                </a:solidFill>
                <a:latin typeface="Calibri"/>
                <a:ea typeface="Calibri"/>
                <a:cs typeface="Calibri"/>
                <a:sym typeface="Calibri"/>
              </a:defRPr>
            </a:lvl9pPr>
          </a:lstStyle>
          <a:p/>
        </p:txBody>
      </p:sp>
      <p:sp>
        <p:nvSpPr>
          <p:cNvPr id="4364" name="Google Shape;4364;p350"/>
          <p:cNvSpPr txBox="1"/>
          <p:nvPr>
            <p:ph idx="2" type="body"/>
          </p:nvPr>
        </p:nvSpPr>
        <p:spPr>
          <a:xfrm>
            <a:off x="914400" y="2209800"/>
            <a:ext cx="10363200" cy="990300"/>
          </a:xfrm>
          <a:prstGeom prst="rect">
            <a:avLst/>
          </a:prstGeom>
          <a:noFill/>
          <a:ln>
            <a:noFill/>
          </a:ln>
        </p:spPr>
        <p:txBody>
          <a:bodyPr anchorCtr="0" anchor="b" bIns="121900" lIns="121900" spcFirstLastPara="1" rIns="121900" wrap="square" tIns="121900">
            <a:noAutofit/>
          </a:bodyPr>
          <a:lstStyle>
            <a:lvl1pPr indent="-228600" lvl="0" marL="457200" marR="0" rtl="0" algn="l">
              <a:lnSpc>
                <a:spcPct val="110000"/>
              </a:lnSpc>
              <a:spcBef>
                <a:spcPts val="40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381000" lvl="1" marL="9144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81000" lvl="3" marL="18288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4pPr>
            <a:lvl5pPr indent="-381000" lvl="4" marL="2286000" marR="0" rtl="0" algn="l">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
        <p:nvSpPr>
          <p:cNvPr id="4365" name="Google Shape;4365;p350"/>
          <p:cNvSpPr txBox="1"/>
          <p:nvPr>
            <p:ph idx="3" type="body"/>
          </p:nvPr>
        </p:nvSpPr>
        <p:spPr>
          <a:xfrm>
            <a:off x="914400" y="3429000"/>
            <a:ext cx="10363200" cy="2438400"/>
          </a:xfrm>
          <a:prstGeom prst="rect">
            <a:avLst/>
          </a:prstGeom>
          <a:noFill/>
          <a:ln>
            <a:noFill/>
          </a:ln>
        </p:spPr>
        <p:txBody>
          <a:bodyPr anchorCtr="0" anchor="t" bIns="121900" lIns="121900" spcFirstLastPara="1" rIns="121900" wrap="square" tIns="121900">
            <a:noAutofit/>
          </a:bodyPr>
          <a:lstStyle>
            <a:lvl1pPr indent="-330200" lvl="0" marL="4572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1pPr>
            <a:lvl2pPr indent="-330200" lvl="1" marL="9144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2pPr>
            <a:lvl3pPr indent="-330200" lvl="2" marL="13716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3pPr>
            <a:lvl4pPr indent="-330200" lvl="3" marL="18288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4pPr>
            <a:lvl5pPr indent="-330200" lvl="4" marL="2286000" marR="0" rtl="0" algn="l">
              <a:lnSpc>
                <a:spcPct val="110000"/>
              </a:lnSpc>
              <a:spcBef>
                <a:spcPts val="300"/>
              </a:spcBef>
              <a:spcAft>
                <a:spcPts val="0"/>
              </a:spcAft>
              <a:buClr>
                <a:srgbClr val="000000"/>
              </a:buClr>
              <a:buSzPts val="1600"/>
              <a:buFont typeface="Arial"/>
              <a:buChar char="•"/>
              <a:defRPr b="0" i="0" sz="1600" u="none" cap="none" strike="noStrike">
                <a:solidFill>
                  <a:srgbClr val="000000"/>
                </a:solidFill>
                <a:latin typeface="Arial"/>
                <a:ea typeface="Arial"/>
                <a:cs typeface="Arial"/>
                <a:sym typeface="Arial"/>
              </a:defRPr>
            </a:lvl5pPr>
            <a:lvl6pPr indent="-400050" lvl="5" marL="27432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6pPr>
            <a:lvl7pPr indent="-400050" lvl="6" marL="32004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7pPr>
            <a:lvl8pPr indent="-400050" lvl="7" marL="3657600" marR="0" rtl="0" algn="l">
              <a:spcBef>
                <a:spcPts val="50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8pPr>
            <a:lvl9pPr indent="-400050" lvl="8" marL="4114800" marR="0" rtl="0" algn="l">
              <a:spcBef>
                <a:spcPts val="500"/>
              </a:spcBef>
              <a:spcAft>
                <a:spcPts val="50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image and column body">
  <p:cSld name="CUSTOM_4_17_1_1">
    <p:spTree>
      <p:nvGrpSpPr>
        <p:cNvPr id="4366" name="Shape 4366"/>
        <p:cNvGrpSpPr/>
        <p:nvPr/>
      </p:nvGrpSpPr>
      <p:grpSpPr>
        <a:xfrm>
          <a:off x="0" y="0"/>
          <a:ext cx="0" cy="0"/>
          <a:chOff x="0" y="0"/>
          <a:chExt cx="0" cy="0"/>
        </a:xfrm>
      </p:grpSpPr>
      <p:cxnSp>
        <p:nvCxnSpPr>
          <p:cNvPr id="4367" name="Google Shape;4367;p351"/>
          <p:cNvCxnSpPr/>
          <p:nvPr/>
        </p:nvCxnSpPr>
        <p:spPr>
          <a:xfrm rot="10800000">
            <a:off x="447775" y="100"/>
            <a:ext cx="0" cy="886500"/>
          </a:xfrm>
          <a:prstGeom prst="straightConnector1">
            <a:avLst/>
          </a:prstGeom>
          <a:noFill/>
          <a:ln cap="flat" cmpd="sng" w="9525">
            <a:solidFill>
              <a:schemeClr val="accent1"/>
            </a:solidFill>
            <a:prstDash val="solid"/>
            <a:round/>
            <a:headEnd len="med" w="med" type="none"/>
            <a:tailEnd len="med" w="med" type="none"/>
          </a:ln>
        </p:spPr>
      </p:cxnSp>
      <p:cxnSp>
        <p:nvCxnSpPr>
          <p:cNvPr id="4368" name="Google Shape;4368;p351"/>
          <p:cNvCxnSpPr/>
          <p:nvPr/>
        </p:nvCxnSpPr>
        <p:spPr>
          <a:xfrm rot="10800000">
            <a:off x="447767" y="6401400"/>
            <a:ext cx="0" cy="456600"/>
          </a:xfrm>
          <a:prstGeom prst="straightConnector1">
            <a:avLst/>
          </a:prstGeom>
          <a:noFill/>
          <a:ln cap="flat" cmpd="sng" w="9525">
            <a:solidFill>
              <a:schemeClr val="accent1"/>
            </a:solidFill>
            <a:prstDash val="solid"/>
            <a:round/>
            <a:headEnd len="med" w="med" type="none"/>
            <a:tailEnd len="med" w="med" type="none"/>
          </a:ln>
        </p:spPr>
      </p:cxnSp>
      <p:sp>
        <p:nvSpPr>
          <p:cNvPr id="4369" name="Google Shape;4369;p351"/>
          <p:cNvSpPr txBox="1"/>
          <p:nvPr>
            <p:ph idx="12" type="sldNum"/>
          </p:nvPr>
        </p:nvSpPr>
        <p:spPr>
          <a:xfrm>
            <a:off x="81975" y="6169556"/>
            <a:ext cx="731700" cy="143700"/>
          </a:xfrm>
          <a:prstGeom prst="rect">
            <a:avLst/>
          </a:prstGeom>
          <a:noFill/>
          <a:ln>
            <a:noFill/>
          </a:ln>
        </p:spPr>
        <p:txBody>
          <a:bodyPr anchorCtr="0" anchor="b" bIns="0" lIns="0" spcFirstLastPara="1" rIns="0" wrap="square" tIns="0">
            <a:noAutofit/>
          </a:bodyPr>
          <a:lstStyle>
            <a:lvl1pPr lvl="0" rtl="0" algn="ctr">
              <a:buNone/>
              <a:defRPr sz="800">
                <a:latin typeface="Red Hat Text Medium"/>
                <a:ea typeface="Red Hat Text Medium"/>
                <a:cs typeface="Red Hat Text Medium"/>
                <a:sym typeface="Red Hat Text Medium"/>
              </a:defRPr>
            </a:lvl1pPr>
            <a:lvl2pPr lvl="1" rtl="0" algn="ctr">
              <a:buNone/>
              <a:defRPr sz="800">
                <a:latin typeface="Red Hat Text Medium"/>
                <a:ea typeface="Red Hat Text Medium"/>
                <a:cs typeface="Red Hat Text Medium"/>
                <a:sym typeface="Red Hat Text Medium"/>
              </a:defRPr>
            </a:lvl2pPr>
            <a:lvl3pPr lvl="2" rtl="0" algn="ctr">
              <a:buNone/>
              <a:defRPr sz="800">
                <a:latin typeface="Red Hat Text Medium"/>
                <a:ea typeface="Red Hat Text Medium"/>
                <a:cs typeface="Red Hat Text Medium"/>
                <a:sym typeface="Red Hat Text Medium"/>
              </a:defRPr>
            </a:lvl3pPr>
            <a:lvl4pPr lvl="3" rtl="0" algn="ctr">
              <a:buNone/>
              <a:defRPr sz="800">
                <a:latin typeface="Red Hat Text Medium"/>
                <a:ea typeface="Red Hat Text Medium"/>
                <a:cs typeface="Red Hat Text Medium"/>
                <a:sym typeface="Red Hat Text Medium"/>
              </a:defRPr>
            </a:lvl4pPr>
            <a:lvl5pPr lvl="4" rtl="0" algn="ctr">
              <a:buNone/>
              <a:defRPr sz="800">
                <a:latin typeface="Red Hat Text Medium"/>
                <a:ea typeface="Red Hat Text Medium"/>
                <a:cs typeface="Red Hat Text Medium"/>
                <a:sym typeface="Red Hat Text Medium"/>
              </a:defRPr>
            </a:lvl5pPr>
            <a:lvl6pPr lvl="5" rtl="0" algn="ctr">
              <a:buNone/>
              <a:defRPr sz="800">
                <a:latin typeface="Red Hat Text Medium"/>
                <a:ea typeface="Red Hat Text Medium"/>
                <a:cs typeface="Red Hat Text Medium"/>
                <a:sym typeface="Red Hat Text Medium"/>
              </a:defRPr>
            </a:lvl6pPr>
            <a:lvl7pPr lvl="6" rtl="0" algn="ctr">
              <a:buNone/>
              <a:defRPr sz="800">
                <a:latin typeface="Red Hat Text Medium"/>
                <a:ea typeface="Red Hat Text Medium"/>
                <a:cs typeface="Red Hat Text Medium"/>
                <a:sym typeface="Red Hat Text Medium"/>
              </a:defRPr>
            </a:lvl7pPr>
            <a:lvl8pPr lvl="7" rtl="0" algn="ctr">
              <a:buNone/>
              <a:defRPr sz="800">
                <a:latin typeface="Red Hat Text Medium"/>
                <a:ea typeface="Red Hat Text Medium"/>
                <a:cs typeface="Red Hat Text Medium"/>
                <a:sym typeface="Red Hat Text Medium"/>
              </a:defRPr>
            </a:lvl8pPr>
            <a:lvl9pPr lvl="8" rtl="0" algn="ctr">
              <a:buNone/>
              <a:defRPr sz="800">
                <a:latin typeface="Red Hat Text Medium"/>
                <a:ea typeface="Red Hat Text Medium"/>
                <a:cs typeface="Red Hat Text Medium"/>
                <a:sym typeface="Red Hat Text Medium"/>
              </a:defRPr>
            </a:lvl9pPr>
          </a:lstStyle>
          <a:p>
            <a:pPr indent="0" lvl="0" marL="0" rtl="0" algn="ctr">
              <a:spcBef>
                <a:spcPts val="0"/>
              </a:spcBef>
              <a:spcAft>
                <a:spcPts val="0"/>
              </a:spcAft>
              <a:buNone/>
            </a:pPr>
            <a:fld id="{00000000-1234-1234-1234-123412341234}" type="slidenum">
              <a:rPr lang="en"/>
              <a:t>‹#›</a:t>
            </a:fld>
            <a:endParaRPr/>
          </a:p>
        </p:txBody>
      </p:sp>
      <p:pic>
        <p:nvPicPr>
          <p:cNvPr id="4370" name="Google Shape;4370;p351"/>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sp>
        <p:nvSpPr>
          <p:cNvPr id="4371" name="Google Shape;4371;p351"/>
          <p:cNvSpPr txBox="1"/>
          <p:nvPr>
            <p:ph idx="1" type="subTitle"/>
          </p:nvPr>
        </p:nvSpPr>
        <p:spPr>
          <a:xfrm>
            <a:off x="885050" y="6169550"/>
            <a:ext cx="8002500" cy="559800"/>
          </a:xfrm>
          <a:prstGeom prst="rect">
            <a:avLst/>
          </a:prstGeom>
        </p:spPr>
        <p:txBody>
          <a:bodyPr anchorCtr="0" anchor="b" bIns="0" lIns="0" spcFirstLastPara="1" rIns="0" wrap="square" tIns="0">
            <a:noAutofit/>
          </a:bodyPr>
          <a:lstStyle>
            <a:lvl1pPr lvl="0" rtl="0">
              <a:lnSpc>
                <a:spcPct val="115000"/>
              </a:lnSpc>
              <a:spcBef>
                <a:spcPts val="0"/>
              </a:spcBef>
              <a:spcAft>
                <a:spcPts val="0"/>
              </a:spcAft>
              <a:buNone/>
              <a:defRPr sz="800">
                <a:solidFill>
                  <a:schemeClr val="dk1"/>
                </a:solidFill>
              </a:defRPr>
            </a:lvl1pPr>
            <a:lvl2pPr lvl="1" rtl="0">
              <a:lnSpc>
                <a:spcPct val="115000"/>
              </a:lnSpc>
              <a:spcBef>
                <a:spcPts val="0"/>
              </a:spcBef>
              <a:spcAft>
                <a:spcPts val="0"/>
              </a:spcAft>
              <a:buNone/>
              <a:defRPr sz="800">
                <a:solidFill>
                  <a:schemeClr val="dk1"/>
                </a:solidFill>
              </a:defRPr>
            </a:lvl2pPr>
            <a:lvl3pPr lvl="2" rtl="0">
              <a:lnSpc>
                <a:spcPct val="115000"/>
              </a:lnSpc>
              <a:spcBef>
                <a:spcPts val="0"/>
              </a:spcBef>
              <a:spcAft>
                <a:spcPts val="0"/>
              </a:spcAft>
              <a:buNone/>
              <a:defRPr sz="800">
                <a:solidFill>
                  <a:schemeClr val="dk1"/>
                </a:solidFill>
              </a:defRPr>
            </a:lvl3pPr>
            <a:lvl4pPr lvl="3" rtl="0">
              <a:lnSpc>
                <a:spcPct val="115000"/>
              </a:lnSpc>
              <a:spcBef>
                <a:spcPts val="0"/>
              </a:spcBef>
              <a:spcAft>
                <a:spcPts val="0"/>
              </a:spcAft>
              <a:buNone/>
              <a:defRPr sz="800">
                <a:solidFill>
                  <a:schemeClr val="dk1"/>
                </a:solidFill>
              </a:defRPr>
            </a:lvl4pPr>
            <a:lvl5pPr lvl="4" rtl="0">
              <a:lnSpc>
                <a:spcPct val="115000"/>
              </a:lnSpc>
              <a:spcBef>
                <a:spcPts val="0"/>
              </a:spcBef>
              <a:spcAft>
                <a:spcPts val="0"/>
              </a:spcAft>
              <a:buNone/>
              <a:defRPr sz="800">
                <a:solidFill>
                  <a:schemeClr val="dk1"/>
                </a:solidFill>
              </a:defRPr>
            </a:lvl5pPr>
            <a:lvl6pPr lvl="5" rtl="0">
              <a:lnSpc>
                <a:spcPct val="115000"/>
              </a:lnSpc>
              <a:spcBef>
                <a:spcPts val="0"/>
              </a:spcBef>
              <a:spcAft>
                <a:spcPts val="0"/>
              </a:spcAft>
              <a:buNone/>
              <a:defRPr sz="800">
                <a:solidFill>
                  <a:schemeClr val="dk1"/>
                </a:solidFill>
              </a:defRPr>
            </a:lvl6pPr>
            <a:lvl7pPr lvl="6" rtl="0">
              <a:lnSpc>
                <a:spcPct val="115000"/>
              </a:lnSpc>
              <a:spcBef>
                <a:spcPts val="0"/>
              </a:spcBef>
              <a:spcAft>
                <a:spcPts val="0"/>
              </a:spcAft>
              <a:buNone/>
              <a:defRPr sz="800">
                <a:solidFill>
                  <a:schemeClr val="dk1"/>
                </a:solidFill>
              </a:defRPr>
            </a:lvl7pPr>
            <a:lvl8pPr lvl="7" rtl="0">
              <a:lnSpc>
                <a:spcPct val="115000"/>
              </a:lnSpc>
              <a:spcBef>
                <a:spcPts val="0"/>
              </a:spcBef>
              <a:spcAft>
                <a:spcPts val="0"/>
              </a:spcAft>
              <a:buNone/>
              <a:defRPr sz="800">
                <a:solidFill>
                  <a:schemeClr val="dk1"/>
                </a:solidFill>
              </a:defRPr>
            </a:lvl8pPr>
            <a:lvl9pPr lvl="8" rtl="0">
              <a:lnSpc>
                <a:spcPct val="115000"/>
              </a:lnSpc>
              <a:spcBef>
                <a:spcPts val="0"/>
              </a:spcBef>
              <a:spcAft>
                <a:spcPts val="0"/>
              </a:spcAft>
              <a:buNone/>
              <a:defRPr sz="800">
                <a:solidFill>
                  <a:schemeClr val="dk1"/>
                </a:solidFill>
              </a:defRPr>
            </a:lvl9pPr>
          </a:lstStyle>
          <a:p/>
        </p:txBody>
      </p:sp>
      <p:sp>
        <p:nvSpPr>
          <p:cNvPr id="4372" name="Google Shape;4372;p351"/>
          <p:cNvSpPr txBox="1"/>
          <p:nvPr>
            <p:ph idx="2" type="body"/>
          </p:nvPr>
        </p:nvSpPr>
        <p:spPr>
          <a:xfrm>
            <a:off x="6369425" y="2291175"/>
            <a:ext cx="4937700" cy="3727200"/>
          </a:xfrm>
          <a:prstGeom prst="rect">
            <a:avLst/>
          </a:prstGeom>
        </p:spPr>
        <p:txBody>
          <a:bodyPr anchorCtr="0" anchor="t" bIns="0" lIns="0" spcFirstLastPara="1" rIns="0" wrap="square" tIns="0">
            <a:noAutofit/>
          </a:bodyPr>
          <a:lstStyle>
            <a:lvl1pPr indent="-330200" lvl="0" marL="457200" rtl="0">
              <a:lnSpc>
                <a:spcPct val="135000"/>
              </a:lnSpc>
              <a:spcBef>
                <a:spcPts val="1000"/>
              </a:spcBef>
              <a:spcAft>
                <a:spcPts val="0"/>
              </a:spcAft>
              <a:buSzPts val="1600"/>
              <a:buChar char="▸"/>
              <a:defRPr/>
            </a:lvl1pPr>
            <a:lvl2pPr indent="-317500" lvl="1" marL="914400" rtl="0">
              <a:lnSpc>
                <a:spcPct val="135000"/>
              </a:lnSpc>
              <a:spcBef>
                <a:spcPts val="1000"/>
              </a:spcBef>
              <a:spcAft>
                <a:spcPts val="0"/>
              </a:spcAft>
              <a:buSzPts val="1400"/>
              <a:buChar char="･"/>
              <a:defRPr/>
            </a:lvl2pPr>
            <a:lvl3pPr indent="-317500" lvl="2" marL="1371600" rtl="0">
              <a:lnSpc>
                <a:spcPct val="135000"/>
              </a:lnSpc>
              <a:spcBef>
                <a:spcPts val="1000"/>
              </a:spcBef>
              <a:spcAft>
                <a:spcPts val="0"/>
              </a:spcAft>
              <a:buSzPts val="1400"/>
              <a:buChar char="･"/>
              <a:defRPr/>
            </a:lvl3pPr>
            <a:lvl4pPr indent="-317500" lvl="3" marL="1828800" rtl="0">
              <a:lnSpc>
                <a:spcPct val="135000"/>
              </a:lnSpc>
              <a:spcBef>
                <a:spcPts val="1000"/>
              </a:spcBef>
              <a:spcAft>
                <a:spcPts val="0"/>
              </a:spcAft>
              <a:buSzPts val="1400"/>
              <a:buChar char="･"/>
              <a:defRPr/>
            </a:lvl4pPr>
            <a:lvl5pPr indent="-317500" lvl="4" marL="2286000" rtl="0">
              <a:lnSpc>
                <a:spcPct val="135000"/>
              </a:lnSpc>
              <a:spcBef>
                <a:spcPts val="1000"/>
              </a:spcBef>
              <a:spcAft>
                <a:spcPts val="0"/>
              </a:spcAft>
              <a:buSzPts val="1400"/>
              <a:buChar char="･"/>
              <a:defRPr/>
            </a:lvl5pPr>
            <a:lvl6pPr indent="-317500" lvl="5" marL="2743200" rtl="0">
              <a:lnSpc>
                <a:spcPct val="135000"/>
              </a:lnSpc>
              <a:spcBef>
                <a:spcPts val="1000"/>
              </a:spcBef>
              <a:spcAft>
                <a:spcPts val="0"/>
              </a:spcAft>
              <a:buSzPts val="1400"/>
              <a:buChar char="･"/>
              <a:defRPr/>
            </a:lvl6pPr>
            <a:lvl7pPr indent="-317500" lvl="6" marL="3200400" rtl="0">
              <a:lnSpc>
                <a:spcPct val="135000"/>
              </a:lnSpc>
              <a:spcBef>
                <a:spcPts val="1000"/>
              </a:spcBef>
              <a:spcAft>
                <a:spcPts val="0"/>
              </a:spcAft>
              <a:buSzPts val="1400"/>
              <a:buChar char="･"/>
              <a:defRPr/>
            </a:lvl7pPr>
            <a:lvl8pPr indent="-317500" lvl="7" marL="3657600" rtl="0">
              <a:lnSpc>
                <a:spcPct val="135000"/>
              </a:lnSpc>
              <a:spcBef>
                <a:spcPts val="1000"/>
              </a:spcBef>
              <a:spcAft>
                <a:spcPts val="0"/>
              </a:spcAft>
              <a:buSzPts val="1400"/>
              <a:buChar char="･"/>
              <a:defRPr/>
            </a:lvl8pPr>
            <a:lvl9pPr indent="-317500" lvl="8" marL="4114800" rtl="0">
              <a:lnSpc>
                <a:spcPct val="135000"/>
              </a:lnSpc>
              <a:spcBef>
                <a:spcPts val="1000"/>
              </a:spcBef>
              <a:spcAft>
                <a:spcPts val="1000"/>
              </a:spcAft>
              <a:buSzPts val="1400"/>
              <a:buChar char="･"/>
              <a:defRPr/>
            </a:lvl9pPr>
          </a:lstStyle>
          <a:p/>
        </p:txBody>
      </p:sp>
      <p:sp>
        <p:nvSpPr>
          <p:cNvPr id="4373" name="Google Shape;4373;p351"/>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1pPr>
            <a:lvl2pPr lvl="1"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2pPr>
            <a:lvl3pPr lvl="2"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3pPr>
            <a:lvl4pPr lvl="3"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4pPr>
            <a:lvl5pPr lvl="4"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5pPr>
            <a:lvl6pPr lvl="5"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6pPr>
            <a:lvl7pPr lvl="6"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7pPr>
            <a:lvl8pPr lvl="7"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8pPr>
            <a:lvl9pPr lvl="8" rtl="0">
              <a:lnSpc>
                <a:spcPct val="100000"/>
              </a:lnSpc>
              <a:spcBef>
                <a:spcPts val="0"/>
              </a:spcBef>
              <a:spcAft>
                <a:spcPts val="0"/>
              </a:spcAft>
              <a:buClr>
                <a:schemeClr val="accent1"/>
              </a:buClr>
              <a:buSzPts val="1000"/>
              <a:buFont typeface="Red Hat Display Medium"/>
              <a:buNone/>
              <a:defRPr sz="1000">
                <a:solidFill>
                  <a:schemeClr val="accent1"/>
                </a:solidFill>
                <a:latin typeface="Red Hat Display Medium"/>
                <a:ea typeface="Red Hat Display Medium"/>
                <a:cs typeface="Red Hat Display Medium"/>
                <a:sym typeface="Red Hat Display Medium"/>
              </a:defRPr>
            </a:lvl9pPr>
          </a:lstStyle>
          <a:p/>
        </p:txBody>
      </p:sp>
      <p:sp>
        <p:nvSpPr>
          <p:cNvPr id="4374" name="Google Shape;4374;p351"/>
          <p:cNvSpPr txBox="1"/>
          <p:nvPr>
            <p:ph type="title"/>
          </p:nvPr>
        </p:nvSpPr>
        <p:spPr>
          <a:xfrm>
            <a:off x="885050" y="1100350"/>
            <a:ext cx="10422000" cy="5532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800"/>
            </a:lvl1pPr>
            <a:lvl2pPr lvl="1" rtl="0" algn="ctr">
              <a:lnSpc>
                <a:spcPct val="130000"/>
              </a:lnSpc>
              <a:spcBef>
                <a:spcPts val="0"/>
              </a:spcBef>
              <a:spcAft>
                <a:spcPts val="0"/>
              </a:spcAft>
              <a:buNone/>
              <a:defRPr sz="2600"/>
            </a:lvl2pPr>
            <a:lvl3pPr lvl="2" rtl="0" algn="ctr">
              <a:lnSpc>
                <a:spcPct val="130000"/>
              </a:lnSpc>
              <a:spcBef>
                <a:spcPts val="0"/>
              </a:spcBef>
              <a:spcAft>
                <a:spcPts val="0"/>
              </a:spcAft>
              <a:buNone/>
              <a:defRPr sz="2600"/>
            </a:lvl3pPr>
            <a:lvl4pPr lvl="3" rtl="0" algn="ctr">
              <a:lnSpc>
                <a:spcPct val="130000"/>
              </a:lnSpc>
              <a:spcBef>
                <a:spcPts val="0"/>
              </a:spcBef>
              <a:spcAft>
                <a:spcPts val="0"/>
              </a:spcAft>
              <a:buNone/>
              <a:defRPr sz="2600"/>
            </a:lvl4pPr>
            <a:lvl5pPr lvl="4" rtl="0" algn="ctr">
              <a:lnSpc>
                <a:spcPct val="130000"/>
              </a:lnSpc>
              <a:spcBef>
                <a:spcPts val="0"/>
              </a:spcBef>
              <a:spcAft>
                <a:spcPts val="0"/>
              </a:spcAft>
              <a:buNone/>
              <a:defRPr sz="2600"/>
            </a:lvl5pPr>
            <a:lvl6pPr lvl="5" rtl="0" algn="ctr">
              <a:lnSpc>
                <a:spcPct val="130000"/>
              </a:lnSpc>
              <a:spcBef>
                <a:spcPts val="0"/>
              </a:spcBef>
              <a:spcAft>
                <a:spcPts val="0"/>
              </a:spcAft>
              <a:buNone/>
              <a:defRPr sz="2600"/>
            </a:lvl6pPr>
            <a:lvl7pPr lvl="6" rtl="0" algn="ctr">
              <a:lnSpc>
                <a:spcPct val="130000"/>
              </a:lnSpc>
              <a:spcBef>
                <a:spcPts val="0"/>
              </a:spcBef>
              <a:spcAft>
                <a:spcPts val="0"/>
              </a:spcAft>
              <a:buNone/>
              <a:defRPr sz="2600"/>
            </a:lvl7pPr>
            <a:lvl8pPr lvl="7" rtl="0" algn="ctr">
              <a:lnSpc>
                <a:spcPct val="130000"/>
              </a:lnSpc>
              <a:spcBef>
                <a:spcPts val="0"/>
              </a:spcBef>
              <a:spcAft>
                <a:spcPts val="0"/>
              </a:spcAft>
              <a:buNone/>
              <a:defRPr sz="2600"/>
            </a:lvl8pPr>
            <a:lvl9pPr lvl="8" rtl="0" algn="ctr">
              <a:lnSpc>
                <a:spcPct val="130000"/>
              </a:lnSpc>
              <a:spcBef>
                <a:spcPts val="0"/>
              </a:spcBef>
              <a:spcAft>
                <a:spcPts val="0"/>
              </a:spcAft>
              <a:buNone/>
              <a:defRPr sz="2600"/>
            </a:lvl9pPr>
          </a:lstStyle>
          <a:p/>
        </p:txBody>
      </p:sp>
      <p:sp>
        <p:nvSpPr>
          <p:cNvPr id="4375" name="Google Shape;4375;p351"/>
          <p:cNvSpPr txBox="1"/>
          <p:nvPr>
            <p:ph idx="4" type="subTitle"/>
          </p:nvPr>
        </p:nvSpPr>
        <p:spPr>
          <a:xfrm>
            <a:off x="885125" y="1653550"/>
            <a:ext cx="10422000" cy="291900"/>
          </a:xfrm>
          <a:prstGeom prst="rect">
            <a:avLst/>
          </a:prstGeom>
        </p:spPr>
        <p:txBody>
          <a:bodyPr anchorCtr="0" anchor="t" bIns="0" lIns="0" spcFirstLastPara="1" rIns="0" wrap="square" tIns="0">
            <a:noAutofit/>
          </a:bodyPr>
          <a:lstStyle>
            <a:lvl1pPr lvl="0" rtl="0" algn="ctr">
              <a:spcBef>
                <a:spcPts val="0"/>
              </a:spcBef>
              <a:spcAft>
                <a:spcPts val="0"/>
              </a:spcAft>
              <a:buNone/>
              <a:defRPr sz="1800">
                <a:solidFill>
                  <a:schemeClr val="accent1"/>
                </a:solidFill>
              </a:defRPr>
            </a:lvl1pPr>
            <a:lvl2pPr lvl="1" rtl="0" algn="ctr">
              <a:spcBef>
                <a:spcPts val="500"/>
              </a:spcBef>
              <a:spcAft>
                <a:spcPts val="0"/>
              </a:spcAft>
              <a:buNone/>
              <a:defRPr sz="1800">
                <a:solidFill>
                  <a:schemeClr val="accent1"/>
                </a:solidFill>
              </a:defRPr>
            </a:lvl2pPr>
            <a:lvl3pPr lvl="2" rtl="0" algn="ctr">
              <a:spcBef>
                <a:spcPts val="500"/>
              </a:spcBef>
              <a:spcAft>
                <a:spcPts val="0"/>
              </a:spcAft>
              <a:buNone/>
              <a:defRPr sz="1800">
                <a:solidFill>
                  <a:schemeClr val="accent1"/>
                </a:solidFill>
              </a:defRPr>
            </a:lvl3pPr>
            <a:lvl4pPr lvl="3" rtl="0" algn="ctr">
              <a:spcBef>
                <a:spcPts val="500"/>
              </a:spcBef>
              <a:spcAft>
                <a:spcPts val="0"/>
              </a:spcAft>
              <a:buNone/>
              <a:defRPr sz="1800">
                <a:solidFill>
                  <a:schemeClr val="accent1"/>
                </a:solidFill>
              </a:defRPr>
            </a:lvl4pPr>
            <a:lvl5pPr lvl="4" rtl="0" algn="ctr">
              <a:spcBef>
                <a:spcPts val="500"/>
              </a:spcBef>
              <a:spcAft>
                <a:spcPts val="0"/>
              </a:spcAft>
              <a:buNone/>
              <a:defRPr sz="1800">
                <a:solidFill>
                  <a:schemeClr val="accent1"/>
                </a:solidFill>
              </a:defRPr>
            </a:lvl5pPr>
            <a:lvl6pPr lvl="5" rtl="0" algn="ctr">
              <a:spcBef>
                <a:spcPts val="500"/>
              </a:spcBef>
              <a:spcAft>
                <a:spcPts val="0"/>
              </a:spcAft>
              <a:buNone/>
              <a:defRPr sz="1800">
                <a:solidFill>
                  <a:schemeClr val="accent1"/>
                </a:solidFill>
              </a:defRPr>
            </a:lvl6pPr>
            <a:lvl7pPr lvl="6" rtl="0" algn="ctr">
              <a:spcBef>
                <a:spcPts val="500"/>
              </a:spcBef>
              <a:spcAft>
                <a:spcPts val="0"/>
              </a:spcAft>
              <a:buNone/>
              <a:defRPr sz="1800">
                <a:solidFill>
                  <a:schemeClr val="accent1"/>
                </a:solidFill>
              </a:defRPr>
            </a:lvl7pPr>
            <a:lvl8pPr lvl="7" rtl="0" algn="ctr">
              <a:spcBef>
                <a:spcPts val="500"/>
              </a:spcBef>
              <a:spcAft>
                <a:spcPts val="0"/>
              </a:spcAft>
              <a:buNone/>
              <a:defRPr sz="1800">
                <a:solidFill>
                  <a:schemeClr val="accent1"/>
                </a:solidFill>
              </a:defRPr>
            </a:lvl8pPr>
            <a:lvl9pPr lvl="8" rtl="0" algn="ctr">
              <a:spcBef>
                <a:spcPts val="500"/>
              </a:spcBef>
              <a:spcAft>
                <a:spcPts val="500"/>
              </a:spcAft>
              <a:buNone/>
              <a:defRPr sz="1800">
                <a:solidFill>
                  <a:schemeClr val="accent1"/>
                </a:solidFill>
              </a:defRPr>
            </a:lvl9pPr>
          </a:lstStyle>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376" name="Shape 4376"/>
        <p:cNvGrpSpPr/>
        <p:nvPr/>
      </p:nvGrpSpPr>
      <p:grpSpPr>
        <a:xfrm>
          <a:off x="0" y="0"/>
          <a:ext cx="0" cy="0"/>
          <a:chOff x="0" y="0"/>
          <a:chExt cx="0" cy="0"/>
        </a:xfrm>
      </p:grpSpPr>
      <p:sp>
        <p:nvSpPr>
          <p:cNvPr id="4377" name="Google Shape;4377;p352"/>
          <p:cNvSpPr txBox="1"/>
          <p:nvPr>
            <p:ph type="ctrTitle"/>
          </p:nvPr>
        </p:nvSpPr>
        <p:spPr>
          <a:xfrm>
            <a:off x="415611" y="992767"/>
            <a:ext cx="11360700" cy="2736900"/>
          </a:xfrm>
          <a:prstGeom prst="rect">
            <a:avLst/>
          </a:prstGeom>
        </p:spPr>
        <p:txBody>
          <a:bodyPr anchorCtr="0" anchor="b" bIns="0" lIns="0" spcFirstLastPara="1" rIns="0" wrap="square" tIns="0">
            <a:noAutofit/>
          </a:bodyPr>
          <a:lstStyle>
            <a:lvl1pPr lvl="0" rtl="0" algn="ctr">
              <a:spcBef>
                <a:spcPts val="0"/>
              </a:spcBef>
              <a:spcAft>
                <a:spcPts val="0"/>
              </a:spcAft>
              <a:buSzPts val="6900"/>
              <a:buNone/>
              <a:defRPr sz="6900"/>
            </a:lvl1pPr>
            <a:lvl2pPr lvl="1" rtl="0" algn="ctr">
              <a:spcBef>
                <a:spcPts val="0"/>
              </a:spcBef>
              <a:spcAft>
                <a:spcPts val="0"/>
              </a:spcAft>
              <a:buSzPts val="6900"/>
              <a:buNone/>
              <a:defRPr sz="6900"/>
            </a:lvl2pPr>
            <a:lvl3pPr lvl="2" rtl="0" algn="ctr">
              <a:spcBef>
                <a:spcPts val="0"/>
              </a:spcBef>
              <a:spcAft>
                <a:spcPts val="0"/>
              </a:spcAft>
              <a:buSzPts val="6900"/>
              <a:buNone/>
              <a:defRPr sz="6900"/>
            </a:lvl3pPr>
            <a:lvl4pPr lvl="3" rtl="0" algn="ctr">
              <a:spcBef>
                <a:spcPts val="0"/>
              </a:spcBef>
              <a:spcAft>
                <a:spcPts val="0"/>
              </a:spcAft>
              <a:buSzPts val="6900"/>
              <a:buNone/>
              <a:defRPr sz="6900"/>
            </a:lvl4pPr>
            <a:lvl5pPr lvl="4" rtl="0" algn="ctr">
              <a:spcBef>
                <a:spcPts val="0"/>
              </a:spcBef>
              <a:spcAft>
                <a:spcPts val="0"/>
              </a:spcAft>
              <a:buSzPts val="6900"/>
              <a:buNone/>
              <a:defRPr sz="6900"/>
            </a:lvl5pPr>
            <a:lvl6pPr lvl="5" rtl="0" algn="ctr">
              <a:spcBef>
                <a:spcPts val="0"/>
              </a:spcBef>
              <a:spcAft>
                <a:spcPts val="0"/>
              </a:spcAft>
              <a:buSzPts val="6900"/>
              <a:buNone/>
              <a:defRPr sz="6900"/>
            </a:lvl6pPr>
            <a:lvl7pPr lvl="6" rtl="0" algn="ctr">
              <a:spcBef>
                <a:spcPts val="0"/>
              </a:spcBef>
              <a:spcAft>
                <a:spcPts val="0"/>
              </a:spcAft>
              <a:buSzPts val="6900"/>
              <a:buNone/>
              <a:defRPr sz="6900"/>
            </a:lvl7pPr>
            <a:lvl8pPr lvl="7" rtl="0" algn="ctr">
              <a:spcBef>
                <a:spcPts val="0"/>
              </a:spcBef>
              <a:spcAft>
                <a:spcPts val="0"/>
              </a:spcAft>
              <a:buSzPts val="6900"/>
              <a:buNone/>
              <a:defRPr sz="6900"/>
            </a:lvl8pPr>
            <a:lvl9pPr lvl="8" rtl="0" algn="ctr">
              <a:spcBef>
                <a:spcPts val="0"/>
              </a:spcBef>
              <a:spcAft>
                <a:spcPts val="0"/>
              </a:spcAft>
              <a:buSzPts val="6900"/>
              <a:buNone/>
              <a:defRPr sz="6900"/>
            </a:lvl9pPr>
          </a:lstStyle>
          <a:p/>
        </p:txBody>
      </p:sp>
      <p:sp>
        <p:nvSpPr>
          <p:cNvPr id="4378" name="Google Shape;4378;p352"/>
          <p:cNvSpPr txBox="1"/>
          <p:nvPr>
            <p:ph idx="1" type="subTitle"/>
          </p:nvPr>
        </p:nvSpPr>
        <p:spPr>
          <a:xfrm>
            <a:off x="415600" y="3778833"/>
            <a:ext cx="11360700" cy="1056900"/>
          </a:xfrm>
          <a:prstGeom prst="rect">
            <a:avLst/>
          </a:prstGeom>
        </p:spPr>
        <p:txBody>
          <a:bodyPr anchorCtr="0" anchor="t" bIns="0" lIns="0" spcFirstLastPara="1" rIns="0" wrap="square" tIns="0">
            <a:no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4379" name="Google Shape;4379;p35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rtl="0">
              <a:buNone/>
              <a:defRPr sz="1900"/>
            </a:lvl1pPr>
            <a:lvl2pPr lvl="1" rtl="0">
              <a:buNone/>
              <a:defRPr sz="1900"/>
            </a:lvl2pPr>
            <a:lvl3pPr lvl="2" rtl="0">
              <a:buNone/>
              <a:defRPr sz="1900"/>
            </a:lvl3pPr>
            <a:lvl4pPr lvl="3" rtl="0">
              <a:buNone/>
              <a:defRPr sz="1900"/>
            </a:lvl4pPr>
            <a:lvl5pPr lvl="4" rtl="0">
              <a:buNone/>
              <a:defRPr sz="1900"/>
            </a:lvl5pPr>
            <a:lvl6pPr lvl="5" rtl="0">
              <a:buNone/>
              <a:defRPr sz="1900"/>
            </a:lvl6pPr>
            <a:lvl7pPr lvl="6" rtl="0">
              <a:buNone/>
              <a:defRPr sz="1900"/>
            </a:lvl7pPr>
            <a:lvl8pPr lvl="7" rtl="0">
              <a:buNone/>
              <a:defRPr sz="1900"/>
            </a:lvl8pPr>
            <a:lvl9pPr lvl="8" rtl="0">
              <a:buNone/>
              <a:defRPr sz="19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top, text bottom">
  <p:cSld name="graphic top, text bottom">
    <p:spTree>
      <p:nvGrpSpPr>
        <p:cNvPr id="4380" name="Shape 4380"/>
        <p:cNvGrpSpPr/>
        <p:nvPr/>
      </p:nvGrpSpPr>
      <p:grpSpPr>
        <a:xfrm>
          <a:off x="0" y="0"/>
          <a:ext cx="0" cy="0"/>
          <a:chOff x="0" y="0"/>
          <a:chExt cx="0" cy="0"/>
        </a:xfrm>
      </p:grpSpPr>
      <p:sp>
        <p:nvSpPr>
          <p:cNvPr id="4381" name="Google Shape;4381;p353"/>
          <p:cNvSpPr txBox="1"/>
          <p:nvPr>
            <p:ph idx="12" type="sldNum"/>
          </p:nvPr>
        </p:nvSpPr>
        <p:spPr>
          <a:xfrm>
            <a:off x="137769" y="6311924"/>
            <a:ext cx="480900" cy="524700"/>
          </a:xfrm>
          <a:prstGeom prst="rect">
            <a:avLst/>
          </a:prstGeom>
          <a:noFill/>
          <a:ln>
            <a:noFill/>
          </a:ln>
        </p:spPr>
        <p:txBody>
          <a:bodyPr anchorCtr="0" anchor="ctr" bIns="121900" lIns="121900" spcFirstLastPara="1" rIns="121900" wrap="square" tIns="121900">
            <a:noAutofit/>
          </a:bodyPr>
          <a:lstStyle>
            <a:lvl1pPr indent="0" lvl="0" marL="0" rtl="0" algn="l">
              <a:lnSpc>
                <a:spcPct val="100000"/>
              </a:lnSpc>
              <a:spcBef>
                <a:spcPts val="0"/>
              </a:spcBef>
              <a:spcAft>
                <a:spcPts val="0"/>
              </a:spcAft>
              <a:buClr>
                <a:srgbClr val="000000"/>
              </a:buClr>
              <a:buSzPts val="1900"/>
              <a:buFont typeface="Arial"/>
              <a:buNone/>
              <a:defRPr sz="1900"/>
            </a:lvl1pPr>
            <a:lvl2pPr indent="0" lvl="1" marL="0" rtl="0" algn="l">
              <a:lnSpc>
                <a:spcPct val="100000"/>
              </a:lnSpc>
              <a:spcBef>
                <a:spcPts val="0"/>
              </a:spcBef>
              <a:spcAft>
                <a:spcPts val="0"/>
              </a:spcAft>
              <a:buClr>
                <a:srgbClr val="000000"/>
              </a:buClr>
              <a:buSzPts val="1900"/>
              <a:buFont typeface="Arial"/>
              <a:buNone/>
              <a:defRPr sz="1900"/>
            </a:lvl2pPr>
            <a:lvl3pPr indent="0" lvl="2" marL="0" rtl="0" algn="l">
              <a:lnSpc>
                <a:spcPct val="100000"/>
              </a:lnSpc>
              <a:spcBef>
                <a:spcPts val="0"/>
              </a:spcBef>
              <a:spcAft>
                <a:spcPts val="0"/>
              </a:spcAft>
              <a:buClr>
                <a:srgbClr val="000000"/>
              </a:buClr>
              <a:buSzPts val="1900"/>
              <a:buFont typeface="Arial"/>
              <a:buNone/>
              <a:defRPr sz="1900"/>
            </a:lvl3pPr>
            <a:lvl4pPr indent="0" lvl="3" marL="0" rtl="0" algn="l">
              <a:lnSpc>
                <a:spcPct val="100000"/>
              </a:lnSpc>
              <a:spcBef>
                <a:spcPts val="0"/>
              </a:spcBef>
              <a:spcAft>
                <a:spcPts val="0"/>
              </a:spcAft>
              <a:buClr>
                <a:srgbClr val="000000"/>
              </a:buClr>
              <a:buSzPts val="1900"/>
              <a:buFont typeface="Arial"/>
              <a:buNone/>
              <a:defRPr sz="1900"/>
            </a:lvl4pPr>
            <a:lvl5pPr indent="0" lvl="4" marL="0" rtl="0" algn="l">
              <a:lnSpc>
                <a:spcPct val="100000"/>
              </a:lnSpc>
              <a:spcBef>
                <a:spcPts val="0"/>
              </a:spcBef>
              <a:spcAft>
                <a:spcPts val="0"/>
              </a:spcAft>
              <a:buClr>
                <a:srgbClr val="000000"/>
              </a:buClr>
              <a:buSzPts val="1900"/>
              <a:buFont typeface="Arial"/>
              <a:buNone/>
              <a:defRPr sz="1900"/>
            </a:lvl5pPr>
            <a:lvl6pPr indent="0" lvl="5" marL="0" rtl="0" algn="l">
              <a:lnSpc>
                <a:spcPct val="100000"/>
              </a:lnSpc>
              <a:spcBef>
                <a:spcPts val="0"/>
              </a:spcBef>
              <a:spcAft>
                <a:spcPts val="0"/>
              </a:spcAft>
              <a:buClr>
                <a:srgbClr val="000000"/>
              </a:buClr>
              <a:buSzPts val="1900"/>
              <a:buFont typeface="Arial"/>
              <a:buNone/>
              <a:defRPr sz="1900"/>
            </a:lvl6pPr>
            <a:lvl7pPr indent="0" lvl="6" marL="0" rtl="0" algn="l">
              <a:lnSpc>
                <a:spcPct val="100000"/>
              </a:lnSpc>
              <a:spcBef>
                <a:spcPts val="0"/>
              </a:spcBef>
              <a:spcAft>
                <a:spcPts val="0"/>
              </a:spcAft>
              <a:buClr>
                <a:srgbClr val="000000"/>
              </a:buClr>
              <a:buSzPts val="1900"/>
              <a:buFont typeface="Arial"/>
              <a:buNone/>
              <a:defRPr sz="1900"/>
            </a:lvl7pPr>
            <a:lvl8pPr indent="0" lvl="7" marL="0" rtl="0" algn="l">
              <a:lnSpc>
                <a:spcPct val="100000"/>
              </a:lnSpc>
              <a:spcBef>
                <a:spcPts val="0"/>
              </a:spcBef>
              <a:spcAft>
                <a:spcPts val="0"/>
              </a:spcAft>
              <a:buClr>
                <a:srgbClr val="000000"/>
              </a:buClr>
              <a:buSzPts val="1900"/>
              <a:buFont typeface="Arial"/>
              <a:buNone/>
              <a:defRPr sz="1900"/>
            </a:lvl8pPr>
            <a:lvl9pPr indent="0" lvl="8" marL="0" rtl="0" algn="l">
              <a:lnSpc>
                <a:spcPct val="100000"/>
              </a:lnSpc>
              <a:spcBef>
                <a:spcPts val="0"/>
              </a:spcBef>
              <a:spcAft>
                <a:spcPts val="0"/>
              </a:spcAft>
              <a:buClr>
                <a:srgbClr val="000000"/>
              </a:buClr>
              <a:buSzPts val="1900"/>
              <a:buFont typeface="Arial"/>
              <a:buNone/>
              <a:defRPr sz="1900"/>
            </a:lvl9pPr>
          </a:lstStyle>
          <a:p>
            <a:pPr indent="0" lvl="0" marL="0" rtl="0" algn="l">
              <a:spcBef>
                <a:spcPts val="0"/>
              </a:spcBef>
              <a:spcAft>
                <a:spcPts val="0"/>
              </a:spcAft>
              <a:buNone/>
            </a:pPr>
            <a:fld id="{00000000-1234-1234-1234-123412341234}" type="slidenum">
              <a:rPr lang="en"/>
              <a:t>‹#›</a:t>
            </a:fld>
            <a:endParaRPr/>
          </a:p>
        </p:txBody>
      </p:sp>
      <p:sp>
        <p:nvSpPr>
          <p:cNvPr id="4382" name="Google Shape;4382;p353"/>
          <p:cNvSpPr txBox="1"/>
          <p:nvPr>
            <p:ph idx="1" type="body"/>
          </p:nvPr>
        </p:nvSpPr>
        <p:spPr>
          <a:xfrm>
            <a:off x="1102200" y="5212664"/>
            <a:ext cx="9987600" cy="524700"/>
          </a:xfrm>
          <a:prstGeom prst="rect">
            <a:avLst/>
          </a:prstGeom>
          <a:noFill/>
          <a:ln>
            <a:noFill/>
          </a:ln>
        </p:spPr>
        <p:txBody>
          <a:bodyPr anchorCtr="0" anchor="t" bIns="121900" lIns="121900" spcFirstLastPara="1" rIns="121900" wrap="square" tIns="121900">
            <a:noAutofit/>
          </a:bodyPr>
          <a:lstStyle>
            <a:lvl1pPr indent="-349250" lvl="0" marL="457200" rtl="0" algn="ctr">
              <a:lnSpc>
                <a:spcPct val="115000"/>
              </a:lnSpc>
              <a:spcBef>
                <a:spcPts val="0"/>
              </a:spcBef>
              <a:spcAft>
                <a:spcPts val="0"/>
              </a:spcAft>
              <a:buClr>
                <a:schemeClr val="dk1"/>
              </a:buClr>
              <a:buSzPts val="1900"/>
              <a:buFont typeface="Proxima Nova"/>
              <a:buChar char="●"/>
              <a:defRPr sz="1900"/>
            </a:lvl1pPr>
            <a:lvl2pPr indent="-349250" lvl="1" marL="914400" rtl="0" algn="ctr">
              <a:lnSpc>
                <a:spcPct val="115000"/>
              </a:lnSpc>
              <a:spcBef>
                <a:spcPts val="0"/>
              </a:spcBef>
              <a:spcAft>
                <a:spcPts val="0"/>
              </a:spcAft>
              <a:buClr>
                <a:schemeClr val="dk1"/>
              </a:buClr>
              <a:buSzPts val="1900"/>
              <a:buFont typeface="Proxima Nova"/>
              <a:buChar char="○"/>
              <a:defRPr sz="1900"/>
            </a:lvl2pPr>
            <a:lvl3pPr indent="-349250" lvl="2" marL="1371600" rtl="0" algn="ctr">
              <a:lnSpc>
                <a:spcPct val="115000"/>
              </a:lnSpc>
              <a:spcBef>
                <a:spcPts val="0"/>
              </a:spcBef>
              <a:spcAft>
                <a:spcPts val="0"/>
              </a:spcAft>
              <a:buClr>
                <a:schemeClr val="dk1"/>
              </a:buClr>
              <a:buSzPts val="1900"/>
              <a:buFont typeface="Proxima Nova"/>
              <a:buChar char="■"/>
              <a:defRPr sz="1900"/>
            </a:lvl3pPr>
            <a:lvl4pPr indent="-349250" lvl="3" marL="1828800" rtl="0" algn="ctr">
              <a:lnSpc>
                <a:spcPct val="115000"/>
              </a:lnSpc>
              <a:spcBef>
                <a:spcPts val="0"/>
              </a:spcBef>
              <a:spcAft>
                <a:spcPts val="0"/>
              </a:spcAft>
              <a:buClr>
                <a:schemeClr val="dk1"/>
              </a:buClr>
              <a:buSzPts val="1900"/>
              <a:buFont typeface="Proxima Nova"/>
              <a:buChar char="●"/>
              <a:defRPr sz="1900"/>
            </a:lvl4pPr>
            <a:lvl5pPr indent="-349250" lvl="4" marL="2286000" rtl="0" algn="ctr">
              <a:lnSpc>
                <a:spcPct val="115000"/>
              </a:lnSpc>
              <a:spcBef>
                <a:spcPts val="0"/>
              </a:spcBef>
              <a:spcAft>
                <a:spcPts val="0"/>
              </a:spcAft>
              <a:buClr>
                <a:schemeClr val="dk1"/>
              </a:buClr>
              <a:buSzPts val="1900"/>
              <a:buFont typeface="Proxima Nova"/>
              <a:buChar char="○"/>
              <a:defRPr sz="1900"/>
            </a:lvl5pPr>
            <a:lvl6pPr indent="-349250" lvl="5" marL="2743200" rtl="0" algn="ctr">
              <a:lnSpc>
                <a:spcPct val="115000"/>
              </a:lnSpc>
              <a:spcBef>
                <a:spcPts val="0"/>
              </a:spcBef>
              <a:spcAft>
                <a:spcPts val="0"/>
              </a:spcAft>
              <a:buClr>
                <a:schemeClr val="dk1"/>
              </a:buClr>
              <a:buSzPts val="1900"/>
              <a:buFont typeface="Proxima Nova"/>
              <a:buChar char="■"/>
              <a:defRPr sz="1900"/>
            </a:lvl6pPr>
            <a:lvl7pPr indent="-349250" lvl="6" marL="3200400" rtl="0" algn="ctr">
              <a:lnSpc>
                <a:spcPct val="115000"/>
              </a:lnSpc>
              <a:spcBef>
                <a:spcPts val="0"/>
              </a:spcBef>
              <a:spcAft>
                <a:spcPts val="0"/>
              </a:spcAft>
              <a:buClr>
                <a:schemeClr val="dk1"/>
              </a:buClr>
              <a:buSzPts val="1900"/>
              <a:buFont typeface="Proxima Nova"/>
              <a:buChar char="●"/>
              <a:defRPr sz="1900"/>
            </a:lvl7pPr>
            <a:lvl8pPr indent="-349250" lvl="7" marL="3657600" rtl="0" algn="ctr">
              <a:lnSpc>
                <a:spcPct val="115000"/>
              </a:lnSpc>
              <a:spcBef>
                <a:spcPts val="0"/>
              </a:spcBef>
              <a:spcAft>
                <a:spcPts val="0"/>
              </a:spcAft>
              <a:buClr>
                <a:schemeClr val="dk1"/>
              </a:buClr>
              <a:buSzPts val="1900"/>
              <a:buFont typeface="Proxima Nova"/>
              <a:buChar char="○"/>
              <a:defRPr sz="1900"/>
            </a:lvl8pPr>
            <a:lvl9pPr indent="-349250" lvl="8" marL="4114800" rtl="0" algn="ctr">
              <a:lnSpc>
                <a:spcPct val="115000"/>
              </a:lnSpc>
              <a:spcBef>
                <a:spcPts val="0"/>
              </a:spcBef>
              <a:spcAft>
                <a:spcPts val="0"/>
              </a:spcAft>
              <a:buClr>
                <a:schemeClr val="dk1"/>
              </a:buClr>
              <a:buSzPts val="1900"/>
              <a:buFont typeface="Proxima Nova"/>
              <a:buChar char="■"/>
              <a:defRPr sz="1900"/>
            </a:lvl9pPr>
          </a:lstStyle>
          <a:p/>
        </p:txBody>
      </p:sp>
      <p:sp>
        <p:nvSpPr>
          <p:cNvPr id="4383" name="Google Shape;4383;p353"/>
          <p:cNvSpPr txBox="1"/>
          <p:nvPr>
            <p:ph type="title"/>
          </p:nvPr>
        </p:nvSpPr>
        <p:spPr>
          <a:xfrm>
            <a:off x="1102200" y="0"/>
            <a:ext cx="9987600" cy="1417500"/>
          </a:xfrm>
          <a:prstGeom prst="rect">
            <a:avLst/>
          </a:prstGeom>
          <a:noFill/>
          <a:ln>
            <a:noFill/>
          </a:ln>
        </p:spPr>
        <p:txBody>
          <a:bodyPr anchorCtr="0" anchor="b" bIns="121900" lIns="121900" spcFirstLastPara="1" rIns="121900" wrap="square" tIns="121900">
            <a:noAutofit/>
          </a:bodyPr>
          <a:lstStyle>
            <a:lvl1pPr lvl="0" rtl="0" algn="l">
              <a:lnSpc>
                <a:spcPct val="100000"/>
              </a:lnSpc>
              <a:spcBef>
                <a:spcPts val="0"/>
              </a:spcBef>
              <a:spcAft>
                <a:spcPts val="0"/>
              </a:spcAft>
              <a:buSzPts val="3700"/>
              <a:buFont typeface="Proxima Nova"/>
              <a:buNone/>
              <a:defRPr b="0">
                <a:latin typeface="Proxima Nova"/>
                <a:ea typeface="Proxima Nova"/>
                <a:cs typeface="Proxima Nova"/>
                <a:sym typeface="Proxima Nova"/>
              </a:defRPr>
            </a:lvl1pPr>
            <a:lvl2pPr lvl="1"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2pPr>
            <a:lvl3pPr lvl="2"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3pPr>
            <a:lvl4pPr lvl="3"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4pPr>
            <a:lvl5pPr lvl="4"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5pPr>
            <a:lvl6pPr lvl="5"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6pPr>
            <a:lvl7pPr lvl="6"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7pPr>
            <a:lvl8pPr lvl="7"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8pPr>
            <a:lvl9pPr lvl="8" rtl="0">
              <a:spcBef>
                <a:spcPts val="0"/>
              </a:spcBef>
              <a:spcAft>
                <a:spcPts val="0"/>
              </a:spcAft>
              <a:buClr>
                <a:schemeClr val="dk1"/>
              </a:buClr>
              <a:buSzPts val="3700"/>
              <a:buFont typeface="Proxima Nova"/>
              <a:buNone/>
              <a:defRPr b="0">
                <a:solidFill>
                  <a:schemeClr val="dk1"/>
                </a:solidFill>
                <a:latin typeface="Proxima Nova"/>
                <a:ea typeface="Proxima Nova"/>
                <a:cs typeface="Proxima Nova"/>
                <a:sym typeface="Proxima Nova"/>
              </a:defRPr>
            </a:lvl9pPr>
          </a:lstStyle>
          <a:p/>
        </p:txBody>
      </p:sp>
      <p:sp>
        <p:nvSpPr>
          <p:cNvPr id="4384" name="Google Shape;4384;p353"/>
          <p:cNvSpPr txBox="1"/>
          <p:nvPr>
            <p:ph idx="2" type="subTitle"/>
          </p:nvPr>
        </p:nvSpPr>
        <p:spPr>
          <a:xfrm>
            <a:off x="1102200" y="1239700"/>
            <a:ext cx="9987600" cy="438300"/>
          </a:xfrm>
          <a:prstGeom prst="rect">
            <a:avLst/>
          </a:prstGeom>
          <a:noFill/>
          <a:ln>
            <a:noFill/>
          </a:ln>
        </p:spPr>
        <p:txBody>
          <a:bodyPr anchorCtr="0" anchor="t" bIns="121900" lIns="121900" spcFirstLastPara="1" rIns="121900" wrap="square" tIns="121900">
            <a:noAutofit/>
          </a:bodyPr>
          <a:lstStyle>
            <a:lvl1pPr lvl="0"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1pPr>
            <a:lvl2pPr lvl="1"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2pPr>
            <a:lvl3pPr lvl="2"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3pPr>
            <a:lvl4pPr lvl="3"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4pPr>
            <a:lvl5pPr lvl="4"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5pPr>
            <a:lvl6pPr lvl="5"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6pPr>
            <a:lvl7pPr lvl="6"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7pPr>
            <a:lvl8pPr lvl="7"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8pPr>
            <a:lvl9pPr lvl="8" rtl="0" algn="l">
              <a:lnSpc>
                <a:spcPct val="100000"/>
              </a:lnSpc>
              <a:spcBef>
                <a:spcPts val="0"/>
              </a:spcBef>
              <a:spcAft>
                <a:spcPts val="0"/>
              </a:spcAft>
              <a:buClr>
                <a:schemeClr val="dk1"/>
              </a:buClr>
              <a:buSzPts val="1900"/>
              <a:buFont typeface="Proxima Nova"/>
              <a:buNone/>
              <a:defRPr>
                <a:latin typeface="Proxima Nova"/>
                <a:ea typeface="Proxima Nova"/>
                <a:cs typeface="Proxima Nova"/>
                <a:sym typeface="Proxima Nova"/>
              </a:defRPr>
            </a:lvl9pPr>
          </a:lstStyle>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3">
  <p:cSld name="text only_2">
    <p:spTree>
      <p:nvGrpSpPr>
        <p:cNvPr id="4385" name="Shape 4385"/>
        <p:cNvGrpSpPr/>
        <p:nvPr/>
      </p:nvGrpSpPr>
      <p:grpSpPr>
        <a:xfrm>
          <a:off x="0" y="0"/>
          <a:ext cx="0" cy="0"/>
          <a:chOff x="0" y="0"/>
          <a:chExt cx="0" cy="0"/>
        </a:xfrm>
      </p:grpSpPr>
      <p:sp>
        <p:nvSpPr>
          <p:cNvPr id="4386" name="Google Shape;4386;p354"/>
          <p:cNvSpPr txBox="1"/>
          <p:nvPr>
            <p:ph idx="1" type="body"/>
          </p:nvPr>
        </p:nvSpPr>
        <p:spPr>
          <a:xfrm>
            <a:off x="914400" y="1397000"/>
            <a:ext cx="10363200" cy="381300"/>
          </a:xfrm>
          <a:prstGeom prst="rect">
            <a:avLst/>
          </a:prstGeom>
          <a:noFill/>
          <a:ln>
            <a:noFill/>
          </a:ln>
        </p:spPr>
        <p:txBody>
          <a:bodyPr anchorCtr="0" anchor="t" bIns="121900" lIns="121900" spcFirstLastPara="1" rIns="121900" wrap="square" tIns="121900">
            <a:noAutofit/>
          </a:bodyPr>
          <a:lstStyle>
            <a:lvl1pPr indent="-349250" lvl="0" marL="457200" marR="0" rtl="0" algn="l">
              <a:lnSpc>
                <a:spcPct val="110000"/>
              </a:lnSpc>
              <a:spcBef>
                <a:spcPts val="0"/>
              </a:spcBef>
              <a:spcAft>
                <a:spcPts val="0"/>
              </a:spcAft>
              <a:buClr>
                <a:srgbClr val="000000"/>
              </a:buClr>
              <a:buSzPts val="1900"/>
              <a:buFont typeface="Arial"/>
              <a:buChar char="●"/>
              <a:defRPr b="0" i="0" sz="1900" u="none" cap="none" strike="noStrike">
                <a:solidFill>
                  <a:srgbClr val="000000"/>
                </a:solidFill>
                <a:latin typeface="Arial"/>
                <a:ea typeface="Arial"/>
                <a:cs typeface="Arial"/>
                <a:sym typeface="Arial"/>
              </a:defRPr>
            </a:lvl1pPr>
            <a:lvl2pPr indent="-228600" lvl="1" marL="914400" marR="0" rtl="0" algn="l">
              <a:lnSpc>
                <a:spcPct val="100000"/>
              </a:lnSpc>
              <a:spcBef>
                <a:spcPts val="700"/>
              </a:spcBef>
              <a:spcAft>
                <a:spcPts val="0"/>
              </a:spcAft>
              <a:buClr>
                <a:schemeClr val="dk1"/>
              </a:buClr>
              <a:buSzPts val="3700"/>
              <a:buFont typeface="Calibri"/>
              <a:buNone/>
              <a:defRPr b="0" i="0" sz="37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60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9pPr>
          </a:lstStyle>
          <a:p/>
        </p:txBody>
      </p:sp>
      <p:sp>
        <p:nvSpPr>
          <p:cNvPr id="4387" name="Google Shape;4387;p354"/>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4C4C4C"/>
              </a:buClr>
              <a:buSzPts val="1100"/>
              <a:buFont typeface="Arial"/>
              <a:buNone/>
              <a:defRPr b="0" i="0" sz="1100" u="none" cap="none" strike="noStrike">
                <a:solidFill>
                  <a:srgbClr val="4C4C4C"/>
                </a:solidFill>
                <a:latin typeface="Arial"/>
                <a:ea typeface="Arial"/>
                <a:cs typeface="Arial"/>
                <a:sym typeface="Arial"/>
              </a:defRPr>
            </a:lvl1pPr>
            <a:lvl2pPr lvl="1"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9pPr>
          </a:lstStyle>
          <a:p/>
        </p:txBody>
      </p:sp>
      <p:sp>
        <p:nvSpPr>
          <p:cNvPr id="4388" name="Google Shape;4388;p354"/>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900">
              <a:solidFill>
                <a:srgbClr val="000000"/>
              </a:solidFill>
            </a:endParaRPr>
          </a:p>
        </p:txBody>
      </p:sp>
      <p:sp>
        <p:nvSpPr>
          <p:cNvPr id="4389" name="Google Shape;4389;p354"/>
          <p:cNvSpPr txBox="1"/>
          <p:nvPr>
            <p:ph type="title"/>
          </p:nvPr>
        </p:nvSpPr>
        <p:spPr>
          <a:xfrm>
            <a:off x="914400" y="0"/>
            <a:ext cx="10363200" cy="1371600"/>
          </a:xfrm>
          <a:prstGeom prst="rect">
            <a:avLst/>
          </a:prstGeom>
          <a:noFill/>
          <a:ln>
            <a:noFill/>
          </a:ln>
        </p:spPr>
        <p:txBody>
          <a:bodyPr anchorCtr="0" anchor="b" bIns="121900" lIns="121900" spcFirstLastPara="1" rIns="121900" wrap="square" tIns="121900">
            <a:noAutofit/>
          </a:bodyPr>
          <a:lstStyle>
            <a:lvl1pPr lvl="0" marR="0" rtl="0" algn="l">
              <a:lnSpc>
                <a:spcPct val="100000"/>
              </a:lnSpc>
              <a:spcBef>
                <a:spcPts val="0"/>
              </a:spcBef>
              <a:spcAft>
                <a:spcPts val="0"/>
              </a:spcAft>
              <a:buClr>
                <a:srgbClr val="000000"/>
              </a:buClr>
              <a:buSzPts val="3700"/>
              <a:buFont typeface="Arial"/>
              <a:buNone/>
              <a:defRPr b="0" i="0" sz="3700" u="none" cap="none" strike="noStrike">
                <a:solidFill>
                  <a:srgbClr val="000000"/>
                </a:solidFill>
                <a:latin typeface="Arial"/>
                <a:ea typeface="Arial"/>
                <a:cs typeface="Arial"/>
                <a:sym typeface="Arial"/>
              </a:defRPr>
            </a:lvl1pPr>
            <a:lvl2pPr lvl="1"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2pPr>
            <a:lvl3pPr lvl="2"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3pPr>
            <a:lvl4pPr lvl="3"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4pPr>
            <a:lvl5pPr lvl="4"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5pPr>
            <a:lvl6pPr lvl="5"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6pPr>
            <a:lvl7pPr lvl="6"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7pPr>
            <a:lvl8pPr lvl="7"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8pPr>
            <a:lvl9pPr lvl="8"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9pPr>
          </a:lstStyle>
          <a:p/>
        </p:txBody>
      </p:sp>
      <p:sp>
        <p:nvSpPr>
          <p:cNvPr id="4390" name="Google Shape;4390;p354"/>
          <p:cNvSpPr txBox="1"/>
          <p:nvPr>
            <p:ph idx="2" type="body"/>
          </p:nvPr>
        </p:nvSpPr>
        <p:spPr>
          <a:xfrm>
            <a:off x="914400" y="2209800"/>
            <a:ext cx="10363200" cy="990300"/>
          </a:xfrm>
          <a:prstGeom prst="rect">
            <a:avLst/>
          </a:prstGeom>
          <a:noFill/>
          <a:ln>
            <a:noFill/>
          </a:ln>
        </p:spPr>
        <p:txBody>
          <a:bodyPr anchorCtr="0" anchor="b" bIns="121900" lIns="121900" spcFirstLastPara="1" rIns="121900" wrap="square" tIns="121900">
            <a:noAutofit/>
          </a:bodyPr>
          <a:lstStyle>
            <a:lvl1pPr indent="-349250" lvl="0" marL="457200" marR="0" rtl="0" algn="l">
              <a:lnSpc>
                <a:spcPct val="110000"/>
              </a:lnSpc>
              <a:spcBef>
                <a:spcPts val="400"/>
              </a:spcBef>
              <a:spcAft>
                <a:spcPts val="0"/>
              </a:spcAft>
              <a:buClr>
                <a:srgbClr val="000000"/>
              </a:buClr>
              <a:buSzPts val="1900"/>
              <a:buFont typeface="Arial"/>
              <a:buChar char="●"/>
              <a:defRPr b="0" i="0" sz="1900" u="none" cap="none" strike="noStrike">
                <a:solidFill>
                  <a:srgbClr val="000000"/>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9pPr>
          </a:lstStyle>
          <a:p/>
        </p:txBody>
      </p:sp>
      <p:sp>
        <p:nvSpPr>
          <p:cNvPr id="4391" name="Google Shape;4391;p354"/>
          <p:cNvSpPr txBox="1"/>
          <p:nvPr>
            <p:ph idx="3" type="body"/>
          </p:nvPr>
        </p:nvSpPr>
        <p:spPr>
          <a:xfrm>
            <a:off x="914400" y="3429000"/>
            <a:ext cx="10363200" cy="2438400"/>
          </a:xfrm>
          <a:prstGeom prst="rect">
            <a:avLst/>
          </a:prstGeom>
          <a:noFill/>
          <a:ln>
            <a:noFill/>
          </a:ln>
        </p:spPr>
        <p:txBody>
          <a:bodyPr anchorCtr="0" anchor="t" bIns="121900" lIns="121900" spcFirstLastPara="1" rIns="121900" wrap="square" tIns="121900">
            <a:noAutofit/>
          </a:bodyPr>
          <a:lstStyle>
            <a:lvl1pPr indent="-228600" lvl="0" marL="4572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2pPr>
            <a:lvl3pPr indent="-228600" lvl="2" marL="13716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228600" lvl="4" marL="22860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228600" lvl="5" marL="27432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only 4">
  <p:cSld name="text only_3">
    <p:spTree>
      <p:nvGrpSpPr>
        <p:cNvPr id="4392" name="Shape 4392"/>
        <p:cNvGrpSpPr/>
        <p:nvPr/>
      </p:nvGrpSpPr>
      <p:grpSpPr>
        <a:xfrm>
          <a:off x="0" y="0"/>
          <a:ext cx="0" cy="0"/>
          <a:chOff x="0" y="0"/>
          <a:chExt cx="0" cy="0"/>
        </a:xfrm>
      </p:grpSpPr>
      <p:sp>
        <p:nvSpPr>
          <p:cNvPr id="4393" name="Google Shape;4393;p355"/>
          <p:cNvSpPr txBox="1"/>
          <p:nvPr>
            <p:ph idx="1" type="body"/>
          </p:nvPr>
        </p:nvSpPr>
        <p:spPr>
          <a:xfrm>
            <a:off x="914400" y="1397000"/>
            <a:ext cx="10363200" cy="381300"/>
          </a:xfrm>
          <a:prstGeom prst="rect">
            <a:avLst/>
          </a:prstGeom>
          <a:noFill/>
          <a:ln>
            <a:noFill/>
          </a:ln>
        </p:spPr>
        <p:txBody>
          <a:bodyPr anchorCtr="0" anchor="t" bIns="121900" lIns="121900" spcFirstLastPara="1" rIns="121900" wrap="square" tIns="121900">
            <a:noAutofit/>
          </a:bodyPr>
          <a:lstStyle>
            <a:lvl1pPr indent="-349250" lvl="0" marL="457200" marR="0" rtl="0" algn="l">
              <a:lnSpc>
                <a:spcPct val="110000"/>
              </a:lnSpc>
              <a:spcBef>
                <a:spcPts val="0"/>
              </a:spcBef>
              <a:spcAft>
                <a:spcPts val="0"/>
              </a:spcAft>
              <a:buClr>
                <a:srgbClr val="000000"/>
              </a:buClr>
              <a:buSzPts val="1900"/>
              <a:buFont typeface="Arial"/>
              <a:buChar char="●"/>
              <a:defRPr b="0" i="0" sz="1900" u="none" cap="none" strike="noStrike">
                <a:solidFill>
                  <a:srgbClr val="000000"/>
                </a:solidFill>
                <a:latin typeface="Arial"/>
                <a:ea typeface="Arial"/>
                <a:cs typeface="Arial"/>
                <a:sym typeface="Arial"/>
              </a:defRPr>
            </a:lvl1pPr>
            <a:lvl2pPr indent="-228600" lvl="1" marL="914400" marR="0" rtl="0" algn="l">
              <a:lnSpc>
                <a:spcPct val="100000"/>
              </a:lnSpc>
              <a:spcBef>
                <a:spcPts val="700"/>
              </a:spcBef>
              <a:spcAft>
                <a:spcPts val="0"/>
              </a:spcAft>
              <a:buClr>
                <a:schemeClr val="dk1"/>
              </a:buClr>
              <a:buSzPts val="3700"/>
              <a:buFont typeface="Calibri"/>
              <a:buNone/>
              <a:defRPr b="0" i="0" sz="37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60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9pPr>
          </a:lstStyle>
          <a:p/>
        </p:txBody>
      </p:sp>
      <p:sp>
        <p:nvSpPr>
          <p:cNvPr id="4394" name="Google Shape;4394;p355"/>
          <p:cNvSpPr txBox="1"/>
          <p:nvPr>
            <p:ph idx="11" type="ftr"/>
          </p:nvPr>
        </p:nvSpPr>
        <p:spPr>
          <a:xfrm>
            <a:off x="609600" y="6400800"/>
            <a:ext cx="9550500" cy="365100"/>
          </a:xfrm>
          <a:prstGeom prst="rect">
            <a:avLst/>
          </a:prstGeom>
          <a:noFill/>
          <a:ln>
            <a:noFill/>
          </a:ln>
        </p:spPr>
        <p:txBody>
          <a:bodyPr anchorCtr="0" anchor="ctr" bIns="121900" lIns="121900" spcFirstLastPara="1" rIns="121900" wrap="square" tIns="121900">
            <a:noAutofit/>
          </a:bodyPr>
          <a:lstStyle>
            <a:lvl1pPr lvl="0" marR="0" rtl="0" algn="l">
              <a:lnSpc>
                <a:spcPct val="100000"/>
              </a:lnSpc>
              <a:spcBef>
                <a:spcPts val="0"/>
              </a:spcBef>
              <a:spcAft>
                <a:spcPts val="0"/>
              </a:spcAft>
              <a:buClr>
                <a:srgbClr val="4C4C4C"/>
              </a:buClr>
              <a:buSzPts val="1100"/>
              <a:buFont typeface="Arial"/>
              <a:buNone/>
              <a:defRPr b="0" i="0" sz="1100" u="none" cap="none" strike="noStrike">
                <a:solidFill>
                  <a:srgbClr val="4C4C4C"/>
                </a:solidFill>
                <a:latin typeface="Arial"/>
                <a:ea typeface="Arial"/>
                <a:cs typeface="Arial"/>
                <a:sym typeface="Arial"/>
              </a:defRPr>
            </a:lvl1pPr>
            <a:lvl2pPr lvl="1"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2400"/>
              <a:buFont typeface="Calibri"/>
              <a:buNone/>
              <a:defRPr b="0" i="0" sz="2400" u="none" cap="none" strike="noStrike">
                <a:solidFill>
                  <a:schemeClr val="dk1"/>
                </a:solidFill>
                <a:latin typeface="Calibri"/>
                <a:ea typeface="Calibri"/>
                <a:cs typeface="Calibri"/>
                <a:sym typeface="Calibri"/>
              </a:defRPr>
            </a:lvl9pPr>
          </a:lstStyle>
          <a:p/>
        </p:txBody>
      </p:sp>
      <p:sp>
        <p:nvSpPr>
          <p:cNvPr id="4395" name="Google Shape;4395;p355"/>
          <p:cNvSpPr txBox="1"/>
          <p:nvPr>
            <p:ph idx="12" type="sldNum"/>
          </p:nvPr>
        </p:nvSpPr>
        <p:spPr>
          <a:xfrm>
            <a:off x="-101600" y="6400800"/>
            <a:ext cx="711300" cy="365100"/>
          </a:xfrm>
          <a:prstGeom prst="rect">
            <a:avLst/>
          </a:prstGeom>
          <a:noFill/>
          <a:ln>
            <a:noFill/>
          </a:ln>
        </p:spPr>
        <p:txBody>
          <a:bodyPr anchorCtr="0" anchor="ctr" bIns="24375" lIns="121900" spcFirstLastPara="1" rIns="121900" wrap="square" tIns="0">
            <a:noAutofit/>
          </a:bodyPr>
          <a:lstStyle>
            <a:lvl1pPr indent="0" lvl="0"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3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900">
              <a:solidFill>
                <a:srgbClr val="000000"/>
              </a:solidFill>
            </a:endParaRPr>
          </a:p>
        </p:txBody>
      </p:sp>
      <p:sp>
        <p:nvSpPr>
          <p:cNvPr id="4396" name="Google Shape;4396;p355"/>
          <p:cNvSpPr txBox="1"/>
          <p:nvPr>
            <p:ph type="title"/>
          </p:nvPr>
        </p:nvSpPr>
        <p:spPr>
          <a:xfrm>
            <a:off x="914400" y="0"/>
            <a:ext cx="10363200" cy="1371600"/>
          </a:xfrm>
          <a:prstGeom prst="rect">
            <a:avLst/>
          </a:prstGeom>
          <a:noFill/>
          <a:ln>
            <a:noFill/>
          </a:ln>
        </p:spPr>
        <p:txBody>
          <a:bodyPr anchorCtr="0" anchor="b" bIns="121900" lIns="121900" spcFirstLastPara="1" rIns="121900" wrap="square" tIns="121900">
            <a:noAutofit/>
          </a:bodyPr>
          <a:lstStyle>
            <a:lvl1pPr lvl="0" marR="0" rtl="0" algn="l">
              <a:lnSpc>
                <a:spcPct val="100000"/>
              </a:lnSpc>
              <a:spcBef>
                <a:spcPts val="0"/>
              </a:spcBef>
              <a:spcAft>
                <a:spcPts val="0"/>
              </a:spcAft>
              <a:buClr>
                <a:srgbClr val="000000"/>
              </a:buClr>
              <a:buSzPts val="3700"/>
              <a:buFont typeface="Arial"/>
              <a:buNone/>
              <a:defRPr b="0" i="0" sz="3700" u="none" cap="none" strike="noStrike">
                <a:solidFill>
                  <a:srgbClr val="000000"/>
                </a:solidFill>
                <a:latin typeface="Arial"/>
                <a:ea typeface="Arial"/>
                <a:cs typeface="Arial"/>
                <a:sym typeface="Arial"/>
              </a:defRPr>
            </a:lvl1pPr>
            <a:lvl2pPr lvl="1"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2pPr>
            <a:lvl3pPr lvl="2"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3pPr>
            <a:lvl4pPr lvl="3"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4pPr>
            <a:lvl5pPr lvl="4"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5pPr>
            <a:lvl6pPr lvl="5"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6pPr>
            <a:lvl7pPr lvl="6"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7pPr>
            <a:lvl8pPr lvl="7"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8pPr>
            <a:lvl9pPr lvl="8" marR="0" rtl="0" algn="ctr">
              <a:spcBef>
                <a:spcPts val="0"/>
              </a:spcBef>
              <a:spcAft>
                <a:spcPts val="0"/>
              </a:spcAft>
              <a:buClr>
                <a:schemeClr val="dk1"/>
              </a:buClr>
              <a:buSzPts val="5900"/>
              <a:buFont typeface="Calibri"/>
              <a:buNone/>
              <a:defRPr b="0" i="0" sz="5900" u="none" cap="none" strike="noStrike">
                <a:solidFill>
                  <a:schemeClr val="dk1"/>
                </a:solidFill>
                <a:latin typeface="Calibri"/>
                <a:ea typeface="Calibri"/>
                <a:cs typeface="Calibri"/>
                <a:sym typeface="Calibri"/>
              </a:defRPr>
            </a:lvl9pPr>
          </a:lstStyle>
          <a:p/>
        </p:txBody>
      </p:sp>
      <p:sp>
        <p:nvSpPr>
          <p:cNvPr id="4397" name="Google Shape;4397;p355"/>
          <p:cNvSpPr txBox="1"/>
          <p:nvPr>
            <p:ph idx="2" type="body"/>
          </p:nvPr>
        </p:nvSpPr>
        <p:spPr>
          <a:xfrm>
            <a:off x="914400" y="2209800"/>
            <a:ext cx="10363200" cy="990300"/>
          </a:xfrm>
          <a:prstGeom prst="rect">
            <a:avLst/>
          </a:prstGeom>
          <a:noFill/>
          <a:ln>
            <a:noFill/>
          </a:ln>
        </p:spPr>
        <p:txBody>
          <a:bodyPr anchorCtr="0" anchor="b" bIns="121900" lIns="121900" spcFirstLastPara="1" rIns="121900" wrap="square" tIns="121900">
            <a:noAutofit/>
          </a:bodyPr>
          <a:lstStyle>
            <a:lvl1pPr indent="-349250" lvl="0" marL="457200" marR="0" rtl="0" algn="l">
              <a:lnSpc>
                <a:spcPct val="110000"/>
              </a:lnSpc>
              <a:spcBef>
                <a:spcPts val="400"/>
              </a:spcBef>
              <a:spcAft>
                <a:spcPts val="0"/>
              </a:spcAft>
              <a:buClr>
                <a:srgbClr val="000000"/>
              </a:buClr>
              <a:buSzPts val="1900"/>
              <a:buFont typeface="Arial"/>
              <a:buChar char="●"/>
              <a:defRPr b="0" i="0" sz="1900" u="none" cap="none" strike="noStrike">
                <a:solidFill>
                  <a:srgbClr val="000000"/>
                </a:solidFill>
                <a:latin typeface="Arial"/>
                <a:ea typeface="Arial"/>
                <a:cs typeface="Arial"/>
                <a:sym typeface="Arial"/>
              </a:defRPr>
            </a:lvl1pPr>
            <a:lvl2pPr indent="-228600" lvl="1" marL="9144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4pPr>
            <a:lvl5pPr indent="-228600" lvl="4" marL="2286000" marR="0" rtl="0" algn="l">
              <a:lnSpc>
                <a:spcPct val="10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5pPr>
            <a:lvl6pPr indent="-228600" lvl="5" marL="27432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9pPr>
          </a:lstStyle>
          <a:p/>
        </p:txBody>
      </p:sp>
      <p:sp>
        <p:nvSpPr>
          <p:cNvPr id="4398" name="Google Shape;4398;p355"/>
          <p:cNvSpPr txBox="1"/>
          <p:nvPr>
            <p:ph idx="3" type="body"/>
          </p:nvPr>
        </p:nvSpPr>
        <p:spPr>
          <a:xfrm>
            <a:off x="914400" y="3429000"/>
            <a:ext cx="10363200" cy="2438400"/>
          </a:xfrm>
          <a:prstGeom prst="rect">
            <a:avLst/>
          </a:prstGeom>
          <a:noFill/>
          <a:ln>
            <a:noFill/>
          </a:ln>
        </p:spPr>
        <p:txBody>
          <a:bodyPr anchorCtr="0" anchor="t" bIns="121900" lIns="121900" spcFirstLastPara="1" rIns="121900" wrap="square" tIns="121900">
            <a:noAutofit/>
          </a:bodyPr>
          <a:lstStyle>
            <a:lvl1pPr indent="-228600" lvl="0" marL="4572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2pPr>
            <a:lvl3pPr indent="-228600" lvl="2" marL="13716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3pPr>
            <a:lvl4pPr indent="-228600" lvl="3" marL="18288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4pPr>
            <a:lvl5pPr indent="-228600" lvl="4" marL="2286000" marR="0" rtl="0" algn="l">
              <a:lnSpc>
                <a:spcPct val="110000"/>
              </a:lnSpc>
              <a:spcBef>
                <a:spcPts val="300"/>
              </a:spcBef>
              <a:spcAft>
                <a:spcPts val="0"/>
              </a:spcAft>
              <a:buClr>
                <a:srgbClr val="000000"/>
              </a:buClr>
              <a:buSzPts val="1600"/>
              <a:buFont typeface="Arial"/>
              <a:buNone/>
              <a:defRPr b="0" i="0" sz="1600" u="none" cap="none" strike="noStrike">
                <a:solidFill>
                  <a:srgbClr val="000000"/>
                </a:solidFill>
                <a:latin typeface="Arial"/>
                <a:ea typeface="Arial"/>
                <a:cs typeface="Arial"/>
                <a:sym typeface="Arial"/>
              </a:defRPr>
            </a:lvl5pPr>
            <a:lvl6pPr indent="-228600" lvl="5" marL="27432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500"/>
              </a:spcBef>
              <a:spcAft>
                <a:spcPts val="0"/>
              </a:spcAft>
              <a:buClr>
                <a:schemeClr val="dk1"/>
              </a:buClr>
              <a:buSzPts val="2700"/>
              <a:buFont typeface="Calibri"/>
              <a:buNone/>
              <a:defRPr b="0" i="0" sz="27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white 1 1">
  <p:cSld name="CUSTOM_4_2_9">
    <p:spTree>
      <p:nvGrpSpPr>
        <p:cNvPr id="4399" name="Shape 4399"/>
        <p:cNvGrpSpPr/>
        <p:nvPr/>
      </p:nvGrpSpPr>
      <p:grpSpPr>
        <a:xfrm>
          <a:off x="0" y="0"/>
          <a:ext cx="0" cy="0"/>
          <a:chOff x="0" y="0"/>
          <a:chExt cx="0" cy="0"/>
        </a:xfrm>
      </p:grpSpPr>
      <p:sp>
        <p:nvSpPr>
          <p:cNvPr id="4400" name="Google Shape;4400;p356"/>
          <p:cNvSpPr txBox="1"/>
          <p:nvPr>
            <p:ph type="title"/>
          </p:nvPr>
        </p:nvSpPr>
        <p:spPr>
          <a:xfrm>
            <a:off x="1752600" y="946000"/>
            <a:ext cx="8686800" cy="967500"/>
          </a:xfrm>
          <a:prstGeom prst="rect">
            <a:avLst/>
          </a:prstGeom>
        </p:spPr>
        <p:txBody>
          <a:bodyPr anchorCtr="0" anchor="t" bIns="0" lIns="0" spcFirstLastPara="1" rIns="0" wrap="square" tIns="0">
            <a:noAutofit/>
          </a:bodyPr>
          <a:lstStyle>
            <a:lvl1pPr lvl="0" rtl="0" algn="ctr">
              <a:lnSpc>
                <a:spcPct val="130000"/>
              </a:lnSpc>
              <a:spcBef>
                <a:spcPts val="0"/>
              </a:spcBef>
              <a:spcAft>
                <a:spcPts val="0"/>
              </a:spcAft>
              <a:buNone/>
              <a:defRPr sz="2700">
                <a:solidFill>
                  <a:srgbClr val="000000"/>
                </a:solidFill>
              </a:defRPr>
            </a:lvl1pPr>
            <a:lvl2pPr lvl="1" rtl="0" algn="ctr">
              <a:lnSpc>
                <a:spcPct val="130000"/>
              </a:lnSpc>
              <a:spcBef>
                <a:spcPts val="0"/>
              </a:spcBef>
              <a:spcAft>
                <a:spcPts val="0"/>
              </a:spcAft>
              <a:buNone/>
              <a:defRPr sz="2700">
                <a:solidFill>
                  <a:srgbClr val="000000"/>
                </a:solidFill>
              </a:defRPr>
            </a:lvl2pPr>
            <a:lvl3pPr lvl="2" rtl="0" algn="ctr">
              <a:lnSpc>
                <a:spcPct val="130000"/>
              </a:lnSpc>
              <a:spcBef>
                <a:spcPts val="0"/>
              </a:spcBef>
              <a:spcAft>
                <a:spcPts val="0"/>
              </a:spcAft>
              <a:buNone/>
              <a:defRPr sz="2700">
                <a:solidFill>
                  <a:srgbClr val="000000"/>
                </a:solidFill>
              </a:defRPr>
            </a:lvl3pPr>
            <a:lvl4pPr lvl="3" rtl="0" algn="ctr">
              <a:lnSpc>
                <a:spcPct val="130000"/>
              </a:lnSpc>
              <a:spcBef>
                <a:spcPts val="0"/>
              </a:spcBef>
              <a:spcAft>
                <a:spcPts val="0"/>
              </a:spcAft>
              <a:buNone/>
              <a:defRPr sz="2700">
                <a:solidFill>
                  <a:srgbClr val="000000"/>
                </a:solidFill>
              </a:defRPr>
            </a:lvl4pPr>
            <a:lvl5pPr lvl="4" rtl="0" algn="ctr">
              <a:lnSpc>
                <a:spcPct val="130000"/>
              </a:lnSpc>
              <a:spcBef>
                <a:spcPts val="0"/>
              </a:spcBef>
              <a:spcAft>
                <a:spcPts val="0"/>
              </a:spcAft>
              <a:buNone/>
              <a:defRPr sz="2700">
                <a:solidFill>
                  <a:srgbClr val="000000"/>
                </a:solidFill>
              </a:defRPr>
            </a:lvl5pPr>
            <a:lvl6pPr lvl="5" rtl="0" algn="ctr">
              <a:lnSpc>
                <a:spcPct val="130000"/>
              </a:lnSpc>
              <a:spcBef>
                <a:spcPts val="0"/>
              </a:spcBef>
              <a:spcAft>
                <a:spcPts val="0"/>
              </a:spcAft>
              <a:buNone/>
              <a:defRPr sz="2700">
                <a:solidFill>
                  <a:srgbClr val="000000"/>
                </a:solidFill>
              </a:defRPr>
            </a:lvl6pPr>
            <a:lvl7pPr lvl="6" rtl="0" algn="ctr">
              <a:lnSpc>
                <a:spcPct val="130000"/>
              </a:lnSpc>
              <a:spcBef>
                <a:spcPts val="0"/>
              </a:spcBef>
              <a:spcAft>
                <a:spcPts val="0"/>
              </a:spcAft>
              <a:buNone/>
              <a:defRPr sz="2700">
                <a:solidFill>
                  <a:srgbClr val="000000"/>
                </a:solidFill>
              </a:defRPr>
            </a:lvl7pPr>
            <a:lvl8pPr lvl="7" rtl="0" algn="ctr">
              <a:lnSpc>
                <a:spcPct val="130000"/>
              </a:lnSpc>
              <a:spcBef>
                <a:spcPts val="0"/>
              </a:spcBef>
              <a:spcAft>
                <a:spcPts val="0"/>
              </a:spcAft>
              <a:buNone/>
              <a:defRPr sz="2700">
                <a:solidFill>
                  <a:srgbClr val="000000"/>
                </a:solidFill>
              </a:defRPr>
            </a:lvl8pPr>
            <a:lvl9pPr lvl="8" rtl="0" algn="ctr">
              <a:lnSpc>
                <a:spcPct val="130000"/>
              </a:lnSpc>
              <a:spcBef>
                <a:spcPts val="0"/>
              </a:spcBef>
              <a:spcAft>
                <a:spcPts val="0"/>
              </a:spcAft>
              <a:buNone/>
              <a:defRPr sz="2700">
                <a:solidFill>
                  <a:srgbClr val="000000"/>
                </a:solidFill>
              </a:defRPr>
            </a:lvl9pPr>
          </a:lstStyle>
          <a:p/>
        </p:txBody>
      </p:sp>
      <p:cxnSp>
        <p:nvCxnSpPr>
          <p:cNvPr id="4401" name="Google Shape;4401;p356"/>
          <p:cNvCxnSpPr/>
          <p:nvPr/>
        </p:nvCxnSpPr>
        <p:spPr>
          <a:xfrm rot="10800000">
            <a:off x="447775" y="100"/>
            <a:ext cx="0" cy="886500"/>
          </a:xfrm>
          <a:prstGeom prst="straightConnector1">
            <a:avLst/>
          </a:prstGeom>
          <a:noFill/>
          <a:ln cap="flat" cmpd="sng" w="9525">
            <a:solidFill>
              <a:srgbClr val="EE0000"/>
            </a:solidFill>
            <a:prstDash val="solid"/>
            <a:round/>
            <a:headEnd len="med" w="med" type="none"/>
            <a:tailEnd len="med" w="med" type="none"/>
          </a:ln>
        </p:spPr>
      </p:cxnSp>
      <p:sp>
        <p:nvSpPr>
          <p:cNvPr id="4402" name="Google Shape;4402;p3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lvl1pPr lvl="0"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1pPr>
            <a:lvl2pPr lvl="1"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2pPr>
            <a:lvl3pPr lvl="2"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3pPr>
            <a:lvl4pPr lvl="3"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4pPr>
            <a:lvl5pPr lvl="4"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5pPr>
            <a:lvl6pPr lvl="5"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6pPr>
            <a:lvl7pPr lvl="6"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7pPr>
            <a:lvl8pPr lvl="7"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8pPr>
            <a:lvl9pPr lvl="8" rtl="0">
              <a:lnSpc>
                <a:spcPct val="100000"/>
              </a:lnSpc>
              <a:spcBef>
                <a:spcPts val="0"/>
              </a:spcBef>
              <a:spcAft>
                <a:spcPts val="0"/>
              </a:spcAft>
              <a:buClr>
                <a:srgbClr val="EE0000"/>
              </a:buClr>
              <a:buSzPts val="900"/>
              <a:buFont typeface="Overpass SemiBold"/>
              <a:buNone/>
              <a:defRPr sz="900">
                <a:solidFill>
                  <a:srgbClr val="EE0000"/>
                </a:solidFill>
                <a:latin typeface="Overpass SemiBold"/>
                <a:ea typeface="Overpass SemiBold"/>
                <a:cs typeface="Overpass SemiBold"/>
                <a:sym typeface="Overpass SemiBold"/>
              </a:defRPr>
            </a:lvl9pPr>
          </a:lstStyle>
          <a:p/>
        </p:txBody>
      </p:sp>
      <p:cxnSp>
        <p:nvCxnSpPr>
          <p:cNvPr id="4403" name="Google Shape;4403;p356"/>
          <p:cNvCxnSpPr/>
          <p:nvPr/>
        </p:nvCxnSpPr>
        <p:spPr>
          <a:xfrm rot="10800000">
            <a:off x="447767" y="6401100"/>
            <a:ext cx="0" cy="456900"/>
          </a:xfrm>
          <a:prstGeom prst="straightConnector1">
            <a:avLst/>
          </a:prstGeom>
          <a:noFill/>
          <a:ln cap="flat" cmpd="sng" w="9525">
            <a:solidFill>
              <a:srgbClr val="EE0000"/>
            </a:solidFill>
            <a:prstDash val="solid"/>
            <a:round/>
            <a:headEnd len="med" w="med" type="none"/>
            <a:tailEnd len="med" w="med" type="none"/>
          </a:ln>
        </p:spPr>
      </p:cxnSp>
      <p:pic>
        <p:nvPicPr>
          <p:cNvPr id="4404" name="Google Shape;4404;p356"/>
          <p:cNvPicPr preferRelativeResize="0"/>
          <p:nvPr/>
        </p:nvPicPr>
        <p:blipFill rotWithShape="1">
          <a:blip r:embed="rId2">
            <a:alphaModFix/>
          </a:blip>
          <a:srcRect b="318" l="0" r="0" t="328"/>
          <a:stretch/>
        </p:blipFill>
        <p:spPr>
          <a:xfrm>
            <a:off x="10711279" y="6313250"/>
            <a:ext cx="975850" cy="228121"/>
          </a:xfrm>
          <a:prstGeom prst="rect">
            <a:avLst/>
          </a:prstGeom>
          <a:noFill/>
          <a:ln>
            <a:noFill/>
          </a:ln>
        </p:spPr>
      </p:pic>
      <p:pic>
        <p:nvPicPr>
          <p:cNvPr id="4405" name="Google Shape;4405;p356"/>
          <p:cNvPicPr preferRelativeResize="0"/>
          <p:nvPr/>
        </p:nvPicPr>
        <p:blipFill>
          <a:blip r:embed="rId3">
            <a:alphaModFix/>
          </a:blip>
          <a:stretch>
            <a:fillRect/>
          </a:stretch>
        </p:blipFill>
        <p:spPr>
          <a:xfrm>
            <a:off x="764350" y="6271000"/>
            <a:ext cx="851876" cy="35515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slideLayout" Target="../slideLayouts/slideLayout115.xml"/><Relationship Id="rId3" Type="http://schemas.openxmlformats.org/officeDocument/2006/relationships/slideLayout" Target="../slideLayouts/slideLayout116.xml"/><Relationship Id="rId4" Type="http://schemas.openxmlformats.org/officeDocument/2006/relationships/slideLayout" Target="../slideLayouts/slideLayout117.xml"/><Relationship Id="rId5" Type="http://schemas.openxmlformats.org/officeDocument/2006/relationships/slideLayout" Target="../slideLayouts/slideLayout118.xml"/><Relationship Id="rId6" Type="http://schemas.openxmlformats.org/officeDocument/2006/relationships/slideLayout" Target="../slideLayouts/slideLayout119.xml"/><Relationship Id="rId7" Type="http://schemas.openxmlformats.org/officeDocument/2006/relationships/slideLayout" Target="../slideLayouts/slideLayout120.xml"/><Relationship Id="rId8" Type="http://schemas.openxmlformats.org/officeDocument/2006/relationships/slideLayout" Target="../slideLayouts/slideLayout121.xml"/><Relationship Id="rId9" Type="http://schemas.openxmlformats.org/officeDocument/2006/relationships/slideLayout" Target="../slideLayouts/slideLayout122.xml"/><Relationship Id="rId10" Type="http://schemas.openxmlformats.org/officeDocument/2006/relationships/slideLayout" Target="../slideLayouts/slideLayout123.xml"/><Relationship Id="rId11" Type="http://schemas.openxmlformats.org/officeDocument/2006/relationships/slideLayout" Target="../slideLayouts/slideLayout124.xml"/><Relationship Id="rId12" Type="http://schemas.openxmlformats.org/officeDocument/2006/relationships/slideLayout" Target="../slideLayouts/slideLayout125.xml"/><Relationship Id="rId13" Type="http://schemas.openxmlformats.org/officeDocument/2006/relationships/slideLayout" Target="../slideLayouts/slideLayout126.xml"/><Relationship Id="rId14" Type="http://schemas.openxmlformats.org/officeDocument/2006/relationships/slideLayout" Target="../slideLayouts/slideLayout127.xml"/><Relationship Id="rId15" Type="http://schemas.openxmlformats.org/officeDocument/2006/relationships/slideLayout" Target="../slideLayouts/slideLayout128.xml"/><Relationship Id="rId16" Type="http://schemas.openxmlformats.org/officeDocument/2006/relationships/slideLayout" Target="../slideLayouts/slideLayout129.xml"/><Relationship Id="rId17" Type="http://schemas.openxmlformats.org/officeDocument/2006/relationships/slideLayout" Target="../slideLayouts/slideLayout130.xml"/><Relationship Id="rId18" Type="http://schemas.openxmlformats.org/officeDocument/2006/relationships/slideLayout" Target="../slideLayouts/slideLayout131.xml"/><Relationship Id="rId19" Type="http://schemas.openxmlformats.org/officeDocument/2006/relationships/slideLayout" Target="../slideLayouts/slideLayout132.xml"/><Relationship Id="rId20" Type="http://schemas.openxmlformats.org/officeDocument/2006/relationships/slideLayout" Target="../slideLayouts/slideLayout133.xml"/><Relationship Id="rId21" Type="http://schemas.openxmlformats.org/officeDocument/2006/relationships/slideLayout" Target="../slideLayouts/slideLayout134.xml"/><Relationship Id="rId22" Type="http://schemas.openxmlformats.org/officeDocument/2006/relationships/slideLayout" Target="../slideLayouts/slideLayout135.xml"/><Relationship Id="rId23" Type="http://schemas.openxmlformats.org/officeDocument/2006/relationships/slideLayout" Target="../slideLayouts/slideLayout136.xml"/><Relationship Id="rId24" Type="http://schemas.openxmlformats.org/officeDocument/2006/relationships/slideLayout" Target="../slideLayouts/slideLayout137.xml"/><Relationship Id="rId25" Type="http://schemas.openxmlformats.org/officeDocument/2006/relationships/slideLayout" Target="../slideLayouts/slideLayout138.xml"/><Relationship Id="rId26" Type="http://schemas.openxmlformats.org/officeDocument/2006/relationships/slideLayout" Target="../slideLayouts/slideLayout139.xml"/><Relationship Id="rId27" Type="http://schemas.openxmlformats.org/officeDocument/2006/relationships/slideLayout" Target="../slideLayouts/slideLayout140.xml"/><Relationship Id="rId28" Type="http://schemas.openxmlformats.org/officeDocument/2006/relationships/slideLayout" Target="../slideLayouts/slideLayout141.xml"/><Relationship Id="rId29" Type="http://schemas.openxmlformats.org/officeDocument/2006/relationships/slideLayout" Target="../slideLayouts/slideLayout142.xml"/><Relationship Id="rId30" Type="http://schemas.openxmlformats.org/officeDocument/2006/relationships/slideLayout" Target="../slideLayouts/slideLayout143.xml"/><Relationship Id="rId31" Type="http://schemas.openxmlformats.org/officeDocument/2006/relationships/slideLayout" Target="../slideLayouts/slideLayout144.xml"/><Relationship Id="rId32" Type="http://schemas.openxmlformats.org/officeDocument/2006/relationships/slideLayout" Target="../slideLayouts/slideLayout145.xml"/><Relationship Id="rId33" Type="http://schemas.openxmlformats.org/officeDocument/2006/relationships/slideLayout" Target="../slideLayouts/slideLayout146.xml"/><Relationship Id="rId34" Type="http://schemas.openxmlformats.org/officeDocument/2006/relationships/slideLayout" Target="../slideLayouts/slideLayout147.xml"/><Relationship Id="rId35" Type="http://schemas.openxmlformats.org/officeDocument/2006/relationships/slideLayout" Target="../slideLayouts/slideLayout148.xml"/><Relationship Id="rId36" Type="http://schemas.openxmlformats.org/officeDocument/2006/relationships/slideLayout" Target="../slideLayouts/slideLayout149.xml"/><Relationship Id="rId37" Type="http://schemas.openxmlformats.org/officeDocument/2006/relationships/slideLayout" Target="../slideLayouts/slideLayout150.xml"/><Relationship Id="rId38" Type="http://schemas.openxmlformats.org/officeDocument/2006/relationships/slideLayout" Target="../slideLayouts/slideLayout151.xml"/><Relationship Id="rId39" Type="http://schemas.openxmlformats.org/officeDocument/2006/relationships/slideLayout" Target="../slideLayouts/slideLayout152.xml"/><Relationship Id="rId40" Type="http://schemas.openxmlformats.org/officeDocument/2006/relationships/slideLayout" Target="../slideLayouts/slideLayout153.xml"/><Relationship Id="rId41" Type="http://schemas.openxmlformats.org/officeDocument/2006/relationships/slideLayout" Target="../slideLayouts/slideLayout154.xml"/><Relationship Id="rId42" Type="http://schemas.openxmlformats.org/officeDocument/2006/relationships/slideLayout" Target="../slideLayouts/slideLayout155.xml"/><Relationship Id="rId43" Type="http://schemas.openxmlformats.org/officeDocument/2006/relationships/slideLayout" Target="../slideLayouts/slideLayout156.xml"/><Relationship Id="rId44" Type="http://schemas.openxmlformats.org/officeDocument/2006/relationships/slideLayout" Target="../slideLayouts/slideLayout157.xml"/><Relationship Id="rId45" Type="http://schemas.openxmlformats.org/officeDocument/2006/relationships/slideLayout" Target="../slideLayouts/slideLayout158.xml"/><Relationship Id="rId46" Type="http://schemas.openxmlformats.org/officeDocument/2006/relationships/slideLayout" Target="../slideLayouts/slideLayout159.xml"/><Relationship Id="rId47" Type="http://schemas.openxmlformats.org/officeDocument/2006/relationships/slideLayout" Target="../slideLayouts/slideLayout160.xml"/><Relationship Id="rId48" Type="http://schemas.openxmlformats.org/officeDocument/2006/relationships/slideLayout" Target="../slideLayouts/slideLayout161.xml"/><Relationship Id="rId49" Type="http://schemas.openxmlformats.org/officeDocument/2006/relationships/slideLayout" Target="../slideLayouts/slideLayout162.xml"/><Relationship Id="rId50" Type="http://schemas.openxmlformats.org/officeDocument/2006/relationships/slideLayout" Target="../slideLayouts/slideLayout163.xml"/><Relationship Id="rId51" Type="http://schemas.openxmlformats.org/officeDocument/2006/relationships/slideLayout" Target="../slideLayouts/slideLayout164.xml"/><Relationship Id="rId52" Type="http://schemas.openxmlformats.org/officeDocument/2006/relationships/slideLayout" Target="../slideLayouts/slideLayout165.xml"/><Relationship Id="rId53" Type="http://schemas.openxmlformats.org/officeDocument/2006/relationships/slideLayout" Target="../slideLayouts/slideLayout166.xml"/><Relationship Id="rId54" Type="http://schemas.openxmlformats.org/officeDocument/2006/relationships/slideLayout" Target="../slideLayouts/slideLayout167.xml"/><Relationship Id="rId55" Type="http://schemas.openxmlformats.org/officeDocument/2006/relationships/slideLayout" Target="../slideLayouts/slideLayout168.xml"/><Relationship Id="rId56" Type="http://schemas.openxmlformats.org/officeDocument/2006/relationships/slideLayout" Target="../slideLayouts/slideLayout169.xml"/><Relationship Id="rId57" Type="http://schemas.openxmlformats.org/officeDocument/2006/relationships/slideLayout" Target="../slideLayouts/slideLayout170.xml"/><Relationship Id="rId58" Type="http://schemas.openxmlformats.org/officeDocument/2006/relationships/slideLayout" Target="../slideLayouts/slideLayout171.xml"/><Relationship Id="rId59" Type="http://schemas.openxmlformats.org/officeDocument/2006/relationships/slideLayout" Target="../slideLayouts/slideLayout172.xml"/><Relationship Id="rId60" Type="http://schemas.openxmlformats.org/officeDocument/2006/relationships/slideLayout" Target="../slideLayouts/slideLayout173.xml"/><Relationship Id="rId61" Type="http://schemas.openxmlformats.org/officeDocument/2006/relationships/slideLayout" Target="../slideLayouts/slideLayout174.xml"/><Relationship Id="rId62" Type="http://schemas.openxmlformats.org/officeDocument/2006/relationships/slideLayout" Target="../slideLayouts/slideLayout175.xml"/><Relationship Id="rId63" Type="http://schemas.openxmlformats.org/officeDocument/2006/relationships/slideLayout" Target="../slideLayouts/slideLayout176.xml"/><Relationship Id="rId64" Type="http://schemas.openxmlformats.org/officeDocument/2006/relationships/slideLayout" Target="../slideLayouts/slideLayout177.xml"/><Relationship Id="rId65" Type="http://schemas.openxmlformats.org/officeDocument/2006/relationships/slideLayout" Target="../slideLayouts/slideLayout178.xml"/><Relationship Id="rId66" Type="http://schemas.openxmlformats.org/officeDocument/2006/relationships/slideLayout" Target="../slideLayouts/slideLayout179.xml"/><Relationship Id="rId67" Type="http://schemas.openxmlformats.org/officeDocument/2006/relationships/slideLayout" Target="../slideLayouts/slideLayout180.xml"/><Relationship Id="rId68" Type="http://schemas.openxmlformats.org/officeDocument/2006/relationships/theme" Target="../theme/theme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1.xml"/><Relationship Id="rId2" Type="http://schemas.openxmlformats.org/officeDocument/2006/relationships/slideLayout" Target="../slideLayouts/slideLayout182.xml"/><Relationship Id="rId3" Type="http://schemas.openxmlformats.org/officeDocument/2006/relationships/slideLayout" Target="../slideLayouts/slideLayout183.xml"/><Relationship Id="rId4" Type="http://schemas.openxmlformats.org/officeDocument/2006/relationships/slideLayout" Target="../slideLayouts/slideLayout184.xml"/><Relationship Id="rId5" Type="http://schemas.openxmlformats.org/officeDocument/2006/relationships/slideLayout" Target="../slideLayouts/slideLayout185.xml"/><Relationship Id="rId6" Type="http://schemas.openxmlformats.org/officeDocument/2006/relationships/slideLayout" Target="../slideLayouts/slideLayout186.xml"/><Relationship Id="rId7" Type="http://schemas.openxmlformats.org/officeDocument/2006/relationships/slideLayout" Target="../slideLayouts/slideLayout187.xml"/><Relationship Id="rId8" Type="http://schemas.openxmlformats.org/officeDocument/2006/relationships/slideLayout" Target="../slideLayouts/slideLayout188.xml"/><Relationship Id="rId9" Type="http://schemas.openxmlformats.org/officeDocument/2006/relationships/slideLayout" Target="../slideLayouts/slideLayout189.xml"/><Relationship Id="rId10" Type="http://schemas.openxmlformats.org/officeDocument/2006/relationships/slideLayout" Target="../slideLayouts/slideLayout190.xml"/><Relationship Id="rId11" Type="http://schemas.openxmlformats.org/officeDocument/2006/relationships/slideLayout" Target="../slideLayouts/slideLayout191.xml"/><Relationship Id="rId12" Type="http://schemas.openxmlformats.org/officeDocument/2006/relationships/slideLayout" Target="../slideLayouts/slideLayout192.xml"/><Relationship Id="rId13" Type="http://schemas.openxmlformats.org/officeDocument/2006/relationships/slideLayout" Target="../slideLayouts/slideLayout193.xml"/><Relationship Id="rId14" Type="http://schemas.openxmlformats.org/officeDocument/2006/relationships/slideLayout" Target="../slideLayouts/slideLayout194.xml"/><Relationship Id="rId15" Type="http://schemas.openxmlformats.org/officeDocument/2006/relationships/slideLayout" Target="../slideLayouts/slideLayout195.xml"/><Relationship Id="rId16" Type="http://schemas.openxmlformats.org/officeDocument/2006/relationships/slideLayout" Target="../slideLayouts/slideLayout196.xml"/><Relationship Id="rId17" Type="http://schemas.openxmlformats.org/officeDocument/2006/relationships/slideLayout" Target="../slideLayouts/slideLayout197.xml"/><Relationship Id="rId18" Type="http://schemas.openxmlformats.org/officeDocument/2006/relationships/slideLayout" Target="../slideLayouts/slideLayout198.xml"/><Relationship Id="rId19" Type="http://schemas.openxmlformats.org/officeDocument/2006/relationships/slideLayout" Target="../slideLayouts/slideLayout199.xml"/><Relationship Id="rId20" Type="http://schemas.openxmlformats.org/officeDocument/2006/relationships/slideLayout" Target="../slideLayouts/slideLayout200.xml"/><Relationship Id="rId21" Type="http://schemas.openxmlformats.org/officeDocument/2006/relationships/slideLayout" Target="../slideLayouts/slideLayout201.xml"/><Relationship Id="rId22" Type="http://schemas.openxmlformats.org/officeDocument/2006/relationships/slideLayout" Target="../slideLayouts/slideLayout202.xml"/><Relationship Id="rId23" Type="http://schemas.openxmlformats.org/officeDocument/2006/relationships/slideLayout" Target="../slideLayouts/slideLayout203.xml"/><Relationship Id="rId24" Type="http://schemas.openxmlformats.org/officeDocument/2006/relationships/slideLayout" Target="../slideLayouts/slideLayout204.xml"/><Relationship Id="rId25" Type="http://schemas.openxmlformats.org/officeDocument/2006/relationships/slideLayout" Target="../slideLayouts/slideLayout205.xml"/><Relationship Id="rId26" Type="http://schemas.openxmlformats.org/officeDocument/2006/relationships/slideLayout" Target="../slideLayouts/slideLayout206.xml"/><Relationship Id="rId27" Type="http://schemas.openxmlformats.org/officeDocument/2006/relationships/slideLayout" Target="../slideLayouts/slideLayout207.xml"/><Relationship Id="rId28" Type="http://schemas.openxmlformats.org/officeDocument/2006/relationships/slideLayout" Target="../slideLayouts/slideLayout208.xml"/><Relationship Id="rId29" Type="http://schemas.openxmlformats.org/officeDocument/2006/relationships/slideLayout" Target="../slideLayouts/slideLayout209.xml"/><Relationship Id="rId30" Type="http://schemas.openxmlformats.org/officeDocument/2006/relationships/slideLayout" Target="../slideLayouts/slideLayout210.xml"/><Relationship Id="rId31" Type="http://schemas.openxmlformats.org/officeDocument/2006/relationships/slideLayout" Target="../slideLayouts/slideLayout211.xml"/><Relationship Id="rId32" Type="http://schemas.openxmlformats.org/officeDocument/2006/relationships/slideLayout" Target="../slideLayouts/slideLayout212.xml"/><Relationship Id="rId33" Type="http://schemas.openxmlformats.org/officeDocument/2006/relationships/slideLayout" Target="../slideLayouts/slideLayout213.xml"/><Relationship Id="rId34" Type="http://schemas.openxmlformats.org/officeDocument/2006/relationships/slideLayout" Target="../slideLayouts/slideLayout214.xml"/><Relationship Id="rId35" Type="http://schemas.openxmlformats.org/officeDocument/2006/relationships/slideLayout" Target="../slideLayouts/slideLayout215.xml"/><Relationship Id="rId36" Type="http://schemas.openxmlformats.org/officeDocument/2006/relationships/slideLayout" Target="../slideLayouts/slideLayout216.xml"/><Relationship Id="rId37" Type="http://schemas.openxmlformats.org/officeDocument/2006/relationships/slideLayout" Target="../slideLayouts/slideLayout217.xml"/><Relationship Id="rId38" Type="http://schemas.openxmlformats.org/officeDocument/2006/relationships/slideLayout" Target="../slideLayouts/slideLayout218.xml"/><Relationship Id="rId39" Type="http://schemas.openxmlformats.org/officeDocument/2006/relationships/slideLayout" Target="../slideLayouts/slideLayout219.xml"/><Relationship Id="rId40" Type="http://schemas.openxmlformats.org/officeDocument/2006/relationships/slideLayout" Target="../slideLayouts/slideLayout220.xml"/><Relationship Id="rId41" Type="http://schemas.openxmlformats.org/officeDocument/2006/relationships/slideLayout" Target="../slideLayouts/slideLayout221.xml"/><Relationship Id="rId42" Type="http://schemas.openxmlformats.org/officeDocument/2006/relationships/slideLayout" Target="../slideLayouts/slideLayout222.xml"/><Relationship Id="rId43" Type="http://schemas.openxmlformats.org/officeDocument/2006/relationships/slideLayout" Target="../slideLayouts/slideLayout223.xml"/><Relationship Id="rId44" Type="http://schemas.openxmlformats.org/officeDocument/2006/relationships/slideLayout" Target="../slideLayouts/slideLayout224.xml"/><Relationship Id="rId45" Type="http://schemas.openxmlformats.org/officeDocument/2006/relationships/slideLayout" Target="../slideLayouts/slideLayout225.xml"/><Relationship Id="rId46" Type="http://schemas.openxmlformats.org/officeDocument/2006/relationships/slideLayout" Target="../slideLayouts/slideLayout226.xml"/><Relationship Id="rId47" Type="http://schemas.openxmlformats.org/officeDocument/2006/relationships/slideLayout" Target="../slideLayouts/slideLayout227.xml"/><Relationship Id="rId48" Type="http://schemas.openxmlformats.org/officeDocument/2006/relationships/slideLayout" Target="../slideLayouts/slideLayout228.xml"/><Relationship Id="rId49" Type="http://schemas.openxmlformats.org/officeDocument/2006/relationships/slideLayout" Target="../slideLayouts/slideLayout229.xml"/><Relationship Id="rId50" Type="http://schemas.openxmlformats.org/officeDocument/2006/relationships/slideLayout" Target="../slideLayouts/slideLayout230.xml"/><Relationship Id="rId51" Type="http://schemas.openxmlformats.org/officeDocument/2006/relationships/slideLayout" Target="../slideLayouts/slideLayout231.xml"/><Relationship Id="rId52" Type="http://schemas.openxmlformats.org/officeDocument/2006/relationships/slideLayout" Target="../slideLayouts/slideLayout232.xml"/><Relationship Id="rId53" Type="http://schemas.openxmlformats.org/officeDocument/2006/relationships/slideLayout" Target="../slideLayouts/slideLayout233.xml"/><Relationship Id="rId54" Type="http://schemas.openxmlformats.org/officeDocument/2006/relationships/slideLayout" Target="../slideLayouts/slideLayout234.xml"/><Relationship Id="rId55" Type="http://schemas.openxmlformats.org/officeDocument/2006/relationships/slideLayout" Target="../slideLayouts/slideLayout235.xml"/><Relationship Id="rId56" Type="http://schemas.openxmlformats.org/officeDocument/2006/relationships/slideLayout" Target="../slideLayouts/slideLayout236.xml"/><Relationship Id="rId57" Type="http://schemas.openxmlformats.org/officeDocument/2006/relationships/slideLayout" Target="../slideLayouts/slideLayout237.xml"/><Relationship Id="rId58" Type="http://schemas.openxmlformats.org/officeDocument/2006/relationships/slideLayout" Target="../slideLayouts/slideLayout238.xml"/><Relationship Id="rId59" Type="http://schemas.openxmlformats.org/officeDocument/2006/relationships/slideLayout" Target="../slideLayouts/slideLayout239.xml"/><Relationship Id="rId60" Type="http://schemas.openxmlformats.org/officeDocument/2006/relationships/slideLayout" Target="../slideLayouts/slideLayout240.xml"/><Relationship Id="rId61" Type="http://schemas.openxmlformats.org/officeDocument/2006/relationships/slideLayout" Target="../slideLayouts/slideLayout241.xml"/><Relationship Id="rId62" Type="http://schemas.openxmlformats.org/officeDocument/2006/relationships/slideLayout" Target="../slideLayouts/slideLayout242.xml"/><Relationship Id="rId63" Type="http://schemas.openxmlformats.org/officeDocument/2006/relationships/slideLayout" Target="../slideLayouts/slideLayout243.xml"/><Relationship Id="rId64" Type="http://schemas.openxmlformats.org/officeDocument/2006/relationships/slideLayout" Target="../slideLayouts/slideLayout244.xml"/><Relationship Id="rId65" Type="http://schemas.openxmlformats.org/officeDocument/2006/relationships/slideLayout" Target="../slideLayouts/slideLayout245.xml"/><Relationship Id="rId66" Type="http://schemas.openxmlformats.org/officeDocument/2006/relationships/slideLayout" Target="../slideLayouts/slideLayout246.xml"/><Relationship Id="rId67" Type="http://schemas.openxmlformats.org/officeDocument/2006/relationships/slideLayout" Target="../slideLayouts/slideLayout247.xml"/><Relationship Id="rId68" Type="http://schemas.openxmlformats.org/officeDocument/2006/relationships/slideLayout" Target="../slideLayouts/slideLayout248.xml"/><Relationship Id="rId69" Type="http://schemas.openxmlformats.org/officeDocument/2006/relationships/slideLayout" Target="../slideLayouts/slideLayout249.xml"/><Relationship Id="rId70" Type="http://schemas.openxmlformats.org/officeDocument/2006/relationships/slideLayout" Target="../slideLayouts/slideLayout250.xml"/><Relationship Id="rId71" Type="http://schemas.openxmlformats.org/officeDocument/2006/relationships/slideLayout" Target="../slideLayouts/slideLayout251.xml"/><Relationship Id="rId72" Type="http://schemas.openxmlformats.org/officeDocument/2006/relationships/slideLayout" Target="../slideLayouts/slideLayout252.xml"/><Relationship Id="rId73" Type="http://schemas.openxmlformats.org/officeDocument/2006/relationships/slideLayout" Target="../slideLayouts/slideLayout253.xml"/><Relationship Id="rId74" Type="http://schemas.openxmlformats.org/officeDocument/2006/relationships/slideLayout" Target="../slideLayouts/slideLayout254.xml"/><Relationship Id="rId75" Type="http://schemas.openxmlformats.org/officeDocument/2006/relationships/slideLayout" Target="../slideLayouts/slideLayout255.xml"/><Relationship Id="rId76" Type="http://schemas.openxmlformats.org/officeDocument/2006/relationships/slideLayout" Target="../slideLayouts/slideLayout256.xml"/><Relationship Id="rId77" Type="http://schemas.openxmlformats.org/officeDocument/2006/relationships/slideLayout" Target="../slideLayouts/slideLayout257.xml"/><Relationship Id="rId78" Type="http://schemas.openxmlformats.org/officeDocument/2006/relationships/slideLayout" Target="../slideLayouts/slideLayout258.xml"/><Relationship Id="rId79" Type="http://schemas.openxmlformats.org/officeDocument/2006/relationships/slideLayout" Target="../slideLayouts/slideLayout259.xml"/><Relationship Id="rId80" Type="http://schemas.openxmlformats.org/officeDocument/2006/relationships/slideLayout" Target="../slideLayouts/slideLayout260.xml"/><Relationship Id="rId81" Type="http://schemas.openxmlformats.org/officeDocument/2006/relationships/slideLayout" Target="../slideLayouts/slideLayout261.xml"/><Relationship Id="rId82" Type="http://schemas.openxmlformats.org/officeDocument/2006/relationships/slideLayout" Target="../slideLayouts/slideLayout262.xml"/><Relationship Id="rId83" Type="http://schemas.openxmlformats.org/officeDocument/2006/relationships/slideLayout" Target="../slideLayouts/slideLayout263.xml"/><Relationship Id="rId84" Type="http://schemas.openxmlformats.org/officeDocument/2006/relationships/slideLayout" Target="../slideLayouts/slideLayout264.xml"/><Relationship Id="rId85" Type="http://schemas.openxmlformats.org/officeDocument/2006/relationships/slideLayout" Target="../slideLayouts/slideLayout265.xml"/><Relationship Id="rId86" Type="http://schemas.openxmlformats.org/officeDocument/2006/relationships/slideLayout" Target="../slideLayouts/slideLayout266.xml"/><Relationship Id="rId87" Type="http://schemas.openxmlformats.org/officeDocument/2006/relationships/slideLayout" Target="../slideLayouts/slideLayout267.xml"/><Relationship Id="rId88" Type="http://schemas.openxmlformats.org/officeDocument/2006/relationships/slideLayout" Target="../slideLayouts/slideLayout268.xml"/><Relationship Id="rId89" Type="http://schemas.openxmlformats.org/officeDocument/2006/relationships/slideLayout" Target="../slideLayouts/slideLayout269.xml"/><Relationship Id="rId90" Type="http://schemas.openxmlformats.org/officeDocument/2006/relationships/slideLayout" Target="../slideLayouts/slideLayout270.xml"/><Relationship Id="rId91" Type="http://schemas.openxmlformats.org/officeDocument/2006/relationships/slideLayout" Target="../slideLayouts/slideLayout271.xml"/><Relationship Id="rId92" Type="http://schemas.openxmlformats.org/officeDocument/2006/relationships/slideLayout" Target="../slideLayouts/slideLayout272.xml"/><Relationship Id="rId93" Type="http://schemas.openxmlformats.org/officeDocument/2006/relationships/slideLayout" Target="../slideLayouts/slideLayout273.xml"/><Relationship Id="rId94" Type="http://schemas.openxmlformats.org/officeDocument/2006/relationships/slideLayout" Target="../slideLayouts/slideLayout274.xml"/><Relationship Id="rId95" Type="http://schemas.openxmlformats.org/officeDocument/2006/relationships/slideLayout" Target="../slideLayouts/slideLayout275.xml"/><Relationship Id="rId96" Type="http://schemas.openxmlformats.org/officeDocument/2006/relationships/slideLayout" Target="../slideLayouts/slideLayout276.xml"/><Relationship Id="rId97" Type="http://schemas.openxmlformats.org/officeDocument/2006/relationships/slideLayout" Target="../slideLayouts/slideLayout277.xml"/><Relationship Id="rId98" Type="http://schemas.openxmlformats.org/officeDocument/2006/relationships/slideLayout" Target="../slideLayouts/slideLayout278.xml"/><Relationship Id="rId99" Type="http://schemas.openxmlformats.org/officeDocument/2006/relationships/slideLayout" Target="../slideLayouts/slideLayout279.xml"/><Relationship Id="rId100" Type="http://schemas.openxmlformats.org/officeDocument/2006/relationships/slideLayout" Target="../slideLayouts/slideLayout280.xml"/><Relationship Id="rId101" Type="http://schemas.openxmlformats.org/officeDocument/2006/relationships/slideLayout" Target="../slideLayouts/slideLayout281.xml"/><Relationship Id="rId102" Type="http://schemas.openxmlformats.org/officeDocument/2006/relationships/slideLayout" Target="../slideLayouts/slideLayout282.xml"/><Relationship Id="rId103" Type="http://schemas.openxmlformats.org/officeDocument/2006/relationships/slideLayout" Target="../slideLayouts/slideLayout283.xml"/><Relationship Id="rId104" Type="http://schemas.openxmlformats.org/officeDocument/2006/relationships/slideLayout" Target="../slideLayouts/slideLayout284.xml"/><Relationship Id="rId105" Type="http://schemas.openxmlformats.org/officeDocument/2006/relationships/slideLayout" Target="../slideLayouts/slideLayout285.xml"/><Relationship Id="rId106" Type="http://schemas.openxmlformats.org/officeDocument/2006/relationships/slideLayout" Target="../slideLayouts/slideLayout286.xml"/><Relationship Id="rId107"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87.xml"/><Relationship Id="rId2" Type="http://schemas.openxmlformats.org/officeDocument/2006/relationships/slideLayout" Target="../slideLayouts/slideLayout288.xml"/><Relationship Id="rId3" Type="http://schemas.openxmlformats.org/officeDocument/2006/relationships/slideLayout" Target="../slideLayouts/slideLayout289.xml"/><Relationship Id="rId4" Type="http://schemas.openxmlformats.org/officeDocument/2006/relationships/slideLayout" Target="../slideLayouts/slideLayout290.xml"/><Relationship Id="rId5" Type="http://schemas.openxmlformats.org/officeDocument/2006/relationships/slideLayout" Target="../slideLayouts/slideLayout291.xml"/><Relationship Id="rId6" Type="http://schemas.openxmlformats.org/officeDocument/2006/relationships/slideLayout" Target="../slideLayouts/slideLayout292.xml"/><Relationship Id="rId7" Type="http://schemas.openxmlformats.org/officeDocument/2006/relationships/slideLayout" Target="../slideLayouts/slideLayout293.xml"/><Relationship Id="rId8" Type="http://schemas.openxmlformats.org/officeDocument/2006/relationships/slideLayout" Target="../slideLayouts/slideLayout294.xml"/><Relationship Id="rId9" Type="http://schemas.openxmlformats.org/officeDocument/2006/relationships/slideLayout" Target="../slideLayouts/slideLayout295.xml"/><Relationship Id="rId10" Type="http://schemas.openxmlformats.org/officeDocument/2006/relationships/slideLayout" Target="../slideLayouts/slideLayout296.xml"/><Relationship Id="rId11" Type="http://schemas.openxmlformats.org/officeDocument/2006/relationships/slideLayout" Target="../slideLayouts/slideLayout297.xml"/><Relationship Id="rId12" Type="http://schemas.openxmlformats.org/officeDocument/2006/relationships/slideLayout" Target="../slideLayouts/slideLayout298.xml"/><Relationship Id="rId13" Type="http://schemas.openxmlformats.org/officeDocument/2006/relationships/slideLayout" Target="../slideLayouts/slideLayout299.xml"/><Relationship Id="rId14" Type="http://schemas.openxmlformats.org/officeDocument/2006/relationships/slideLayout" Target="../slideLayouts/slideLayout300.xml"/><Relationship Id="rId15" Type="http://schemas.openxmlformats.org/officeDocument/2006/relationships/slideLayout" Target="../slideLayouts/slideLayout301.xml"/><Relationship Id="rId16" Type="http://schemas.openxmlformats.org/officeDocument/2006/relationships/slideLayout" Target="../slideLayouts/slideLayout302.xml"/><Relationship Id="rId17" Type="http://schemas.openxmlformats.org/officeDocument/2006/relationships/slideLayout" Target="../slideLayouts/slideLayout303.xml"/><Relationship Id="rId18" Type="http://schemas.openxmlformats.org/officeDocument/2006/relationships/slideLayout" Target="../slideLayouts/slideLayout304.xml"/><Relationship Id="rId19" Type="http://schemas.openxmlformats.org/officeDocument/2006/relationships/slideLayout" Target="../slideLayouts/slideLayout305.xml"/><Relationship Id="rId20" Type="http://schemas.openxmlformats.org/officeDocument/2006/relationships/slideLayout" Target="../slideLayouts/slideLayout306.xml"/><Relationship Id="rId21" Type="http://schemas.openxmlformats.org/officeDocument/2006/relationships/slideLayout" Target="../slideLayouts/slideLayout307.xml"/><Relationship Id="rId22" Type="http://schemas.openxmlformats.org/officeDocument/2006/relationships/slideLayout" Target="../slideLayouts/slideLayout308.xml"/><Relationship Id="rId23" Type="http://schemas.openxmlformats.org/officeDocument/2006/relationships/slideLayout" Target="../slideLayouts/slideLayout309.xml"/><Relationship Id="rId24" Type="http://schemas.openxmlformats.org/officeDocument/2006/relationships/slideLayout" Target="../slideLayouts/slideLayout310.xml"/><Relationship Id="rId25" Type="http://schemas.openxmlformats.org/officeDocument/2006/relationships/slideLayout" Target="../slideLayouts/slideLayout311.xml"/><Relationship Id="rId26" Type="http://schemas.openxmlformats.org/officeDocument/2006/relationships/slideLayout" Target="../slideLayouts/slideLayout312.xml"/><Relationship Id="rId27" Type="http://schemas.openxmlformats.org/officeDocument/2006/relationships/slideLayout" Target="../slideLayouts/slideLayout313.xml"/><Relationship Id="rId28" Type="http://schemas.openxmlformats.org/officeDocument/2006/relationships/slideLayout" Target="../slideLayouts/slideLayout314.xml"/><Relationship Id="rId29" Type="http://schemas.openxmlformats.org/officeDocument/2006/relationships/slideLayout" Target="../slideLayouts/slideLayout315.xml"/><Relationship Id="rId30" Type="http://schemas.openxmlformats.org/officeDocument/2006/relationships/slideLayout" Target="../slideLayouts/slideLayout316.xml"/><Relationship Id="rId31" Type="http://schemas.openxmlformats.org/officeDocument/2006/relationships/slideLayout" Target="../slideLayouts/slideLayout317.xml"/><Relationship Id="rId32" Type="http://schemas.openxmlformats.org/officeDocument/2006/relationships/slideLayout" Target="../slideLayouts/slideLayout318.xml"/><Relationship Id="rId33" Type="http://schemas.openxmlformats.org/officeDocument/2006/relationships/slideLayout" Target="../slideLayouts/slideLayout319.xml"/><Relationship Id="rId34" Type="http://schemas.openxmlformats.org/officeDocument/2006/relationships/slideLayout" Target="../slideLayouts/slideLayout320.xml"/><Relationship Id="rId35" Type="http://schemas.openxmlformats.org/officeDocument/2006/relationships/slideLayout" Target="../slideLayouts/slideLayout321.xml"/><Relationship Id="rId36" Type="http://schemas.openxmlformats.org/officeDocument/2006/relationships/slideLayout" Target="../slideLayouts/slideLayout322.xml"/><Relationship Id="rId37" Type="http://schemas.openxmlformats.org/officeDocument/2006/relationships/slideLayout" Target="../slideLayouts/slideLayout323.xml"/><Relationship Id="rId38" Type="http://schemas.openxmlformats.org/officeDocument/2006/relationships/slideLayout" Target="../slideLayouts/slideLayout324.xml"/><Relationship Id="rId39" Type="http://schemas.openxmlformats.org/officeDocument/2006/relationships/slideLayout" Target="../slideLayouts/slideLayout325.xml"/><Relationship Id="rId40" Type="http://schemas.openxmlformats.org/officeDocument/2006/relationships/slideLayout" Target="../slideLayouts/slideLayout326.xml"/><Relationship Id="rId41" Type="http://schemas.openxmlformats.org/officeDocument/2006/relationships/slideLayout" Target="../slideLayouts/slideLayout327.xml"/><Relationship Id="rId42" Type="http://schemas.openxmlformats.org/officeDocument/2006/relationships/slideLayout" Target="../slideLayouts/slideLayout328.xml"/><Relationship Id="rId43" Type="http://schemas.openxmlformats.org/officeDocument/2006/relationships/slideLayout" Target="../slideLayouts/slideLayout329.xml"/><Relationship Id="rId44" Type="http://schemas.openxmlformats.org/officeDocument/2006/relationships/slideLayout" Target="../slideLayouts/slideLayout330.xml"/><Relationship Id="rId45" Type="http://schemas.openxmlformats.org/officeDocument/2006/relationships/slideLayout" Target="../slideLayouts/slideLayout331.xml"/><Relationship Id="rId46" Type="http://schemas.openxmlformats.org/officeDocument/2006/relationships/slideLayout" Target="../slideLayouts/slideLayout332.xml"/><Relationship Id="rId47" Type="http://schemas.openxmlformats.org/officeDocument/2006/relationships/slideLayout" Target="../slideLayouts/slideLayout333.xml"/><Relationship Id="rId48" Type="http://schemas.openxmlformats.org/officeDocument/2006/relationships/slideLayout" Target="../slideLayouts/slideLayout334.xml"/><Relationship Id="rId49" Type="http://schemas.openxmlformats.org/officeDocument/2006/relationships/slideLayout" Target="../slideLayouts/slideLayout335.xml"/><Relationship Id="rId50" Type="http://schemas.openxmlformats.org/officeDocument/2006/relationships/slideLayout" Target="../slideLayouts/slideLayout336.xml"/><Relationship Id="rId51" Type="http://schemas.openxmlformats.org/officeDocument/2006/relationships/slideLayout" Target="../slideLayouts/slideLayout337.xml"/><Relationship Id="rId52" Type="http://schemas.openxmlformats.org/officeDocument/2006/relationships/slideLayout" Target="../slideLayouts/slideLayout338.xml"/><Relationship Id="rId53" Type="http://schemas.openxmlformats.org/officeDocument/2006/relationships/slideLayout" Target="../slideLayouts/slideLayout339.xml"/><Relationship Id="rId54" Type="http://schemas.openxmlformats.org/officeDocument/2006/relationships/slideLayout" Target="../slideLayouts/slideLayout340.xml"/><Relationship Id="rId55" Type="http://schemas.openxmlformats.org/officeDocument/2006/relationships/slideLayout" Target="../slideLayouts/slideLayout341.xml"/><Relationship Id="rId56" Type="http://schemas.openxmlformats.org/officeDocument/2006/relationships/slideLayout" Target="../slideLayouts/slideLayout342.xml"/><Relationship Id="rId57" Type="http://schemas.openxmlformats.org/officeDocument/2006/relationships/slideLayout" Target="../slideLayouts/slideLayout343.xml"/><Relationship Id="rId58" Type="http://schemas.openxmlformats.org/officeDocument/2006/relationships/slideLayout" Target="../slideLayouts/slideLayout344.xml"/><Relationship Id="rId59" Type="http://schemas.openxmlformats.org/officeDocument/2006/relationships/slideLayout" Target="../slideLayouts/slideLayout345.xml"/><Relationship Id="rId60" Type="http://schemas.openxmlformats.org/officeDocument/2006/relationships/slideLayout" Target="../slideLayouts/slideLayout346.xml"/><Relationship Id="rId61" Type="http://schemas.openxmlformats.org/officeDocument/2006/relationships/slideLayout" Target="../slideLayouts/slideLayout347.xml"/><Relationship Id="rId62" Type="http://schemas.openxmlformats.org/officeDocument/2006/relationships/slideLayout" Target="../slideLayouts/slideLayout348.xml"/><Relationship Id="rId63" Type="http://schemas.openxmlformats.org/officeDocument/2006/relationships/slideLayout" Target="../slideLayouts/slideLayout349.xml"/><Relationship Id="rId64" Type="http://schemas.openxmlformats.org/officeDocument/2006/relationships/slideLayout" Target="../slideLayouts/slideLayout350.xml"/><Relationship Id="rId65" Type="http://schemas.openxmlformats.org/officeDocument/2006/relationships/slideLayout" Target="../slideLayouts/slideLayout351.xml"/><Relationship Id="rId66" Type="http://schemas.openxmlformats.org/officeDocument/2006/relationships/slideLayout" Target="../slideLayouts/slideLayout352.xml"/><Relationship Id="rId67"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30200" lvl="0" marL="457200" rtl="0">
              <a:lnSpc>
                <a:spcPct val="140000"/>
              </a:lnSpc>
              <a:spcBef>
                <a:spcPts val="0"/>
              </a:spcBef>
              <a:spcAft>
                <a:spcPts val="0"/>
              </a:spcAft>
              <a:buClr>
                <a:schemeClr val="accent1"/>
              </a:buClr>
              <a:buSzPts val="1600"/>
              <a:buFont typeface="Red Hat Text"/>
              <a:buChar char="▸"/>
              <a:defRPr sz="1600">
                <a:latin typeface="Red Hat Text"/>
                <a:ea typeface="Red Hat Text"/>
                <a:cs typeface="Red Hat Text"/>
                <a:sym typeface="Red Hat Text"/>
              </a:defRPr>
            </a:lvl1pPr>
            <a:lvl2pPr indent="-317500" lvl="1" marL="9144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2pPr>
            <a:lvl3pPr indent="-317500" lvl="2" marL="13716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3pPr>
            <a:lvl4pPr indent="-317500" lvl="3" marL="18288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4pPr>
            <a:lvl5pPr indent="-317500" lvl="4" marL="22860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5pPr>
            <a:lvl6pPr indent="-317500" lvl="5" marL="27432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6pPr>
            <a:lvl7pPr indent="-317500" lvl="6" marL="32004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7pPr>
            <a:lvl8pPr indent="-317500" lvl="7" marL="36576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8pPr>
            <a:lvl9pPr indent="-317500" lvl="8" marL="4114800" rtl="0">
              <a:lnSpc>
                <a:spcPct val="140000"/>
              </a:lnSpc>
              <a:spcBef>
                <a:spcPts val="500"/>
              </a:spcBef>
              <a:spcAft>
                <a:spcPts val="500"/>
              </a:spcAft>
              <a:buSzPts val="1400"/>
              <a:buFont typeface="Red Hat Text"/>
              <a:buChar char="･"/>
              <a:defRPr>
                <a:latin typeface="Red Hat Text"/>
                <a:ea typeface="Red Hat Text"/>
                <a:cs typeface="Red Hat Text"/>
                <a:sym typeface="Red Hat Text"/>
              </a:defRPr>
            </a:lvl9pPr>
          </a:lstStyle>
          <a:p/>
        </p:txBody>
      </p:sp>
      <p:sp>
        <p:nvSpPr>
          <p:cNvPr id="8" name="Google Shape;8;p1"/>
          <p:cNvSpPr txBox="1"/>
          <p:nvPr>
            <p:ph idx="12" type="sldNum"/>
          </p:nvPr>
        </p:nvSpPr>
        <p:spPr>
          <a:xfrm>
            <a:off x="11409045" y="6333134"/>
            <a:ext cx="731700" cy="525000"/>
          </a:xfrm>
          <a:prstGeom prst="rect">
            <a:avLst/>
          </a:prstGeom>
          <a:noFill/>
          <a:ln>
            <a:noFill/>
          </a:ln>
        </p:spPr>
        <p:txBody>
          <a:bodyPr anchorCtr="0" anchor="t" bIns="91425" lIns="91425" spcFirstLastPara="1" rIns="91425" wrap="square" tIns="91425">
            <a:noAutofit/>
          </a:bodyPr>
          <a:lstStyle>
            <a:lvl1pPr lvl="0" algn="r">
              <a:buNone/>
              <a:defRPr sz="1300">
                <a:latin typeface="Red Hat Text"/>
                <a:ea typeface="Red Hat Text"/>
                <a:cs typeface="Red Hat Text"/>
                <a:sym typeface="Red Hat Text"/>
              </a:defRPr>
            </a:lvl1pPr>
            <a:lvl2pPr lvl="1" algn="r">
              <a:buNone/>
              <a:defRPr sz="1300">
                <a:latin typeface="Red Hat Text"/>
                <a:ea typeface="Red Hat Text"/>
                <a:cs typeface="Red Hat Text"/>
                <a:sym typeface="Red Hat Text"/>
              </a:defRPr>
            </a:lvl2pPr>
            <a:lvl3pPr lvl="2" algn="r">
              <a:buNone/>
              <a:defRPr sz="1300">
                <a:latin typeface="Red Hat Text"/>
                <a:ea typeface="Red Hat Text"/>
                <a:cs typeface="Red Hat Text"/>
                <a:sym typeface="Red Hat Text"/>
              </a:defRPr>
            </a:lvl3pPr>
            <a:lvl4pPr lvl="3" algn="r">
              <a:buNone/>
              <a:defRPr sz="1300">
                <a:latin typeface="Red Hat Text"/>
                <a:ea typeface="Red Hat Text"/>
                <a:cs typeface="Red Hat Text"/>
                <a:sym typeface="Red Hat Text"/>
              </a:defRPr>
            </a:lvl4pPr>
            <a:lvl5pPr lvl="4" algn="r">
              <a:buNone/>
              <a:defRPr sz="1300">
                <a:latin typeface="Red Hat Text"/>
                <a:ea typeface="Red Hat Text"/>
                <a:cs typeface="Red Hat Text"/>
                <a:sym typeface="Red Hat Text"/>
              </a:defRPr>
            </a:lvl5pPr>
            <a:lvl6pPr lvl="5" algn="r">
              <a:buNone/>
              <a:defRPr sz="1300">
                <a:latin typeface="Red Hat Text"/>
                <a:ea typeface="Red Hat Text"/>
                <a:cs typeface="Red Hat Text"/>
                <a:sym typeface="Red Hat Text"/>
              </a:defRPr>
            </a:lvl6pPr>
            <a:lvl7pPr lvl="6" algn="r">
              <a:buNone/>
              <a:defRPr sz="1300">
                <a:latin typeface="Red Hat Text"/>
                <a:ea typeface="Red Hat Text"/>
                <a:cs typeface="Red Hat Text"/>
                <a:sym typeface="Red Hat Text"/>
              </a:defRPr>
            </a:lvl7pPr>
            <a:lvl8pPr lvl="7" algn="r">
              <a:buNone/>
              <a:defRPr sz="1300">
                <a:latin typeface="Red Hat Text"/>
                <a:ea typeface="Red Hat Text"/>
                <a:cs typeface="Red Hat Text"/>
                <a:sym typeface="Red Hat Text"/>
              </a:defRPr>
            </a:lvl8pPr>
            <a:lvl9pPr lvl="8" algn="r">
              <a:buNone/>
              <a:defRPr sz="1300">
                <a:latin typeface="Red Hat Text"/>
                <a:ea typeface="Red Hat Text"/>
                <a:cs typeface="Red Hat Text"/>
                <a:sym typeface="Red Hat Tex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366" name="Shape 1366"/>
        <p:cNvGrpSpPr/>
        <p:nvPr/>
      </p:nvGrpSpPr>
      <p:grpSpPr>
        <a:xfrm>
          <a:off x="0" y="0"/>
          <a:ext cx="0" cy="0"/>
          <a:chOff x="0" y="0"/>
          <a:chExt cx="0" cy="0"/>
        </a:xfrm>
      </p:grpSpPr>
      <p:sp>
        <p:nvSpPr>
          <p:cNvPr id="1367" name="Google Shape;1367;p115"/>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1368" name="Google Shape;1368;p115"/>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30200" lvl="0" marL="457200" rtl="0">
              <a:lnSpc>
                <a:spcPct val="140000"/>
              </a:lnSpc>
              <a:spcBef>
                <a:spcPts val="0"/>
              </a:spcBef>
              <a:spcAft>
                <a:spcPts val="0"/>
              </a:spcAft>
              <a:buClr>
                <a:schemeClr val="accent1"/>
              </a:buClr>
              <a:buSzPts val="1600"/>
              <a:buFont typeface="Red Hat Text"/>
              <a:buChar char="▸"/>
              <a:defRPr sz="1600">
                <a:latin typeface="Red Hat Text"/>
                <a:ea typeface="Red Hat Text"/>
                <a:cs typeface="Red Hat Text"/>
                <a:sym typeface="Red Hat Text"/>
              </a:defRPr>
            </a:lvl1pPr>
            <a:lvl2pPr indent="-317500" lvl="1" marL="9144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2pPr>
            <a:lvl3pPr indent="-317500" lvl="2" marL="13716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3pPr>
            <a:lvl4pPr indent="-317500" lvl="3" marL="18288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4pPr>
            <a:lvl5pPr indent="-317500" lvl="4" marL="22860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5pPr>
            <a:lvl6pPr indent="-317500" lvl="5" marL="27432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6pPr>
            <a:lvl7pPr indent="-317500" lvl="6" marL="32004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7pPr>
            <a:lvl8pPr indent="-317500" lvl="7" marL="36576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8pPr>
            <a:lvl9pPr indent="-317500" lvl="8" marL="4114800" rtl="0">
              <a:lnSpc>
                <a:spcPct val="140000"/>
              </a:lnSpc>
              <a:spcBef>
                <a:spcPts val="500"/>
              </a:spcBef>
              <a:spcAft>
                <a:spcPts val="500"/>
              </a:spcAft>
              <a:buSzPts val="1400"/>
              <a:buFont typeface="Red Hat Text"/>
              <a:buChar char="･"/>
              <a:defRPr>
                <a:latin typeface="Red Hat Text"/>
                <a:ea typeface="Red Hat Text"/>
                <a:cs typeface="Red Hat Text"/>
                <a:sym typeface="Red Hat Text"/>
              </a:defRPr>
            </a:lvl9pPr>
          </a:lstStyle>
          <a:p/>
        </p:txBody>
      </p:sp>
    </p:spTree>
  </p:cSld>
  <p:clrMap accent1="accent1" accent2="accent2" accent3="accent3" accent4="accent4" accent5="accent5" accent6="accent6" bg1="lt1" bg2="dk2" tx1="dk1" tx2="lt2" folHlink="folHlink" hlink="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 id="2147483795" r:id="rId35"/>
    <p:sldLayoutId id="2147483796" r:id="rId36"/>
    <p:sldLayoutId id="2147483797" r:id="rId37"/>
    <p:sldLayoutId id="2147483798" r:id="rId38"/>
    <p:sldLayoutId id="2147483799" r:id="rId39"/>
    <p:sldLayoutId id="2147483800" r:id="rId40"/>
    <p:sldLayoutId id="2147483801" r:id="rId41"/>
    <p:sldLayoutId id="2147483802" r:id="rId42"/>
    <p:sldLayoutId id="2147483803" r:id="rId43"/>
    <p:sldLayoutId id="2147483804" r:id="rId44"/>
    <p:sldLayoutId id="2147483805" r:id="rId45"/>
    <p:sldLayoutId id="2147483806" r:id="rId46"/>
    <p:sldLayoutId id="2147483807" r:id="rId47"/>
    <p:sldLayoutId id="2147483808" r:id="rId48"/>
    <p:sldLayoutId id="2147483809" r:id="rId49"/>
    <p:sldLayoutId id="2147483810" r:id="rId50"/>
    <p:sldLayoutId id="2147483811" r:id="rId51"/>
    <p:sldLayoutId id="2147483812" r:id="rId52"/>
    <p:sldLayoutId id="2147483813" r:id="rId53"/>
    <p:sldLayoutId id="2147483814" r:id="rId54"/>
    <p:sldLayoutId id="2147483815" r:id="rId55"/>
    <p:sldLayoutId id="2147483816" r:id="rId56"/>
    <p:sldLayoutId id="2147483817" r:id="rId57"/>
    <p:sldLayoutId id="2147483818" r:id="rId58"/>
    <p:sldLayoutId id="2147483819" r:id="rId59"/>
    <p:sldLayoutId id="2147483820" r:id="rId60"/>
    <p:sldLayoutId id="2147483821" r:id="rId61"/>
    <p:sldLayoutId id="2147483822" r:id="rId62"/>
    <p:sldLayoutId id="2147483823" r:id="rId63"/>
    <p:sldLayoutId id="2147483824" r:id="rId64"/>
    <p:sldLayoutId id="2147483825" r:id="rId65"/>
    <p:sldLayoutId id="2147483826" r:id="rId66"/>
    <p:sldLayoutId id="2147483827" r:id="rId6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249" name="Shape 2249"/>
        <p:cNvGrpSpPr/>
        <p:nvPr/>
      </p:nvGrpSpPr>
      <p:grpSpPr>
        <a:xfrm>
          <a:off x="0" y="0"/>
          <a:ext cx="0" cy="0"/>
          <a:chOff x="0" y="0"/>
          <a:chExt cx="0" cy="0"/>
        </a:xfrm>
      </p:grpSpPr>
      <p:sp>
        <p:nvSpPr>
          <p:cNvPr id="2250" name="Google Shape;2250;p183"/>
          <p:cNvSpPr txBox="1"/>
          <p:nvPr>
            <p:ph type="title"/>
          </p:nvPr>
        </p:nvSpPr>
        <p:spPr>
          <a:xfrm>
            <a:off x="415600" y="593367"/>
            <a:ext cx="11360700" cy="7641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500"/>
              <a:buFont typeface="Red Hat Display"/>
              <a:buNone/>
              <a:defRPr sz="3500">
                <a:solidFill>
                  <a:schemeClr val="dk1"/>
                </a:solidFill>
                <a:latin typeface="Red Hat Display"/>
                <a:ea typeface="Red Hat Display"/>
                <a:cs typeface="Red Hat Display"/>
                <a:sym typeface="Red Hat Display"/>
              </a:defRPr>
            </a:lvl9pPr>
          </a:lstStyle>
          <a:p/>
        </p:txBody>
      </p:sp>
      <p:sp>
        <p:nvSpPr>
          <p:cNvPr id="2251" name="Google Shape;2251;p183"/>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30200" lvl="0" marL="457200" rtl="0">
              <a:lnSpc>
                <a:spcPct val="140000"/>
              </a:lnSpc>
              <a:spcBef>
                <a:spcPts val="0"/>
              </a:spcBef>
              <a:spcAft>
                <a:spcPts val="0"/>
              </a:spcAft>
              <a:buClr>
                <a:schemeClr val="accent1"/>
              </a:buClr>
              <a:buSzPts val="1600"/>
              <a:buFont typeface="Red Hat Text"/>
              <a:buChar char="▸"/>
              <a:defRPr sz="1600">
                <a:latin typeface="Red Hat Text"/>
                <a:ea typeface="Red Hat Text"/>
                <a:cs typeface="Red Hat Text"/>
                <a:sym typeface="Red Hat Text"/>
              </a:defRPr>
            </a:lvl1pPr>
            <a:lvl2pPr indent="-323850" lvl="1" marL="9144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2pPr>
            <a:lvl3pPr indent="-323850" lvl="2" marL="13716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3pPr>
            <a:lvl4pPr indent="-323850" lvl="3" marL="18288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4pPr>
            <a:lvl5pPr indent="-323850" lvl="4" marL="22860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5pPr>
            <a:lvl6pPr indent="-323850" lvl="5" marL="27432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6pPr>
            <a:lvl7pPr indent="-323850" lvl="6" marL="32004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7pPr>
            <a:lvl8pPr indent="-323850" lvl="7" marL="3657600" rtl="0">
              <a:lnSpc>
                <a:spcPct val="140000"/>
              </a:lnSpc>
              <a:spcBef>
                <a:spcPts val="500"/>
              </a:spcBef>
              <a:spcAft>
                <a:spcPts val="0"/>
              </a:spcAft>
              <a:buSzPts val="1500"/>
              <a:buFont typeface="Red Hat Text"/>
              <a:buChar char="･"/>
              <a:defRPr sz="1500">
                <a:latin typeface="Red Hat Text"/>
                <a:ea typeface="Red Hat Text"/>
                <a:cs typeface="Red Hat Text"/>
                <a:sym typeface="Red Hat Text"/>
              </a:defRPr>
            </a:lvl8pPr>
            <a:lvl9pPr indent="-323850" lvl="8" marL="4114800" rtl="0">
              <a:lnSpc>
                <a:spcPct val="140000"/>
              </a:lnSpc>
              <a:spcBef>
                <a:spcPts val="500"/>
              </a:spcBef>
              <a:spcAft>
                <a:spcPts val="500"/>
              </a:spcAft>
              <a:buSzPts val="1500"/>
              <a:buFont typeface="Red Hat Text"/>
              <a:buChar char="･"/>
              <a:defRPr sz="1500">
                <a:latin typeface="Red Hat Text"/>
                <a:ea typeface="Red Hat Text"/>
                <a:cs typeface="Red Hat Text"/>
                <a:sym typeface="Red Hat Text"/>
              </a:defRPr>
            </a:lvl9pPr>
          </a:lstStyle>
          <a:p/>
        </p:txBody>
      </p:sp>
      <p:sp>
        <p:nvSpPr>
          <p:cNvPr id="2252" name="Google Shape;2252;p183"/>
          <p:cNvSpPr txBox="1"/>
          <p:nvPr>
            <p:ph idx="12" type="sldNum"/>
          </p:nvPr>
        </p:nvSpPr>
        <p:spPr>
          <a:xfrm>
            <a:off x="11409045" y="6333134"/>
            <a:ext cx="731700" cy="524700"/>
          </a:xfrm>
          <a:prstGeom prst="rect">
            <a:avLst/>
          </a:prstGeom>
          <a:noFill/>
          <a:ln>
            <a:noFill/>
          </a:ln>
        </p:spPr>
        <p:txBody>
          <a:bodyPr anchorCtr="0" anchor="t" bIns="91425" lIns="91425" spcFirstLastPara="1" rIns="91425" wrap="square" tIns="91425">
            <a:noAutofit/>
          </a:bodyPr>
          <a:lstStyle>
            <a:lvl1pPr lvl="0" rtl="0" algn="r">
              <a:buNone/>
              <a:defRPr sz="1300">
                <a:latin typeface="Red Hat Text"/>
                <a:ea typeface="Red Hat Text"/>
                <a:cs typeface="Red Hat Text"/>
                <a:sym typeface="Red Hat Text"/>
              </a:defRPr>
            </a:lvl1pPr>
            <a:lvl2pPr lvl="1" rtl="0" algn="r">
              <a:buNone/>
              <a:defRPr sz="1300">
                <a:latin typeface="Red Hat Text"/>
                <a:ea typeface="Red Hat Text"/>
                <a:cs typeface="Red Hat Text"/>
                <a:sym typeface="Red Hat Text"/>
              </a:defRPr>
            </a:lvl2pPr>
            <a:lvl3pPr lvl="2" rtl="0" algn="r">
              <a:buNone/>
              <a:defRPr sz="1300">
                <a:latin typeface="Red Hat Text"/>
                <a:ea typeface="Red Hat Text"/>
                <a:cs typeface="Red Hat Text"/>
                <a:sym typeface="Red Hat Text"/>
              </a:defRPr>
            </a:lvl3pPr>
            <a:lvl4pPr lvl="3" rtl="0" algn="r">
              <a:buNone/>
              <a:defRPr sz="1300">
                <a:latin typeface="Red Hat Text"/>
                <a:ea typeface="Red Hat Text"/>
                <a:cs typeface="Red Hat Text"/>
                <a:sym typeface="Red Hat Text"/>
              </a:defRPr>
            </a:lvl4pPr>
            <a:lvl5pPr lvl="4" rtl="0" algn="r">
              <a:buNone/>
              <a:defRPr sz="1300">
                <a:latin typeface="Red Hat Text"/>
                <a:ea typeface="Red Hat Text"/>
                <a:cs typeface="Red Hat Text"/>
                <a:sym typeface="Red Hat Text"/>
              </a:defRPr>
            </a:lvl5pPr>
            <a:lvl6pPr lvl="5" rtl="0" algn="r">
              <a:buNone/>
              <a:defRPr sz="1300">
                <a:latin typeface="Red Hat Text"/>
                <a:ea typeface="Red Hat Text"/>
                <a:cs typeface="Red Hat Text"/>
                <a:sym typeface="Red Hat Text"/>
              </a:defRPr>
            </a:lvl6pPr>
            <a:lvl7pPr lvl="6" rtl="0" algn="r">
              <a:buNone/>
              <a:defRPr sz="1300">
                <a:latin typeface="Red Hat Text"/>
                <a:ea typeface="Red Hat Text"/>
                <a:cs typeface="Red Hat Text"/>
                <a:sym typeface="Red Hat Text"/>
              </a:defRPr>
            </a:lvl7pPr>
            <a:lvl8pPr lvl="7" rtl="0" algn="r">
              <a:buNone/>
              <a:defRPr sz="1300">
                <a:latin typeface="Red Hat Text"/>
                <a:ea typeface="Red Hat Text"/>
                <a:cs typeface="Red Hat Text"/>
                <a:sym typeface="Red Hat Text"/>
              </a:defRPr>
            </a:lvl8pPr>
            <a:lvl9pPr lvl="8" rtl="0" algn="r">
              <a:buNone/>
              <a:defRPr sz="1300">
                <a:latin typeface="Red Hat Text"/>
                <a:ea typeface="Red Hat Text"/>
                <a:cs typeface="Red Hat Text"/>
                <a:sym typeface="Red Hat Tex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2" r:id="rId35"/>
    <p:sldLayoutId id="2147483863" r:id="rId36"/>
    <p:sldLayoutId id="2147483864" r:id="rId37"/>
    <p:sldLayoutId id="2147483865" r:id="rId38"/>
    <p:sldLayoutId id="2147483866" r:id="rId39"/>
    <p:sldLayoutId id="2147483867" r:id="rId40"/>
    <p:sldLayoutId id="2147483868" r:id="rId41"/>
    <p:sldLayoutId id="2147483869" r:id="rId42"/>
    <p:sldLayoutId id="2147483870" r:id="rId43"/>
    <p:sldLayoutId id="2147483871" r:id="rId44"/>
    <p:sldLayoutId id="2147483872" r:id="rId45"/>
    <p:sldLayoutId id="2147483873" r:id="rId46"/>
    <p:sldLayoutId id="2147483874" r:id="rId47"/>
    <p:sldLayoutId id="2147483875" r:id="rId48"/>
    <p:sldLayoutId id="2147483876" r:id="rId49"/>
    <p:sldLayoutId id="2147483877" r:id="rId50"/>
    <p:sldLayoutId id="2147483878" r:id="rId51"/>
    <p:sldLayoutId id="2147483879" r:id="rId52"/>
    <p:sldLayoutId id="2147483880" r:id="rId53"/>
    <p:sldLayoutId id="2147483881" r:id="rId54"/>
    <p:sldLayoutId id="2147483882" r:id="rId55"/>
    <p:sldLayoutId id="2147483883" r:id="rId56"/>
    <p:sldLayoutId id="2147483884" r:id="rId57"/>
    <p:sldLayoutId id="2147483885" r:id="rId58"/>
    <p:sldLayoutId id="2147483886" r:id="rId59"/>
    <p:sldLayoutId id="2147483887" r:id="rId60"/>
    <p:sldLayoutId id="2147483888" r:id="rId61"/>
    <p:sldLayoutId id="2147483889" r:id="rId62"/>
    <p:sldLayoutId id="2147483890" r:id="rId63"/>
    <p:sldLayoutId id="2147483891" r:id="rId64"/>
    <p:sldLayoutId id="2147483892" r:id="rId65"/>
    <p:sldLayoutId id="2147483893" r:id="rId66"/>
    <p:sldLayoutId id="2147483894" r:id="rId67"/>
    <p:sldLayoutId id="2147483895" r:id="rId68"/>
    <p:sldLayoutId id="2147483896" r:id="rId69"/>
    <p:sldLayoutId id="2147483897" r:id="rId70"/>
    <p:sldLayoutId id="2147483898" r:id="rId71"/>
    <p:sldLayoutId id="2147483899" r:id="rId72"/>
    <p:sldLayoutId id="2147483900" r:id="rId73"/>
    <p:sldLayoutId id="2147483901" r:id="rId74"/>
    <p:sldLayoutId id="2147483902" r:id="rId75"/>
    <p:sldLayoutId id="2147483903" r:id="rId76"/>
    <p:sldLayoutId id="2147483904" r:id="rId77"/>
    <p:sldLayoutId id="2147483905" r:id="rId78"/>
    <p:sldLayoutId id="2147483906" r:id="rId79"/>
    <p:sldLayoutId id="2147483907" r:id="rId80"/>
    <p:sldLayoutId id="2147483908" r:id="rId81"/>
    <p:sldLayoutId id="2147483909" r:id="rId82"/>
    <p:sldLayoutId id="2147483910" r:id="rId83"/>
    <p:sldLayoutId id="2147483911" r:id="rId84"/>
    <p:sldLayoutId id="2147483912" r:id="rId85"/>
    <p:sldLayoutId id="2147483913" r:id="rId86"/>
    <p:sldLayoutId id="2147483914" r:id="rId87"/>
    <p:sldLayoutId id="2147483915" r:id="rId88"/>
    <p:sldLayoutId id="2147483916" r:id="rId89"/>
    <p:sldLayoutId id="2147483917" r:id="rId90"/>
    <p:sldLayoutId id="2147483918" r:id="rId91"/>
    <p:sldLayoutId id="2147483919" r:id="rId92"/>
    <p:sldLayoutId id="2147483920" r:id="rId93"/>
    <p:sldLayoutId id="2147483921" r:id="rId94"/>
    <p:sldLayoutId id="2147483922" r:id="rId95"/>
    <p:sldLayoutId id="2147483923" r:id="rId96"/>
    <p:sldLayoutId id="2147483924" r:id="rId97"/>
    <p:sldLayoutId id="2147483925" r:id="rId98"/>
    <p:sldLayoutId id="2147483926" r:id="rId99"/>
    <p:sldLayoutId id="2147483927" r:id="rId100"/>
    <p:sldLayoutId id="2147483928" r:id="rId101"/>
    <p:sldLayoutId id="2147483929" r:id="rId102"/>
    <p:sldLayoutId id="2147483930" r:id="rId103"/>
    <p:sldLayoutId id="2147483931" r:id="rId104"/>
    <p:sldLayoutId id="2147483932" r:id="rId105"/>
    <p:sldLayoutId id="2147483933" r:id="rId10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527" name="Shape 3527"/>
        <p:cNvGrpSpPr/>
        <p:nvPr/>
      </p:nvGrpSpPr>
      <p:grpSpPr>
        <a:xfrm>
          <a:off x="0" y="0"/>
          <a:ext cx="0" cy="0"/>
          <a:chOff x="0" y="0"/>
          <a:chExt cx="0" cy="0"/>
        </a:xfrm>
      </p:grpSpPr>
      <p:sp>
        <p:nvSpPr>
          <p:cNvPr id="3528" name="Google Shape;3528;p290"/>
          <p:cNvSpPr txBox="1"/>
          <p:nvPr>
            <p:ph type="title"/>
          </p:nvPr>
        </p:nvSpPr>
        <p:spPr>
          <a:xfrm>
            <a:off x="415600" y="593367"/>
            <a:ext cx="11360700" cy="763800"/>
          </a:xfrm>
          <a:prstGeom prst="rect">
            <a:avLst/>
          </a:prstGeom>
          <a:noFill/>
          <a:ln>
            <a:noFill/>
          </a:ln>
        </p:spPr>
        <p:txBody>
          <a:bodyPr anchorCtr="0" anchor="t" bIns="0" lIns="0" spcFirstLastPara="1" rIns="0" wrap="square" tIns="0">
            <a:noAutofit/>
          </a:bodyPr>
          <a:lstStyle>
            <a:lvl1pPr lvl="0"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1pPr>
            <a:lvl2pPr lvl="1"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2pPr>
            <a:lvl3pPr lvl="2"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3pPr>
            <a:lvl4pPr lvl="3"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4pPr>
            <a:lvl5pPr lvl="4"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5pPr>
            <a:lvl6pPr lvl="5"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6pPr>
            <a:lvl7pPr lvl="6"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7pPr>
            <a:lvl8pPr lvl="7"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8pPr>
            <a:lvl9pPr lvl="8" rtl="0">
              <a:spcBef>
                <a:spcPts val="0"/>
              </a:spcBef>
              <a:spcAft>
                <a:spcPts val="0"/>
              </a:spcAft>
              <a:buClr>
                <a:schemeClr val="dk1"/>
              </a:buClr>
              <a:buSzPts val="3400"/>
              <a:buFont typeface="Red Hat Display"/>
              <a:buNone/>
              <a:defRPr sz="3400">
                <a:solidFill>
                  <a:schemeClr val="dk1"/>
                </a:solidFill>
                <a:latin typeface="Red Hat Display"/>
                <a:ea typeface="Red Hat Display"/>
                <a:cs typeface="Red Hat Display"/>
                <a:sym typeface="Red Hat Display"/>
              </a:defRPr>
            </a:lvl9pPr>
          </a:lstStyle>
          <a:p/>
        </p:txBody>
      </p:sp>
      <p:sp>
        <p:nvSpPr>
          <p:cNvPr id="3529" name="Google Shape;3529;p290"/>
          <p:cNvSpPr txBox="1"/>
          <p:nvPr>
            <p:ph idx="1" type="body"/>
          </p:nvPr>
        </p:nvSpPr>
        <p:spPr>
          <a:xfrm>
            <a:off x="415600" y="1536633"/>
            <a:ext cx="11360700" cy="4555200"/>
          </a:xfrm>
          <a:prstGeom prst="rect">
            <a:avLst/>
          </a:prstGeom>
          <a:noFill/>
          <a:ln>
            <a:noFill/>
          </a:ln>
        </p:spPr>
        <p:txBody>
          <a:bodyPr anchorCtr="0" anchor="t" bIns="0" lIns="0" spcFirstLastPara="1" rIns="0" wrap="square" tIns="0">
            <a:noAutofit/>
          </a:bodyPr>
          <a:lstStyle>
            <a:lvl1pPr indent="-330200" lvl="0" marL="457200" rtl="0">
              <a:lnSpc>
                <a:spcPct val="140000"/>
              </a:lnSpc>
              <a:spcBef>
                <a:spcPts val="0"/>
              </a:spcBef>
              <a:spcAft>
                <a:spcPts val="0"/>
              </a:spcAft>
              <a:buClr>
                <a:schemeClr val="accent1"/>
              </a:buClr>
              <a:buSzPts val="1600"/>
              <a:buFont typeface="Red Hat Text"/>
              <a:buChar char="▸"/>
              <a:defRPr sz="1600">
                <a:latin typeface="Red Hat Text"/>
                <a:ea typeface="Red Hat Text"/>
                <a:cs typeface="Red Hat Text"/>
                <a:sym typeface="Red Hat Text"/>
              </a:defRPr>
            </a:lvl1pPr>
            <a:lvl2pPr indent="-317500" lvl="1" marL="9144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2pPr>
            <a:lvl3pPr indent="-317500" lvl="2" marL="13716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3pPr>
            <a:lvl4pPr indent="-317500" lvl="3" marL="18288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4pPr>
            <a:lvl5pPr indent="-317500" lvl="4" marL="22860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5pPr>
            <a:lvl6pPr indent="-317500" lvl="5" marL="27432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6pPr>
            <a:lvl7pPr indent="-317500" lvl="6" marL="32004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7pPr>
            <a:lvl8pPr indent="-317500" lvl="7" marL="3657600" rtl="0">
              <a:lnSpc>
                <a:spcPct val="140000"/>
              </a:lnSpc>
              <a:spcBef>
                <a:spcPts val="500"/>
              </a:spcBef>
              <a:spcAft>
                <a:spcPts val="0"/>
              </a:spcAft>
              <a:buSzPts val="1400"/>
              <a:buFont typeface="Red Hat Text"/>
              <a:buChar char="･"/>
              <a:defRPr>
                <a:latin typeface="Red Hat Text"/>
                <a:ea typeface="Red Hat Text"/>
                <a:cs typeface="Red Hat Text"/>
                <a:sym typeface="Red Hat Text"/>
              </a:defRPr>
            </a:lvl8pPr>
            <a:lvl9pPr indent="-317500" lvl="8" marL="4114800" rtl="0">
              <a:lnSpc>
                <a:spcPct val="140000"/>
              </a:lnSpc>
              <a:spcBef>
                <a:spcPts val="500"/>
              </a:spcBef>
              <a:spcAft>
                <a:spcPts val="500"/>
              </a:spcAft>
              <a:buSzPts val="1400"/>
              <a:buFont typeface="Red Hat Text"/>
              <a:buChar char="･"/>
              <a:defRPr>
                <a:latin typeface="Red Hat Text"/>
                <a:ea typeface="Red Hat Text"/>
                <a:cs typeface="Red Hat Text"/>
                <a:sym typeface="Red Hat Text"/>
              </a:defRPr>
            </a:lvl9pPr>
          </a:lstStyle>
          <a:p/>
        </p:txBody>
      </p:sp>
    </p:spTree>
  </p:cSld>
  <p:clrMap accent1="accent1" accent2="accent2" accent3="accent3" accent4="accent4" accent5="accent5" accent6="accent6" bg1="lt1" bg2="dk2" tx1="dk1" tx2="lt2" folHlink="folHlink" hlink="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 id="2147483946" r:id="rId13"/>
    <p:sldLayoutId id="2147483947" r:id="rId14"/>
    <p:sldLayoutId id="2147483948" r:id="rId15"/>
    <p:sldLayoutId id="2147483949" r:id="rId16"/>
    <p:sldLayoutId id="2147483950" r:id="rId17"/>
    <p:sldLayoutId id="2147483951" r:id="rId18"/>
    <p:sldLayoutId id="2147483952" r:id="rId19"/>
    <p:sldLayoutId id="2147483953" r:id="rId20"/>
    <p:sldLayoutId id="2147483954" r:id="rId21"/>
    <p:sldLayoutId id="2147483955" r:id="rId22"/>
    <p:sldLayoutId id="2147483956" r:id="rId23"/>
    <p:sldLayoutId id="2147483957" r:id="rId24"/>
    <p:sldLayoutId id="2147483958" r:id="rId25"/>
    <p:sldLayoutId id="2147483959" r:id="rId26"/>
    <p:sldLayoutId id="2147483960" r:id="rId27"/>
    <p:sldLayoutId id="2147483961" r:id="rId28"/>
    <p:sldLayoutId id="2147483962" r:id="rId29"/>
    <p:sldLayoutId id="2147483963" r:id="rId30"/>
    <p:sldLayoutId id="2147483964" r:id="rId31"/>
    <p:sldLayoutId id="2147483965" r:id="rId32"/>
    <p:sldLayoutId id="2147483966" r:id="rId33"/>
    <p:sldLayoutId id="2147483967" r:id="rId34"/>
    <p:sldLayoutId id="2147483968" r:id="rId35"/>
    <p:sldLayoutId id="2147483969" r:id="rId36"/>
    <p:sldLayoutId id="2147483970" r:id="rId37"/>
    <p:sldLayoutId id="2147483971" r:id="rId38"/>
    <p:sldLayoutId id="2147483972" r:id="rId39"/>
    <p:sldLayoutId id="2147483973" r:id="rId40"/>
    <p:sldLayoutId id="2147483974" r:id="rId41"/>
    <p:sldLayoutId id="2147483975" r:id="rId42"/>
    <p:sldLayoutId id="2147483976" r:id="rId43"/>
    <p:sldLayoutId id="2147483977" r:id="rId44"/>
    <p:sldLayoutId id="2147483978" r:id="rId45"/>
    <p:sldLayoutId id="2147483979" r:id="rId46"/>
    <p:sldLayoutId id="2147483980" r:id="rId47"/>
    <p:sldLayoutId id="2147483981" r:id="rId48"/>
    <p:sldLayoutId id="2147483982" r:id="rId49"/>
    <p:sldLayoutId id="2147483983" r:id="rId50"/>
    <p:sldLayoutId id="2147483984" r:id="rId51"/>
    <p:sldLayoutId id="2147483985" r:id="rId52"/>
    <p:sldLayoutId id="2147483986" r:id="rId53"/>
    <p:sldLayoutId id="2147483987" r:id="rId54"/>
    <p:sldLayoutId id="2147483988" r:id="rId55"/>
    <p:sldLayoutId id="2147483989" r:id="rId56"/>
    <p:sldLayoutId id="2147483990" r:id="rId57"/>
    <p:sldLayoutId id="2147483991" r:id="rId58"/>
    <p:sldLayoutId id="2147483992" r:id="rId59"/>
    <p:sldLayoutId id="2147483993" r:id="rId60"/>
    <p:sldLayoutId id="2147483994" r:id="rId61"/>
    <p:sldLayoutId id="2147483995" r:id="rId62"/>
    <p:sldLayoutId id="2147483996" r:id="rId63"/>
    <p:sldLayoutId id="2147483997" r:id="rId64"/>
    <p:sldLayoutId id="2147483998" r:id="rId65"/>
    <p:sldLayoutId id="2147483999" r:id="rId6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15.png"/><Relationship Id="rId4" Type="http://schemas.openxmlformats.org/officeDocument/2006/relationships/image" Target="../media/image2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3.xml"/><Relationship Id="rId3" Type="http://schemas.openxmlformats.org/officeDocument/2006/relationships/image" Target="../media/image26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4.xml"/><Relationship Id="rId3" Type="http://schemas.openxmlformats.org/officeDocument/2006/relationships/image" Target="../media/image234.png"/><Relationship Id="rId4" Type="http://schemas.openxmlformats.org/officeDocument/2006/relationships/image" Target="../media/image218.png"/><Relationship Id="rId5" Type="http://schemas.openxmlformats.org/officeDocument/2006/relationships/image" Target="../media/image217.png"/><Relationship Id="rId6" Type="http://schemas.openxmlformats.org/officeDocument/2006/relationships/image" Target="../media/image221.png"/><Relationship Id="rId7" Type="http://schemas.openxmlformats.org/officeDocument/2006/relationships/image" Target="../media/image223.png"/><Relationship Id="rId8" Type="http://schemas.openxmlformats.org/officeDocument/2006/relationships/image" Target="../media/image2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4.xml"/><Relationship Id="rId2" Type="http://schemas.openxmlformats.org/officeDocument/2006/relationships/notesSlide" Target="../notesSlides/notesSlide7.xml"/><Relationship Id="rId3" Type="http://schemas.openxmlformats.org/officeDocument/2006/relationships/image" Target="../media/image223.png"/><Relationship Id="rId4" Type="http://schemas.openxmlformats.org/officeDocument/2006/relationships/image" Target="../media/image226.png"/><Relationship Id="rId5" Type="http://schemas.openxmlformats.org/officeDocument/2006/relationships/image" Target="../media/image2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8.xml"/><Relationship Id="rId3" Type="http://schemas.openxmlformats.org/officeDocument/2006/relationships/image" Target="../media/image229.png"/><Relationship Id="rId4" Type="http://schemas.openxmlformats.org/officeDocument/2006/relationships/image" Target="../media/image238.png"/><Relationship Id="rId5" Type="http://schemas.openxmlformats.org/officeDocument/2006/relationships/image" Target="../media/image2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9.xml"/><Relationship Id="rId3" Type="http://schemas.openxmlformats.org/officeDocument/2006/relationships/image" Target="../media/image2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10.xml"/><Relationship Id="rId3" Type="http://schemas.openxmlformats.org/officeDocument/2006/relationships/hyperlink" Target="https://swagger.io/specification/" TargetMode="External"/><Relationship Id="rId4" Type="http://schemas.openxmlformats.org/officeDocument/2006/relationships/hyperlink" Target="https://www.w3.org/TR/wsdl.html" TargetMode="External"/><Relationship Id="rId5" Type="http://schemas.openxmlformats.org/officeDocument/2006/relationships/hyperlink" Target="https://pastebin.com/1YxX82HC" TargetMode="External"/><Relationship Id="rId6" Type="http://schemas.openxmlformats.org/officeDocument/2006/relationships/hyperlink" Target="http://schemas.xmlsoap.org/wsdl/soap/" TargetMode="External"/><Relationship Id="rId7" Type="http://schemas.openxmlformats.org/officeDocument/2006/relationships/hyperlink" Target="http://schemas.xmlsoap.org/wsdl/soap/" TargetMode="External"/><Relationship Id="rId8" Type="http://schemas.openxmlformats.org/officeDocument/2006/relationships/hyperlink" Target="http://schemas.xmlsoap.org/wsdl/soap/" TargetMode="External"/><Relationship Id="rId9" Type="http://schemas.openxmlformats.org/officeDocument/2006/relationships/hyperlink" Target="http://schemas.xmlsoap.org/wsdl/soap/" TargetMode="External"/><Relationship Id="rId10" Type="http://schemas.openxmlformats.org/officeDocument/2006/relationships/hyperlink" Target="http://schemas.xmlsoap.org/wsdl/soap/" TargetMode="External"/><Relationship Id="rId11" Type="http://schemas.openxmlformats.org/officeDocument/2006/relationships/hyperlink" Target="http://schemas.xmlsoap.org/wsdl/soap/" TargetMode="External"/><Relationship Id="rId12" Type="http://schemas.openxmlformats.org/officeDocument/2006/relationships/hyperlink" Target="http://schemas.xmlsoap.org/wsdl/soap/" TargetMode="External"/><Relationship Id="rId13" Type="http://schemas.openxmlformats.org/officeDocument/2006/relationships/hyperlink" Target="http://schemas.xmlsoap.org/wsdl/soap/" TargetMode="External"/><Relationship Id="rId14" Type="http://schemas.openxmlformats.org/officeDocument/2006/relationships/hyperlink" Target="http://schemas.xmlsoap.org/wsdl/soap/" TargetMode="External"/><Relationship Id="rId15" Type="http://schemas.openxmlformats.org/officeDocument/2006/relationships/hyperlink" Target="http://schemas.xmlsoap.org/wsdl/soap/" TargetMode="External"/><Relationship Id="rId16" Type="http://schemas.openxmlformats.org/officeDocument/2006/relationships/hyperlink" Target="http://schemas.xmlsoap.org/wsdl/soap/" TargetMode="External"/><Relationship Id="rId17" Type="http://schemas.openxmlformats.org/officeDocument/2006/relationships/hyperlink" Target="http://schemas.xmlsoap.org/wsdl/soap/" TargetMode="External"/><Relationship Id="rId18" Type="http://schemas.openxmlformats.org/officeDocument/2006/relationships/hyperlink" Target="http://schemas.xmlsoap.org/wsdl/soap/" TargetMode="External"/><Relationship Id="rId19" Type="http://schemas.openxmlformats.org/officeDocument/2006/relationships/hyperlink" Target="https://pastebin.com/1YxX82HC" TargetMode="External"/><Relationship Id="rId20" Type="http://schemas.openxmlformats.org/officeDocument/2006/relationships/hyperlink" Target="http://schemas.xmlsoap.org/wsdl/soap/" TargetMode="External"/><Relationship Id="rId21" Type="http://schemas.openxmlformats.org/officeDocument/2006/relationships/hyperlink" Target="http://schemas.xmlsoap.org/wsdl/soap/" TargetMode="External"/><Relationship Id="rId22" Type="http://schemas.openxmlformats.org/officeDocument/2006/relationships/hyperlink" Target="http://schemas.xmlsoap.org/wsdl/soap/" TargetMode="External"/><Relationship Id="rId23" Type="http://schemas.openxmlformats.org/officeDocument/2006/relationships/hyperlink" Target="http://schemas.xmlsoap.org/wsdl/soap/" TargetMode="External"/><Relationship Id="rId24" Type="http://schemas.openxmlformats.org/officeDocument/2006/relationships/hyperlink" Target="http://schemas.xmlsoap.org/wsdl/soap/" TargetMode="External"/><Relationship Id="rId25" Type="http://schemas.openxmlformats.org/officeDocument/2006/relationships/hyperlink" Target="http://schemas.xmlsoap.org/wsdl/soap/" TargetMode="External"/><Relationship Id="rId26" Type="http://schemas.openxmlformats.org/officeDocument/2006/relationships/hyperlink" Target="http://schemas.xmlsoap.org/wsdl/soap/" TargetMode="External"/><Relationship Id="rId27" Type="http://schemas.openxmlformats.org/officeDocument/2006/relationships/hyperlink" Target="http://schemas.xmlsoap.org/wsdl/soap/" TargetMode="External"/><Relationship Id="rId28" Type="http://schemas.openxmlformats.org/officeDocument/2006/relationships/hyperlink" Target="http://schemas.xmlsoap.org/wsdl/soap/" TargetMode="External"/><Relationship Id="rId29" Type="http://schemas.openxmlformats.org/officeDocument/2006/relationships/hyperlink" Target="http://schemas.xmlsoap.org/wsdl/soap/" TargetMode="External"/><Relationship Id="rId30" Type="http://schemas.openxmlformats.org/officeDocument/2006/relationships/hyperlink" Target="http://schemas.xmlsoap.org/wsdl/soap/" TargetMode="External"/><Relationship Id="rId31" Type="http://schemas.openxmlformats.org/officeDocument/2006/relationships/hyperlink" Target="http://schemas.xmlsoap.org/wsdl/soap/" TargetMode="External"/><Relationship Id="rId32" Type="http://schemas.openxmlformats.org/officeDocument/2006/relationships/hyperlink" Target="http://schemas.xmlsoap.org/wsdl/soap/" TargetMode="External"/><Relationship Id="rId33" Type="http://schemas.openxmlformats.org/officeDocument/2006/relationships/hyperlink" Target="http://schemas.xmlsoap.org/wsdl/soap/" TargetMode="External"/><Relationship Id="rId34" Type="http://schemas.openxmlformats.org/officeDocument/2006/relationships/hyperlink" Target="http://schemas.xmlsoap.org/wsdl/soap/" TargetMode="External"/><Relationship Id="rId35" Type="http://schemas.openxmlformats.org/officeDocument/2006/relationships/hyperlink" Target="http://schemas.xmlsoap.org/wsdl/soap/" TargetMode="External"/><Relationship Id="rId36" Type="http://schemas.openxmlformats.org/officeDocument/2006/relationships/hyperlink" Target="http://schemas.xmlsoap.org/wsdl/soap/" TargetMode="External"/><Relationship Id="rId37" Type="http://schemas.openxmlformats.org/officeDocument/2006/relationships/hyperlink" Target="http://schemas.xmlsoap.org/wsdl/soap/" TargetMode="External"/><Relationship Id="rId38" Type="http://schemas.openxmlformats.org/officeDocument/2006/relationships/hyperlink" Target="http://schemas.xmlsoap.org/wsdl/soap/" TargetMode="External"/><Relationship Id="rId39" Type="http://schemas.openxmlformats.org/officeDocument/2006/relationships/hyperlink" Target="http://schemas.xmlsoap.org/wsdl/soap/" TargetMode="External"/><Relationship Id="rId40" Type="http://schemas.openxmlformats.org/officeDocument/2006/relationships/hyperlink" Target="http://schemas.xmlsoap.org/wsdl/soap/" TargetMode="External"/><Relationship Id="rId41" Type="http://schemas.openxmlformats.org/officeDocument/2006/relationships/hyperlink" Target="http://schemas.xmlsoap.org/wsdl/soap/" TargetMode="External"/><Relationship Id="rId42" Type="http://schemas.openxmlformats.org/officeDocument/2006/relationships/hyperlink" Target="http://schemas.xmlsoap.org/wsdl/soap/" TargetMode="External"/><Relationship Id="rId43" Type="http://schemas.openxmlformats.org/officeDocument/2006/relationships/hyperlink" Target="http://schemas.xmlsoap.org/wsdl/soap/" TargetMode="External"/><Relationship Id="rId44" Type="http://schemas.openxmlformats.org/officeDocument/2006/relationships/hyperlink" Target="http://schemas.xmlsoap.org/wsdl/soap/" TargetMode="External"/><Relationship Id="rId45" Type="http://schemas.openxmlformats.org/officeDocument/2006/relationships/hyperlink" Target="http://schemas.xmlsoap.org/wsdl/soap/" TargetMode="External"/><Relationship Id="rId46" Type="http://schemas.openxmlformats.org/officeDocument/2006/relationships/hyperlink" Target="http://schemas.xmlsoap.org/wsdl/soap/" TargetMode="External"/><Relationship Id="rId47" Type="http://schemas.openxmlformats.org/officeDocument/2006/relationships/hyperlink" Target="http://schemas.xmlsoap.org/wsdl/soap/" TargetMode="External"/><Relationship Id="rId48" Type="http://schemas.openxmlformats.org/officeDocument/2006/relationships/hyperlink" Target="http://schemas.xmlsoap.org/wsdl/soap/" TargetMode="External"/><Relationship Id="rId49" Type="http://schemas.openxmlformats.org/officeDocument/2006/relationships/hyperlink" Target="http://schemas.xmlsoap.org/wsdl/soap/" TargetMode="External"/><Relationship Id="rId50" Type="http://schemas.openxmlformats.org/officeDocument/2006/relationships/hyperlink" Target="http://schemas.xmlsoap.org/wsdl/soap/" TargetMode="External"/><Relationship Id="rId51" Type="http://schemas.openxmlformats.org/officeDocument/2006/relationships/hyperlink" Target="http://schemas.xmlsoap.org/wsdl/soap/" TargetMode="External"/><Relationship Id="rId52" Type="http://schemas.openxmlformats.org/officeDocument/2006/relationships/hyperlink" Target="http://schemas.xmlsoap.org/wsdl/soap/" TargetMode="External"/><Relationship Id="rId53" Type="http://schemas.openxmlformats.org/officeDocument/2006/relationships/hyperlink" Target="http://schemas.xmlsoap.org/wsdl/soap/" TargetMode="External"/><Relationship Id="rId54" Type="http://schemas.openxmlformats.org/officeDocument/2006/relationships/hyperlink" Target="http://schemas.xmlsoap.org/wsdl/soap/" TargetMode="External"/><Relationship Id="rId55" Type="http://schemas.openxmlformats.org/officeDocument/2006/relationships/hyperlink" Target="http://schemas.xmlsoap.org/wsdl/soap/" TargetMode="External"/><Relationship Id="rId56" Type="http://schemas.openxmlformats.org/officeDocument/2006/relationships/hyperlink" Target="http://schemas.xmlsoap.org/wsdl/soap/" TargetMode="External"/><Relationship Id="rId57" Type="http://schemas.openxmlformats.org/officeDocument/2006/relationships/hyperlink" Target="http://schemas.xmlsoap.org/wsdl/soap/" TargetMode="External"/><Relationship Id="rId58" Type="http://schemas.openxmlformats.org/officeDocument/2006/relationships/hyperlink" Target="http://schemas.xmlsoap.org/wsdl/soap/" TargetMode="External"/><Relationship Id="rId59" Type="http://schemas.openxmlformats.org/officeDocument/2006/relationships/hyperlink" Target="http://schemas.xmlsoap.org/wsdl/soap/" TargetMode="External"/><Relationship Id="rId60" Type="http://schemas.openxmlformats.org/officeDocument/2006/relationships/hyperlink" Target="http://schemas.xmlsoap.org/wsdl/soap/" TargetMode="External"/><Relationship Id="rId61" Type="http://schemas.openxmlformats.org/officeDocument/2006/relationships/hyperlink" Target="https://pastebin.com/1YxX82HC" TargetMode="External"/><Relationship Id="rId62" Type="http://schemas.openxmlformats.org/officeDocument/2006/relationships/hyperlink" Target="http://example.com/weatherservice'" TargetMode="External"/><Relationship Id="rId63" Type="http://schemas.openxmlformats.org/officeDocument/2006/relationships/hyperlink" Target="http://example.com/weatherservice'" TargetMode="External"/><Relationship Id="rId64" Type="http://schemas.openxmlformats.org/officeDocument/2006/relationships/hyperlink" Target="http://example.com/weatherservice'" TargetMode="External"/><Relationship Id="rId65" Type="http://schemas.openxmlformats.org/officeDocument/2006/relationships/hyperlink" Target="http://example.com/weatherservice'" TargetMode="External"/><Relationship Id="rId66" Type="http://schemas.openxmlformats.org/officeDocument/2006/relationships/hyperlink" Target="http://example.com/weatherservice'" TargetMode="External"/><Relationship Id="rId67" Type="http://schemas.openxmlformats.org/officeDocument/2006/relationships/hyperlink" Target="http://example.com/weatherservice'" TargetMode="External"/><Relationship Id="rId68" Type="http://schemas.openxmlformats.org/officeDocument/2006/relationships/hyperlink" Target="http://example.com/weatherservice'" TargetMode="External"/><Relationship Id="rId69" Type="http://schemas.openxmlformats.org/officeDocument/2006/relationships/hyperlink" Target="http://example.com/weatherservice'" TargetMode="External"/><Relationship Id="rId70" Type="http://schemas.openxmlformats.org/officeDocument/2006/relationships/hyperlink" Target="http://example.com/weatherservice'" TargetMode="External"/><Relationship Id="rId71" Type="http://schemas.openxmlformats.org/officeDocument/2006/relationships/hyperlink" Target="http://example.com/weatherservice'" TargetMode="External"/><Relationship Id="rId72" Type="http://schemas.openxmlformats.org/officeDocument/2006/relationships/hyperlink" Target="http://example.com/weatherservice'" TargetMode="External"/><Relationship Id="rId73" Type="http://schemas.openxmlformats.org/officeDocument/2006/relationships/hyperlink" Target="http://example.com/weatherservice'" TargetMode="External"/><Relationship Id="rId74" Type="http://schemas.openxmlformats.org/officeDocument/2006/relationships/hyperlink" Target="https://pastebin.com/b21FL3DG" TargetMode="External"/><Relationship Id="rId75" Type="http://schemas.openxmlformats.org/officeDocument/2006/relationships/hyperlink" Target="http://example.com/weatherservice'" TargetMode="External"/><Relationship Id="rId76" Type="http://schemas.openxmlformats.org/officeDocument/2006/relationships/hyperlink" Target="http://example.com/weatherservice'" TargetMode="External"/><Relationship Id="rId77" Type="http://schemas.openxmlformats.org/officeDocument/2006/relationships/hyperlink" Target="http://example.com/weatherservice'" TargetMode="External"/><Relationship Id="rId78" Type="http://schemas.openxmlformats.org/officeDocument/2006/relationships/hyperlink" Target="http://example.com/weatherservice'" TargetMode="External"/><Relationship Id="rId79" Type="http://schemas.openxmlformats.org/officeDocument/2006/relationships/hyperlink" Target="http://example.com/weatherservice'" TargetMode="External"/><Relationship Id="rId80" Type="http://schemas.openxmlformats.org/officeDocument/2006/relationships/hyperlink" Target="http://example.com/weatherservice'" TargetMode="External"/><Relationship Id="rId81" Type="http://schemas.openxmlformats.org/officeDocument/2006/relationships/hyperlink" Target="http://example.com/weatherservice'" TargetMode="External"/><Relationship Id="rId82" Type="http://schemas.openxmlformats.org/officeDocument/2006/relationships/hyperlink" Target="http://example.com/weatherservice'" TargetMode="External"/><Relationship Id="rId83" Type="http://schemas.openxmlformats.org/officeDocument/2006/relationships/hyperlink" Target="http://example.com/weatherservice'" TargetMode="External"/><Relationship Id="rId84" Type="http://schemas.openxmlformats.org/officeDocument/2006/relationships/hyperlink" Target="http://example.com/weatherservice'" TargetMode="External"/><Relationship Id="rId85" Type="http://schemas.openxmlformats.org/officeDocument/2006/relationships/hyperlink" Target="http://example.com/weatherservice'" TargetMode="External"/><Relationship Id="rId86" Type="http://schemas.openxmlformats.org/officeDocument/2006/relationships/hyperlink" Target="http://example.com/weatherservice'" TargetMode="External"/><Relationship Id="rId87" Type="http://schemas.openxmlformats.org/officeDocument/2006/relationships/hyperlink" Target="http://example.com/weatherservice'" TargetMode="External"/><Relationship Id="rId88" Type="http://schemas.openxmlformats.org/officeDocument/2006/relationships/hyperlink" Target="http://example.com/weatherservice'" TargetMode="External"/><Relationship Id="rId89" Type="http://schemas.openxmlformats.org/officeDocument/2006/relationships/hyperlink" Target="http://example.com/weatherservice'" TargetMode="External"/><Relationship Id="rId90" Type="http://schemas.openxmlformats.org/officeDocument/2006/relationships/hyperlink" Target="http://example.com/weatherservice'" TargetMode="External"/><Relationship Id="rId91" Type="http://schemas.openxmlformats.org/officeDocument/2006/relationships/hyperlink" Target="http://example.com/weatherservice'" TargetMode="External"/><Relationship Id="rId92" Type="http://schemas.openxmlformats.org/officeDocument/2006/relationships/hyperlink" Target="http://example.com/weatherservice'" TargetMode="External"/><Relationship Id="rId93" Type="http://schemas.openxmlformats.org/officeDocument/2006/relationships/hyperlink" Target="http://example.com/weatherservice'" TargetMode="External"/><Relationship Id="rId94" Type="http://schemas.openxmlformats.org/officeDocument/2006/relationships/hyperlink" Target="http://example.com/weatherservic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236.gif"/><Relationship Id="rId4" Type="http://schemas.openxmlformats.org/officeDocument/2006/relationships/image" Target="../media/image250.gif"/><Relationship Id="rId5" Type="http://schemas.openxmlformats.org/officeDocument/2006/relationships/image" Target="../media/image2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2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hyperlink" Target="https://camel.apache.org/components/4.4.x/eips/enterprise-integration-patterns.html" TargetMode="External"/><Relationship Id="rId4" Type="http://schemas.openxmlformats.org/officeDocument/2006/relationships/image" Target="../media/image215.png"/><Relationship Id="rId5" Type="http://schemas.openxmlformats.org/officeDocument/2006/relationships/image" Target="../media/image247.png"/><Relationship Id="rId6" Type="http://schemas.openxmlformats.org/officeDocument/2006/relationships/image" Target="../media/image251.png"/><Relationship Id="rId7" Type="http://schemas.openxmlformats.org/officeDocument/2006/relationships/image" Target="../media/image2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248.png"/><Relationship Id="rId4" Type="http://schemas.openxmlformats.org/officeDocument/2006/relationships/image" Target="../media/image253.png"/><Relationship Id="rId5" Type="http://schemas.openxmlformats.org/officeDocument/2006/relationships/image" Target="../media/image241.png"/><Relationship Id="rId6" Type="http://schemas.openxmlformats.org/officeDocument/2006/relationships/image" Target="../media/image23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hyperlink" Target="https://camel.apache.org/components/4.4.x/languages/index.html" TargetMode="External"/><Relationship Id="rId4" Type="http://schemas.openxmlformats.org/officeDocument/2006/relationships/image" Target="../media/image258.png"/><Relationship Id="rId5" Type="http://schemas.openxmlformats.org/officeDocument/2006/relationships/image" Target="../media/image2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notesSlide" Target="../notesSlides/notesSlide18.xml"/><Relationship Id="rId3" Type="http://schemas.openxmlformats.org/officeDocument/2006/relationships/image" Target="../media/image223.png"/><Relationship Id="rId4" Type="http://schemas.openxmlformats.org/officeDocument/2006/relationships/image" Target="../media/image248.png"/><Relationship Id="rId5" Type="http://schemas.openxmlformats.org/officeDocument/2006/relationships/image" Target="../media/image27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256.png"/><Relationship Id="rId4" Type="http://schemas.openxmlformats.org/officeDocument/2006/relationships/image" Target="../media/image2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hyperlink" Target="https://openapidesigner.com/" TargetMode="External"/><Relationship Id="rId4" Type="http://schemas.openxmlformats.org/officeDocument/2006/relationships/hyperlink" Target="https://www.apicur.io/studio/" TargetMode="External"/><Relationship Id="rId5" Type="http://schemas.openxmlformats.org/officeDocument/2006/relationships/image" Target="../media/image263.png"/><Relationship Id="rId6" Type="http://schemas.openxmlformats.org/officeDocument/2006/relationships/image" Target="../media/image267.png"/><Relationship Id="rId7" Type="http://schemas.openxmlformats.org/officeDocument/2006/relationships/image" Target="../media/image2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0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259.png"/><Relationship Id="rId4" Type="http://schemas.openxmlformats.org/officeDocument/2006/relationships/image" Target="../media/image264.png"/><Relationship Id="rId5" Type="http://schemas.openxmlformats.org/officeDocument/2006/relationships/image" Target="../media/image274.png"/><Relationship Id="rId6" Type="http://schemas.openxmlformats.org/officeDocument/2006/relationships/image" Target="../media/image262.png"/><Relationship Id="rId7" Type="http://schemas.openxmlformats.org/officeDocument/2006/relationships/image" Target="../media/image261.png"/><Relationship Id="rId8" Type="http://schemas.openxmlformats.org/officeDocument/2006/relationships/image" Target="../media/image25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 Id="rId3" Type="http://schemas.openxmlformats.org/officeDocument/2006/relationships/image" Target="../media/image260.png"/><Relationship Id="rId4" Type="http://schemas.openxmlformats.org/officeDocument/2006/relationships/image" Target="../media/image290.png"/><Relationship Id="rId5" Type="http://schemas.openxmlformats.org/officeDocument/2006/relationships/image" Target="../media/image275.jpg"/><Relationship Id="rId6" Type="http://schemas.openxmlformats.org/officeDocument/2006/relationships/image" Target="../media/image266.png"/><Relationship Id="rId7" Type="http://schemas.openxmlformats.org/officeDocument/2006/relationships/image" Target="../media/image377.png"/><Relationship Id="rId8" Type="http://schemas.openxmlformats.org/officeDocument/2006/relationships/image" Target="../media/image271.png"/><Relationship Id="rId9" Type="http://schemas.openxmlformats.org/officeDocument/2006/relationships/image" Target="../media/image268.png"/><Relationship Id="rId10" Type="http://schemas.openxmlformats.org/officeDocument/2006/relationships/image" Target="../media/image280.png"/><Relationship Id="rId11" Type="http://schemas.openxmlformats.org/officeDocument/2006/relationships/image" Target="../media/image277.png"/><Relationship Id="rId12" Type="http://schemas.openxmlformats.org/officeDocument/2006/relationships/image" Target="../media/image324.png"/><Relationship Id="rId13" Type="http://schemas.openxmlformats.org/officeDocument/2006/relationships/image" Target="../media/image2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32.xml"/><Relationship Id="rId3" Type="http://schemas.openxmlformats.org/officeDocument/2006/relationships/hyperlink" Target="https://www.enterpriseintegrationpatterns.com/" TargetMode="External"/><Relationship Id="rId4" Type="http://schemas.openxmlformats.org/officeDocument/2006/relationships/hyperlink" Target="https://www.enterpriseintegrationpatterns.com/"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3.xml"/><Relationship Id="rId3" Type="http://schemas.openxmlformats.org/officeDocument/2006/relationships/image" Target="../media/image43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4.xml"/><Relationship Id="rId3" Type="http://schemas.openxmlformats.org/officeDocument/2006/relationships/image" Target="../media/image28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5.xml"/><Relationship Id="rId3" Type="http://schemas.openxmlformats.org/officeDocument/2006/relationships/image" Target="../media/image276.jpg"/><Relationship Id="rId4" Type="http://schemas.openxmlformats.org/officeDocument/2006/relationships/image" Target="../media/image236.gif"/><Relationship Id="rId5" Type="http://schemas.openxmlformats.org/officeDocument/2006/relationships/image" Target="../media/image250.gif"/><Relationship Id="rId6" Type="http://schemas.openxmlformats.org/officeDocument/2006/relationships/image" Target="../media/image282.gif"/><Relationship Id="rId7" Type="http://schemas.openxmlformats.org/officeDocument/2006/relationships/image" Target="../media/image278.gif"/><Relationship Id="rId8" Type="http://schemas.openxmlformats.org/officeDocument/2006/relationships/image" Target="../media/image283.gif"/><Relationship Id="rId9" Type="http://schemas.openxmlformats.org/officeDocument/2006/relationships/image" Target="../media/image281.gif"/><Relationship Id="rId10" Type="http://schemas.openxmlformats.org/officeDocument/2006/relationships/image" Target="../media/image279.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6.xml"/><Relationship Id="rId3" Type="http://schemas.openxmlformats.org/officeDocument/2006/relationships/image" Target="../media/image297.png"/><Relationship Id="rId4" Type="http://schemas.openxmlformats.org/officeDocument/2006/relationships/image" Target="../media/image28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7.xml"/><Relationship Id="rId3" Type="http://schemas.openxmlformats.org/officeDocument/2006/relationships/image" Target="../media/image28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8.xml"/><Relationship Id="rId3" Type="http://schemas.openxmlformats.org/officeDocument/2006/relationships/image" Target="../media/image28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39.xml"/><Relationship Id="rId3" Type="http://schemas.openxmlformats.org/officeDocument/2006/relationships/image" Target="../media/image28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41.xml"/><Relationship Id="rId3" Type="http://schemas.openxmlformats.org/officeDocument/2006/relationships/image" Target="../media/image30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43.xml"/><Relationship Id="rId3" Type="http://schemas.openxmlformats.org/officeDocument/2006/relationships/image" Target="../media/image30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44.xml"/><Relationship Id="rId3" Type="http://schemas.openxmlformats.org/officeDocument/2006/relationships/image" Target="../media/image30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45.xml"/><Relationship Id="rId3" Type="http://schemas.openxmlformats.org/officeDocument/2006/relationships/image" Target="../media/image29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46.xml"/><Relationship Id="rId3" Type="http://schemas.openxmlformats.org/officeDocument/2006/relationships/image" Target="../media/image29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47.xml"/><Relationship Id="rId3" Type="http://schemas.openxmlformats.org/officeDocument/2006/relationships/image" Target="../media/image29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48.xml"/><Relationship Id="rId3" Type="http://schemas.openxmlformats.org/officeDocument/2006/relationships/image" Target="../media/image29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49.xml"/><Relationship Id="rId3" Type="http://schemas.openxmlformats.org/officeDocument/2006/relationships/image" Target="../media/image30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0.xml"/><Relationship Id="rId3" Type="http://schemas.openxmlformats.org/officeDocument/2006/relationships/image" Target="../media/image292.png"/><Relationship Id="rId4" Type="http://schemas.openxmlformats.org/officeDocument/2006/relationships/hyperlink" Target="https://camel.apache.org/blog/2022/10/ContentBasedRoutingWithCamelDroolsQuarkusKogitoAltasMapApacheKafka/" TargetMode="External"/><Relationship Id="rId5" Type="http://schemas.openxmlformats.org/officeDocument/2006/relationships/hyperlink" Target="https://camel.apache.org/blog/2022/10/ContentBasedRoutingWithCamelDroolsQuarkusKogitoAltasMapApacheKafk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1.xml"/><Relationship Id="rId3" Type="http://schemas.openxmlformats.org/officeDocument/2006/relationships/image" Target="../media/image29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2.xml"/><Relationship Id="rId3" Type="http://schemas.openxmlformats.org/officeDocument/2006/relationships/image" Target="../media/image29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3.xml"/><Relationship Id="rId3" Type="http://schemas.openxmlformats.org/officeDocument/2006/relationships/image" Target="../media/image30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4.xml"/><Relationship Id="rId3" Type="http://schemas.openxmlformats.org/officeDocument/2006/relationships/image" Target="../media/image30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5.xml"/><Relationship Id="rId3" Type="http://schemas.openxmlformats.org/officeDocument/2006/relationships/image" Target="../media/image30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6.xml"/><Relationship Id="rId3" Type="http://schemas.openxmlformats.org/officeDocument/2006/relationships/image" Target="../media/image29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7.xml"/><Relationship Id="rId3" Type="http://schemas.openxmlformats.org/officeDocument/2006/relationships/image" Target="../media/image3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8.xml"/><Relationship Id="rId3" Type="http://schemas.openxmlformats.org/officeDocument/2006/relationships/image" Target="../media/image3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59.xml"/><Relationship Id="rId3" Type="http://schemas.openxmlformats.org/officeDocument/2006/relationships/image" Target="../media/image30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0.xml"/><Relationship Id="rId3" Type="http://schemas.openxmlformats.org/officeDocument/2006/relationships/image" Target="../media/image32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1.xml"/><Relationship Id="rId3" Type="http://schemas.openxmlformats.org/officeDocument/2006/relationships/image" Target="../media/image31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2.xml"/><Relationship Id="rId3" Type="http://schemas.openxmlformats.org/officeDocument/2006/relationships/image" Target="../media/image3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3.xml"/><Relationship Id="rId3" Type="http://schemas.openxmlformats.org/officeDocument/2006/relationships/image" Target="../media/image30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4.xml"/><Relationship Id="rId3" Type="http://schemas.openxmlformats.org/officeDocument/2006/relationships/image" Target="../media/image30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5.xml"/><Relationship Id="rId3" Type="http://schemas.openxmlformats.org/officeDocument/2006/relationships/image" Target="../media/image312.png"/><Relationship Id="rId4" Type="http://schemas.openxmlformats.org/officeDocument/2006/relationships/image" Target="../media/image32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6.xml"/><Relationship Id="rId3" Type="http://schemas.openxmlformats.org/officeDocument/2006/relationships/image" Target="../media/image31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7.xml"/><Relationship Id="rId3" Type="http://schemas.openxmlformats.org/officeDocument/2006/relationships/image" Target="../media/image3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8.xml"/><Relationship Id="rId3" Type="http://schemas.openxmlformats.org/officeDocument/2006/relationships/image" Target="../media/image318.png"/><Relationship Id="rId4" Type="http://schemas.openxmlformats.org/officeDocument/2006/relationships/image" Target="../media/image3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69.xml"/><Relationship Id="rId3" Type="http://schemas.openxmlformats.org/officeDocument/2006/relationships/image" Target="../media/image34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0.xml"/><Relationship Id="rId3" Type="http://schemas.openxmlformats.org/officeDocument/2006/relationships/image" Target="../media/image3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1.xml"/><Relationship Id="rId3" Type="http://schemas.openxmlformats.org/officeDocument/2006/relationships/image" Target="../media/image32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2.xml"/><Relationship Id="rId3" Type="http://schemas.openxmlformats.org/officeDocument/2006/relationships/image" Target="../media/image3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3.xml"/><Relationship Id="rId3" Type="http://schemas.openxmlformats.org/officeDocument/2006/relationships/image" Target="../media/image3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4.xml"/><Relationship Id="rId3" Type="http://schemas.openxmlformats.org/officeDocument/2006/relationships/image" Target="../media/image32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5.xml"/><Relationship Id="rId3" Type="http://schemas.openxmlformats.org/officeDocument/2006/relationships/image" Target="../media/image328.png"/><Relationship Id="rId4" Type="http://schemas.openxmlformats.org/officeDocument/2006/relationships/image" Target="../media/image334.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6.xml"/><Relationship Id="rId3" Type="http://schemas.openxmlformats.org/officeDocument/2006/relationships/image" Target="../media/image32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7.xml"/><Relationship Id="rId3" Type="http://schemas.openxmlformats.org/officeDocument/2006/relationships/image" Target="../media/image333.png"/><Relationship Id="rId4" Type="http://schemas.openxmlformats.org/officeDocument/2006/relationships/image" Target="../media/image343.png"/><Relationship Id="rId5" Type="http://schemas.openxmlformats.org/officeDocument/2006/relationships/image" Target="../media/image33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8.xml"/><Relationship Id="rId3" Type="http://schemas.openxmlformats.org/officeDocument/2006/relationships/image" Target="../media/image33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79.xml"/><Relationship Id="rId3" Type="http://schemas.openxmlformats.org/officeDocument/2006/relationships/image" Target="../media/image33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0.xml"/><Relationship Id="rId3" Type="http://schemas.openxmlformats.org/officeDocument/2006/relationships/image" Target="../media/image32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1.xml"/><Relationship Id="rId3" Type="http://schemas.openxmlformats.org/officeDocument/2006/relationships/image" Target="../media/image33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3.xml"/><Relationship Id="rId3" Type="http://schemas.openxmlformats.org/officeDocument/2006/relationships/image" Target="../media/image347.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4.xml"/><Relationship Id="rId3" Type="http://schemas.openxmlformats.org/officeDocument/2006/relationships/image" Target="../media/image33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7.xml"/><Relationship Id="rId3" Type="http://schemas.openxmlformats.org/officeDocument/2006/relationships/image" Target="../media/image361.png"/><Relationship Id="rId4" Type="http://schemas.openxmlformats.org/officeDocument/2006/relationships/hyperlink" Target="https://camel.apache.org/blog/2023/11/camel-4-performance-improvements-2/" TargetMode="External"/><Relationship Id="rId5" Type="http://schemas.openxmlformats.org/officeDocument/2006/relationships/hyperlink" Target="https://camel.apache.org/blog/2023/05/camel-4-performance-improvements/"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88.xml"/><Relationship Id="rId3" Type="http://schemas.openxmlformats.org/officeDocument/2006/relationships/image" Target="../media/image42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90.xml"/><Relationship Id="rId3" Type="http://schemas.openxmlformats.org/officeDocument/2006/relationships/image" Target="../media/image215.png"/><Relationship Id="rId4" Type="http://schemas.openxmlformats.org/officeDocument/2006/relationships/image" Target="../media/image338.png"/><Relationship Id="rId5" Type="http://schemas.openxmlformats.org/officeDocument/2006/relationships/image" Target="../media/image346.png"/><Relationship Id="rId6" Type="http://schemas.openxmlformats.org/officeDocument/2006/relationships/image" Target="../media/image357.png"/><Relationship Id="rId7" Type="http://schemas.openxmlformats.org/officeDocument/2006/relationships/image" Target="../media/image26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91.xml"/><Relationship Id="rId3" Type="http://schemas.openxmlformats.org/officeDocument/2006/relationships/image" Target="../media/image349.png"/><Relationship Id="rId4" Type="http://schemas.openxmlformats.org/officeDocument/2006/relationships/image" Target="../media/image362.png"/><Relationship Id="rId5" Type="http://schemas.openxmlformats.org/officeDocument/2006/relationships/image" Target="../media/image348.png"/><Relationship Id="rId6" Type="http://schemas.openxmlformats.org/officeDocument/2006/relationships/image" Target="../media/image344.png"/><Relationship Id="rId7" Type="http://schemas.openxmlformats.org/officeDocument/2006/relationships/image" Target="../media/image337.png"/><Relationship Id="rId8" Type="http://schemas.openxmlformats.org/officeDocument/2006/relationships/image" Target="../media/image345.png"/><Relationship Id="rId9" Type="http://schemas.openxmlformats.org/officeDocument/2006/relationships/image" Target="../media/image342.png"/><Relationship Id="rId10" Type="http://schemas.openxmlformats.org/officeDocument/2006/relationships/image" Target="../media/image360.png"/><Relationship Id="rId11" Type="http://schemas.openxmlformats.org/officeDocument/2006/relationships/image" Target="../media/image350.png"/><Relationship Id="rId12" Type="http://schemas.openxmlformats.org/officeDocument/2006/relationships/image" Target="../media/image376.png"/><Relationship Id="rId13" Type="http://schemas.openxmlformats.org/officeDocument/2006/relationships/image" Target="../media/image358.png"/><Relationship Id="rId14" Type="http://schemas.openxmlformats.org/officeDocument/2006/relationships/image" Target="../media/image355.png"/><Relationship Id="rId15" Type="http://schemas.openxmlformats.org/officeDocument/2006/relationships/image" Target="../media/image351.png"/><Relationship Id="rId16" Type="http://schemas.openxmlformats.org/officeDocument/2006/relationships/image" Target="../media/image366.png"/><Relationship Id="rId17" Type="http://schemas.openxmlformats.org/officeDocument/2006/relationships/image" Target="../media/image352.png"/><Relationship Id="rId18" Type="http://schemas.openxmlformats.org/officeDocument/2006/relationships/image" Target="../media/image248.png"/><Relationship Id="rId19" Type="http://schemas.openxmlformats.org/officeDocument/2006/relationships/image" Target="../media/image359.png"/><Relationship Id="rId20" Type="http://schemas.openxmlformats.org/officeDocument/2006/relationships/image" Target="../media/image369.png"/><Relationship Id="rId21" Type="http://schemas.openxmlformats.org/officeDocument/2006/relationships/image" Target="../media/image364.png"/><Relationship Id="rId22" Type="http://schemas.openxmlformats.org/officeDocument/2006/relationships/image" Target="../media/image253.png"/><Relationship Id="rId23" Type="http://schemas.openxmlformats.org/officeDocument/2006/relationships/image" Target="../media/image237.png"/><Relationship Id="rId24" Type="http://schemas.openxmlformats.org/officeDocument/2006/relationships/image" Target="../media/image241.png"/><Relationship Id="rId25" Type="http://schemas.openxmlformats.org/officeDocument/2006/relationships/image" Target="../media/image374.png"/><Relationship Id="rId26" Type="http://schemas.openxmlformats.org/officeDocument/2006/relationships/image" Target="../media/image367.png"/><Relationship Id="rId27" Type="http://schemas.openxmlformats.org/officeDocument/2006/relationships/image" Target="../media/image37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92.xml"/><Relationship Id="rId3" Type="http://schemas.openxmlformats.org/officeDocument/2006/relationships/image" Target="../media/image215.png"/><Relationship Id="rId4" Type="http://schemas.openxmlformats.org/officeDocument/2006/relationships/image" Target="../media/image386.png"/><Relationship Id="rId5" Type="http://schemas.openxmlformats.org/officeDocument/2006/relationships/image" Target="../media/image363.png"/><Relationship Id="rId6" Type="http://schemas.openxmlformats.org/officeDocument/2006/relationships/image" Target="../media/image368.png"/><Relationship Id="rId7" Type="http://schemas.openxmlformats.org/officeDocument/2006/relationships/image" Target="../media/image371.png"/><Relationship Id="rId8" Type="http://schemas.openxmlformats.org/officeDocument/2006/relationships/image" Target="../media/image372.png"/><Relationship Id="rId9" Type="http://schemas.openxmlformats.org/officeDocument/2006/relationships/image" Target="../media/image381.png"/><Relationship Id="rId10" Type="http://schemas.openxmlformats.org/officeDocument/2006/relationships/image" Target="../media/image346.png"/><Relationship Id="rId11" Type="http://schemas.openxmlformats.org/officeDocument/2006/relationships/image" Target="../media/image37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93.xml"/><Relationship Id="rId3" Type="http://schemas.openxmlformats.org/officeDocument/2006/relationships/hyperlink" Target="https://developers.redhat.com/products/redhat-build-of-camel/getting-started" TargetMode="External"/><Relationship Id="rId4" Type="http://schemas.openxmlformats.org/officeDocument/2006/relationships/image" Target="../media/image388.png"/><Relationship Id="rId5" Type="http://schemas.openxmlformats.org/officeDocument/2006/relationships/hyperlink" Target="https://access.redhat.com/documentation/en-us/red_hat_build_of_apache_camel" TargetMode="External"/><Relationship Id="rId6" Type="http://schemas.openxmlformats.org/officeDocument/2006/relationships/hyperlink" Target="https://github.com/RedHat-Middleware-Workshops/workshop-camel3" TargetMode="External"/><Relationship Id="rId7" Type="http://schemas.openxmlformats.org/officeDocument/2006/relationships/hyperlink" Target="https://demo.redhat.com/catalog?search=cloud+native+integration&amp;item=babylon-catalog-prod%2Fsandboxes-gpte.cloud-native-camel.prod" TargetMode="External"/><Relationship Id="rId8" Type="http://schemas.openxmlformats.org/officeDocument/2006/relationships/hyperlink" Target="https://github.com/rh-cloud-architecture-workshop" TargetMode="External"/><Relationship Id="rId9" Type="http://schemas.openxmlformats.org/officeDocument/2006/relationships/hyperlink" Target="https://github.com/RedHat-Middleware-Workshops/edge-to-cloud-data-pipelines-workshop" TargetMode="External"/><Relationship Id="rId10" Type="http://schemas.openxmlformats.org/officeDocument/2006/relationships/hyperlink" Target="https://redhat-solution-patterns.github.io/solution-pattern-camel-migration/solution-pattern-camel-migration/02-architecture.html" TargetMode="External"/><Relationship Id="rId11" Type="http://schemas.openxmlformats.org/officeDocument/2006/relationships/hyperlink" Target="https://www.solutionpatterns.io/solution-pattern-edge-to-cloud-pipelines/solution-pattern-edge-to-core-pipelines/index.html" TargetMode="External"/><Relationship Id="rId12" Type="http://schemas.openxmlformats.org/officeDocument/2006/relationships/hyperlink" Target="https://github.com/apache/camel-quarkus-examples" TargetMode="External"/><Relationship Id="rId13" Type="http://schemas.openxmlformats.org/officeDocument/2006/relationships/hyperlink" Target="https://github.com/jboss-fuse/camel-spring-boot-examples/tree/camel-spring-boot-examples-4.4.0-branch" TargetMode="External"/><Relationship Id="rId14" Type="http://schemas.openxmlformats.org/officeDocument/2006/relationships/hyperlink" Target="https://github.com/KaotoIO/kaoto-examples" TargetMode="External"/><Relationship Id="rId15" Type="http://schemas.openxmlformats.org/officeDocument/2006/relationships/hyperlink" Target="https://github.com/jboss-fuse/sap-quickstarts/tree/camel-4.4.0-branch" TargetMode="External"/><Relationship Id="rId16" Type="http://schemas.openxmlformats.org/officeDocument/2006/relationships/hyperlink" Target="https://github.com/jboss-fuse/hawtio-examples" TargetMode="External"/><Relationship Id="rId17" Type="http://schemas.openxmlformats.org/officeDocument/2006/relationships/image" Target="../media/image387.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 Id="rId3" Type="http://schemas.openxmlformats.org/officeDocument/2006/relationships/hyperlink" Target="https://developers.redhat.com/developer-sandbox" TargetMode="External"/><Relationship Id="rId4" Type="http://schemas.openxmlformats.org/officeDocument/2006/relationships/hyperlink" Target="https://developers.redhat.com/products/openshift-local/overview" TargetMode="External"/><Relationship Id="rId5" Type="http://schemas.openxmlformats.org/officeDocument/2006/relationships/hyperlink" Target="https://podman.io/" TargetMode="External"/><Relationship Id="rId6" Type="http://schemas.openxmlformats.org/officeDocument/2006/relationships/hyperlink" Target="https://github.com/redhat-developer/openshift-dd-ext" TargetMode="External"/><Relationship Id="rId7" Type="http://schemas.openxmlformats.org/officeDocument/2006/relationships/hyperlink" Target="https://developers.redhat.com/products/openshift-dev-spaces/overview" TargetMode="External"/><Relationship Id="rId8" Type="http://schemas.openxmlformats.org/officeDocument/2006/relationships/hyperlink" Target="https://marketplace.visualstudio.com/items?itemName=redhat.vscode-openshift-connector" TargetMode="External"/><Relationship Id="rId9" Type="http://schemas.openxmlformats.org/officeDocument/2006/relationships/hyperlink" Target="https://plugins.jetbrains.com/plugin/12030-openshift-toolkit-by-red-hat" TargetMode="External"/><Relationship Id="rId10" Type="http://schemas.openxmlformats.org/officeDocument/2006/relationships/image" Target="../media/image370.png"/><Relationship Id="rId11" Type="http://schemas.openxmlformats.org/officeDocument/2006/relationships/image" Target="../media/image382.png"/><Relationship Id="rId12" Type="http://schemas.openxmlformats.org/officeDocument/2006/relationships/image" Target="../media/image375.png"/><Relationship Id="rId13" Type="http://schemas.openxmlformats.org/officeDocument/2006/relationships/image" Target="../media/image383.png"/><Relationship Id="rId14" Type="http://schemas.openxmlformats.org/officeDocument/2006/relationships/image" Target="../media/image380.png"/><Relationship Id="rId15" Type="http://schemas.openxmlformats.org/officeDocument/2006/relationships/image" Target="../media/image393.png"/><Relationship Id="rId16" Type="http://schemas.openxmlformats.org/officeDocument/2006/relationships/image" Target="../media/image385.png"/><Relationship Id="rId17" Type="http://schemas.openxmlformats.org/officeDocument/2006/relationships/image" Target="../media/image390.png"/><Relationship Id="rId18" Type="http://schemas.openxmlformats.org/officeDocument/2006/relationships/image" Target="../media/image384.png"/><Relationship Id="rId19" Type="http://schemas.openxmlformats.org/officeDocument/2006/relationships/image" Target="../media/image392.png"/><Relationship Id="rId20" Type="http://schemas.openxmlformats.org/officeDocument/2006/relationships/image" Target="../media/image391.png"/><Relationship Id="rId21" Type="http://schemas.openxmlformats.org/officeDocument/2006/relationships/image" Target="../media/image400.gif"/><Relationship Id="rId22" Type="http://schemas.openxmlformats.org/officeDocument/2006/relationships/image" Target="../media/image397.png"/><Relationship Id="rId23" Type="http://schemas.openxmlformats.org/officeDocument/2006/relationships/image" Target="../media/image394.png"/><Relationship Id="rId24" Type="http://schemas.openxmlformats.org/officeDocument/2006/relationships/image" Target="../media/image410.jpg"/><Relationship Id="rId25" Type="http://schemas.openxmlformats.org/officeDocument/2006/relationships/image" Target="../media/image413.png"/><Relationship Id="rId26" Type="http://schemas.openxmlformats.org/officeDocument/2006/relationships/image" Target="../media/image405.png"/><Relationship Id="rId27" Type="http://schemas.openxmlformats.org/officeDocument/2006/relationships/image" Target="../media/image398.png"/><Relationship Id="rId28" Type="http://schemas.openxmlformats.org/officeDocument/2006/relationships/image" Target="../media/image39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0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9.xml"/><Relationship Id="rId3" Type="http://schemas.openxmlformats.org/officeDocument/2006/relationships/image" Target="../media/image401.png"/><Relationship Id="rId4" Type="http://schemas.openxmlformats.org/officeDocument/2006/relationships/image" Target="../media/image257.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0.xml"/><Relationship Id="rId3" Type="http://schemas.openxmlformats.org/officeDocument/2006/relationships/image" Target="../media/image396.png"/><Relationship Id="rId4" Type="http://schemas.openxmlformats.org/officeDocument/2006/relationships/image" Target="../media/image25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04.xml"/><Relationship Id="rId2" Type="http://schemas.openxmlformats.org/officeDocument/2006/relationships/notesSlide" Target="../notesSlides/notesSlide101.xml"/><Relationship Id="rId3" Type="http://schemas.openxmlformats.org/officeDocument/2006/relationships/hyperlink" Target="https://marketplace.visualstudio.com/items?itemName=redhat.vscode-apache-camel" TargetMode="External"/><Relationship Id="rId4" Type="http://schemas.openxmlformats.org/officeDocument/2006/relationships/hyperlink" Target="https://marketplace.visualstudio.com/items?itemName=redhat.vscode-debug-adapter-apache-camel" TargetMode="External"/><Relationship Id="rId5" Type="http://schemas.openxmlformats.org/officeDocument/2006/relationships/hyperlink" Target="https://access.redhat.com/support/offerings/developer/soc" TargetMode="Externa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36.xml"/><Relationship Id="rId2" Type="http://schemas.openxmlformats.org/officeDocument/2006/relationships/notesSlide" Target="../notesSlides/notesSlide102.xml"/><Relationship Id="rId3" Type="http://schemas.openxmlformats.org/officeDocument/2006/relationships/image" Target="../media/image435.png"/><Relationship Id="rId4" Type="http://schemas.openxmlformats.org/officeDocument/2006/relationships/image" Target="../media/image414.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103.xml"/><Relationship Id="rId3" Type="http://schemas.openxmlformats.org/officeDocument/2006/relationships/image" Target="../media/image433.png"/><Relationship Id="rId4" Type="http://schemas.openxmlformats.org/officeDocument/2006/relationships/image" Target="../media/image435.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99.xml"/><Relationship Id="rId2" Type="http://schemas.openxmlformats.org/officeDocument/2006/relationships/notesSlide" Target="../notesSlides/notesSlide104.xml"/><Relationship Id="rId3" Type="http://schemas.openxmlformats.org/officeDocument/2006/relationships/image" Target="../media/image409.png"/><Relationship Id="rId4" Type="http://schemas.openxmlformats.org/officeDocument/2006/relationships/image" Target="../media/image403.png"/><Relationship Id="rId5" Type="http://schemas.openxmlformats.org/officeDocument/2006/relationships/image" Target="../media/image404.png"/><Relationship Id="rId6" Type="http://schemas.openxmlformats.org/officeDocument/2006/relationships/image" Target="../media/image40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36.xml"/><Relationship Id="rId2" Type="http://schemas.openxmlformats.org/officeDocument/2006/relationships/notesSlide" Target="../notesSlides/notesSlide106.xml"/><Relationship Id="rId3" Type="http://schemas.openxmlformats.org/officeDocument/2006/relationships/image" Target="../media/image42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08.xml"/><Relationship Id="rId3" Type="http://schemas.openxmlformats.org/officeDocument/2006/relationships/image" Target="../media/image386.png"/><Relationship Id="rId4" Type="http://schemas.openxmlformats.org/officeDocument/2006/relationships/image" Target="../media/image36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09.xml"/><Relationship Id="rId3" Type="http://schemas.openxmlformats.org/officeDocument/2006/relationships/image" Target="../media/image407.png"/><Relationship Id="rId4" Type="http://schemas.openxmlformats.org/officeDocument/2006/relationships/image" Target="../media/image411.png"/><Relationship Id="rId5" Type="http://schemas.openxmlformats.org/officeDocument/2006/relationships/image" Target="../media/image417.png"/><Relationship Id="rId6" Type="http://schemas.openxmlformats.org/officeDocument/2006/relationships/image" Target="../media/image418.png"/><Relationship Id="rId7" Type="http://schemas.openxmlformats.org/officeDocument/2006/relationships/image" Target="../media/image423.png"/><Relationship Id="rId8" Type="http://schemas.openxmlformats.org/officeDocument/2006/relationships/image" Target="../media/image415.png"/><Relationship Id="rId9" Type="http://schemas.openxmlformats.org/officeDocument/2006/relationships/image" Target="../media/image40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11.xml"/><Relationship Id="rId3" Type="http://schemas.openxmlformats.org/officeDocument/2006/relationships/image" Target="../media/image24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2.xml"/><Relationship Id="rId3" Type="http://schemas.openxmlformats.org/officeDocument/2006/relationships/image" Target="../media/image416.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3.xml"/><Relationship Id="rId3" Type="http://schemas.openxmlformats.org/officeDocument/2006/relationships/image" Target="../media/image42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4.xml"/><Relationship Id="rId3" Type="http://schemas.openxmlformats.org/officeDocument/2006/relationships/image" Target="../media/image41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5.xml"/><Relationship Id="rId3" Type="http://schemas.openxmlformats.org/officeDocument/2006/relationships/image" Target="../media/image416.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6.xml"/><Relationship Id="rId3" Type="http://schemas.openxmlformats.org/officeDocument/2006/relationships/image" Target="../media/image420.png"/><Relationship Id="rId4" Type="http://schemas.openxmlformats.org/officeDocument/2006/relationships/image" Target="../media/image43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7.xml"/><Relationship Id="rId3" Type="http://schemas.openxmlformats.org/officeDocument/2006/relationships/image" Target="../media/image420.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8.xml"/><Relationship Id="rId3" Type="http://schemas.openxmlformats.org/officeDocument/2006/relationships/image" Target="../media/image416.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19.xml"/><Relationship Id="rId3" Type="http://schemas.openxmlformats.org/officeDocument/2006/relationships/image" Target="../media/image420.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20.xml"/><Relationship Id="rId3" Type="http://schemas.openxmlformats.org/officeDocument/2006/relationships/image" Target="../media/image430.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21.xml"/><Relationship Id="rId3" Type="http://schemas.openxmlformats.org/officeDocument/2006/relationships/image" Target="../media/image42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2.xml"/><Relationship Id="rId2" Type="http://schemas.openxmlformats.org/officeDocument/2006/relationships/notesSlide" Target="../notesSlides/notesSlide122.xml"/><Relationship Id="rId3" Type="http://schemas.openxmlformats.org/officeDocument/2006/relationships/image" Target="../media/image430.png"/><Relationship Id="rId4" Type="http://schemas.openxmlformats.org/officeDocument/2006/relationships/image" Target="../media/image424.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73.xml"/><Relationship Id="rId2" Type="http://schemas.openxmlformats.org/officeDocument/2006/relationships/notesSlide" Target="../notesSlides/notesSlide123.xml"/><Relationship Id="rId3" Type="http://schemas.openxmlformats.org/officeDocument/2006/relationships/image" Target="../media/image434.png"/><Relationship Id="rId4" Type="http://schemas.openxmlformats.org/officeDocument/2006/relationships/image" Target="../media/image425.png"/><Relationship Id="rId5" Type="http://schemas.openxmlformats.org/officeDocument/2006/relationships/image" Target="../media/image429.png"/><Relationship Id="rId6" Type="http://schemas.openxmlformats.org/officeDocument/2006/relationships/image" Target="../media/image427.png"/><Relationship Id="rId7" Type="http://schemas.openxmlformats.org/officeDocument/2006/relationships/image" Target="../media/image431.png"/><Relationship Id="rId8" Type="http://schemas.openxmlformats.org/officeDocument/2006/relationships/image" Target="../media/image43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24.xml"/><Relationship Id="rId3" Type="http://schemas.openxmlformats.org/officeDocument/2006/relationships/hyperlink" Target="https://docs.google.com/presentation/d/10BrgzUFaJssZkKPxgAclIkzu2LFYZG-qDc5k6cLNDQs/edit#slide=id.p"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9" name="Shape 4409"/>
        <p:cNvGrpSpPr/>
        <p:nvPr/>
      </p:nvGrpSpPr>
      <p:grpSpPr>
        <a:xfrm>
          <a:off x="0" y="0"/>
          <a:ext cx="0" cy="0"/>
          <a:chOff x="0" y="0"/>
          <a:chExt cx="0" cy="0"/>
        </a:xfrm>
      </p:grpSpPr>
      <p:sp>
        <p:nvSpPr>
          <p:cNvPr id="4410" name="Google Shape;4410;p357"/>
          <p:cNvSpPr txBox="1"/>
          <p:nvPr>
            <p:ph type="title"/>
          </p:nvPr>
        </p:nvSpPr>
        <p:spPr>
          <a:xfrm>
            <a:off x="4921350" y="2509875"/>
            <a:ext cx="7026600" cy="1850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3800"/>
              <a:t>Apache Camel </a:t>
            </a:r>
            <a:endParaRPr sz="3800"/>
          </a:p>
          <a:p>
            <a:pPr indent="0" lvl="0" marL="0" rtl="0" algn="l">
              <a:spcBef>
                <a:spcPts val="0"/>
              </a:spcBef>
              <a:spcAft>
                <a:spcPts val="0"/>
              </a:spcAft>
              <a:buNone/>
            </a:pPr>
            <a:r>
              <a:rPr lang="en" sz="3800"/>
              <a:t>and </a:t>
            </a:r>
            <a:endParaRPr sz="3800"/>
          </a:p>
          <a:p>
            <a:pPr indent="0" lvl="0" marL="0" rtl="0" algn="l">
              <a:spcBef>
                <a:spcPts val="0"/>
              </a:spcBef>
              <a:spcAft>
                <a:spcPts val="0"/>
              </a:spcAft>
              <a:buNone/>
            </a:pPr>
            <a:r>
              <a:rPr lang="en" sz="3800"/>
              <a:t>Enterprise Integration</a:t>
            </a:r>
            <a:r>
              <a:rPr lang="en" sz="3800"/>
              <a:t> </a:t>
            </a:r>
            <a:endParaRPr i="1" sz="3000"/>
          </a:p>
        </p:txBody>
      </p:sp>
      <p:sp>
        <p:nvSpPr>
          <p:cNvPr id="4411" name="Google Shape;4411;p35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12" name="Google Shape;4412;p357"/>
          <p:cNvSpPr/>
          <p:nvPr/>
        </p:nvSpPr>
        <p:spPr>
          <a:xfrm>
            <a:off x="10360750" y="110625"/>
            <a:ext cx="1585500" cy="756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357"/>
          <p:cNvSpPr/>
          <p:nvPr/>
        </p:nvSpPr>
        <p:spPr>
          <a:xfrm>
            <a:off x="9631900" y="2716050"/>
            <a:ext cx="99900" cy="99900"/>
          </a:xfrm>
          <a:prstGeom prst="ellipse">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14" name="Google Shape;4414;p357"/>
          <p:cNvPicPr preferRelativeResize="0"/>
          <p:nvPr/>
        </p:nvPicPr>
        <p:blipFill>
          <a:blip r:embed="rId3">
            <a:alphaModFix/>
          </a:blip>
          <a:stretch>
            <a:fillRect/>
          </a:stretch>
        </p:blipFill>
        <p:spPr>
          <a:xfrm>
            <a:off x="1543125" y="2716050"/>
            <a:ext cx="1931975" cy="1931975"/>
          </a:xfrm>
          <a:prstGeom prst="rect">
            <a:avLst/>
          </a:prstGeom>
          <a:noFill/>
          <a:ln>
            <a:noFill/>
          </a:ln>
        </p:spPr>
      </p:pic>
      <p:pic>
        <p:nvPicPr>
          <p:cNvPr id="4415" name="Google Shape;4415;p357"/>
          <p:cNvPicPr preferRelativeResize="0"/>
          <p:nvPr/>
        </p:nvPicPr>
        <p:blipFill rotWithShape="1">
          <a:blip r:embed="rId4">
            <a:alphaModFix/>
          </a:blip>
          <a:srcRect b="0" l="0" r="65891" t="0"/>
          <a:stretch/>
        </p:blipFill>
        <p:spPr>
          <a:xfrm>
            <a:off x="10292259" y="240250"/>
            <a:ext cx="1722466" cy="14645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9" name="Shape 4419"/>
        <p:cNvGrpSpPr/>
        <p:nvPr/>
      </p:nvGrpSpPr>
      <p:grpSpPr>
        <a:xfrm>
          <a:off x="0" y="0"/>
          <a:ext cx="0" cy="0"/>
          <a:chOff x="0" y="0"/>
          <a:chExt cx="0" cy="0"/>
        </a:xfrm>
      </p:grpSpPr>
      <p:sp>
        <p:nvSpPr>
          <p:cNvPr id="4420" name="Google Shape;4420;p358"/>
          <p:cNvSpPr txBox="1"/>
          <p:nvPr>
            <p:ph idx="3"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Agenda</a:t>
            </a:r>
            <a:endParaRPr/>
          </a:p>
        </p:txBody>
      </p:sp>
      <p:sp>
        <p:nvSpPr>
          <p:cNvPr id="4421" name="Google Shape;4421;p3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22" name="Google Shape;4422;p358"/>
          <p:cNvSpPr txBox="1"/>
          <p:nvPr>
            <p:ph type="title"/>
          </p:nvPr>
        </p:nvSpPr>
        <p:spPr>
          <a:xfrm>
            <a:off x="900275" y="1736433"/>
            <a:ext cx="3885900" cy="269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we’ll discuss today</a:t>
            </a:r>
            <a:endParaRPr/>
          </a:p>
        </p:txBody>
      </p:sp>
      <p:sp>
        <p:nvSpPr>
          <p:cNvPr id="4423" name="Google Shape;4423;p358"/>
          <p:cNvSpPr txBox="1"/>
          <p:nvPr>
            <p:ph idx="2" type="body"/>
          </p:nvPr>
        </p:nvSpPr>
        <p:spPr>
          <a:xfrm>
            <a:off x="5402025" y="1360650"/>
            <a:ext cx="4957500" cy="4320000"/>
          </a:xfrm>
          <a:prstGeom prst="rect">
            <a:avLst/>
          </a:prstGeom>
        </p:spPr>
        <p:txBody>
          <a:bodyPr anchorCtr="0" anchor="t" bIns="0" lIns="0" spcFirstLastPara="1" rIns="0" wrap="square" tIns="0">
            <a:noAutofit/>
          </a:bodyPr>
          <a:lstStyle/>
          <a:p>
            <a:pPr indent="-330200" lvl="0" marL="457200" rtl="0" algn="l">
              <a:spcBef>
                <a:spcPts val="0"/>
              </a:spcBef>
              <a:spcAft>
                <a:spcPts val="0"/>
              </a:spcAft>
              <a:buSzPts val="1600"/>
              <a:buChar char="▸"/>
            </a:pPr>
            <a:r>
              <a:rPr lang="en"/>
              <a:t>Why enterprise integration?</a:t>
            </a:r>
            <a:endParaRPr/>
          </a:p>
          <a:p>
            <a:pPr indent="-330200" lvl="0" marL="457200" rtl="0" algn="l">
              <a:spcBef>
                <a:spcPts val="2000"/>
              </a:spcBef>
              <a:spcAft>
                <a:spcPts val="0"/>
              </a:spcAft>
              <a:buSzPts val="1600"/>
              <a:buChar char="▸"/>
            </a:pPr>
            <a:r>
              <a:rPr lang="en"/>
              <a:t>Handling the differences between the systems</a:t>
            </a:r>
            <a:endParaRPr/>
          </a:p>
          <a:p>
            <a:pPr indent="-330200" lvl="0" marL="457200" rtl="0" algn="l">
              <a:spcBef>
                <a:spcPts val="2000"/>
              </a:spcBef>
              <a:spcAft>
                <a:spcPts val="0"/>
              </a:spcAft>
              <a:buSzPts val="1600"/>
              <a:buChar char="▸"/>
            </a:pPr>
            <a:r>
              <a:rPr lang="en"/>
              <a:t>Camel Concepts and Constructs</a:t>
            </a:r>
            <a:endParaRPr/>
          </a:p>
          <a:p>
            <a:pPr indent="-330200" lvl="0" marL="457200" rtl="0" algn="l">
              <a:spcBef>
                <a:spcPts val="2000"/>
              </a:spcBef>
              <a:spcAft>
                <a:spcPts val="0"/>
              </a:spcAft>
              <a:buSzPts val="1600"/>
              <a:buChar char="▸"/>
            </a:pPr>
            <a:r>
              <a:rPr lang="en"/>
              <a:t>Integration patterns</a:t>
            </a:r>
            <a:endParaRPr/>
          </a:p>
          <a:p>
            <a:pPr indent="-330200" lvl="0" marL="457200" rtl="0" algn="l">
              <a:spcBef>
                <a:spcPts val="2000"/>
              </a:spcBef>
              <a:spcAft>
                <a:spcPts val="2000"/>
              </a:spcAft>
              <a:buSzPts val="1600"/>
              <a:buChar char="▸"/>
            </a:pPr>
            <a:r>
              <a:rPr lang="en"/>
              <a:t>Enterprise integration modernization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7" name="Shape 4427"/>
        <p:cNvGrpSpPr/>
        <p:nvPr/>
      </p:nvGrpSpPr>
      <p:grpSpPr>
        <a:xfrm>
          <a:off x="0" y="0"/>
          <a:ext cx="0" cy="0"/>
          <a:chOff x="0" y="0"/>
          <a:chExt cx="0" cy="0"/>
        </a:xfrm>
      </p:grpSpPr>
      <p:sp>
        <p:nvSpPr>
          <p:cNvPr id="4428" name="Google Shape;4428;p3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29" name="Google Shape;4429;p359"/>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3600"/>
              <a:t>Organizational integration challenges</a:t>
            </a:r>
            <a:endParaRPr b="1" sz="3600">
              <a:solidFill>
                <a:schemeClr val="accent1"/>
              </a:solidFill>
            </a:endParaRPr>
          </a:p>
        </p:txBody>
      </p:sp>
      <p:sp>
        <p:nvSpPr>
          <p:cNvPr id="4430" name="Google Shape;4430;p35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rPr lang="en"/>
              <a:t>Accelerate and modernize your applications</a:t>
            </a:r>
            <a:endParaRPr/>
          </a:p>
        </p:txBody>
      </p:sp>
      <p:cxnSp>
        <p:nvCxnSpPr>
          <p:cNvPr id="4431" name="Google Shape;4431;p359"/>
          <p:cNvCxnSpPr/>
          <p:nvPr/>
        </p:nvCxnSpPr>
        <p:spPr>
          <a:xfrm>
            <a:off x="1198335" y="2809975"/>
            <a:ext cx="3053700" cy="0"/>
          </a:xfrm>
          <a:prstGeom prst="straightConnector1">
            <a:avLst/>
          </a:prstGeom>
          <a:noFill/>
          <a:ln cap="rnd" cmpd="sng" w="9525">
            <a:solidFill>
              <a:srgbClr val="808080"/>
            </a:solidFill>
            <a:prstDash val="solid"/>
            <a:round/>
            <a:headEnd len="med" w="med" type="none"/>
            <a:tailEnd len="med" w="med" type="none"/>
          </a:ln>
        </p:spPr>
      </p:cxnSp>
      <p:sp>
        <p:nvSpPr>
          <p:cNvPr id="4432" name="Google Shape;4432;p359"/>
          <p:cNvSpPr/>
          <p:nvPr/>
        </p:nvSpPr>
        <p:spPr>
          <a:xfrm>
            <a:off x="1484587" y="1932800"/>
            <a:ext cx="674100" cy="674100"/>
          </a:xfrm>
          <a:prstGeom prst="ellipse">
            <a:avLst/>
          </a:prstGeom>
          <a:solidFill>
            <a:srgbClr val="5959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33" name="Google Shape;4433;p359"/>
          <p:cNvPicPr preferRelativeResize="0"/>
          <p:nvPr/>
        </p:nvPicPr>
        <p:blipFill rotWithShape="1">
          <a:blip r:embed="rId3">
            <a:alphaModFix/>
          </a:blip>
          <a:srcRect b="0" l="0" r="0" t="0"/>
          <a:stretch/>
        </p:blipFill>
        <p:spPr>
          <a:xfrm>
            <a:off x="1566804" y="1982862"/>
            <a:ext cx="509666" cy="509652"/>
          </a:xfrm>
          <a:prstGeom prst="rect">
            <a:avLst/>
          </a:prstGeom>
          <a:noFill/>
          <a:ln>
            <a:noFill/>
          </a:ln>
        </p:spPr>
      </p:pic>
      <p:sp>
        <p:nvSpPr>
          <p:cNvPr id="4434" name="Google Shape;4434;p359"/>
          <p:cNvSpPr txBox="1"/>
          <p:nvPr/>
        </p:nvSpPr>
        <p:spPr>
          <a:xfrm>
            <a:off x="2349379" y="1932800"/>
            <a:ext cx="1727700" cy="674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1600">
                <a:solidFill>
                  <a:srgbClr val="595959"/>
                </a:solidFill>
                <a:latin typeface="Red Hat Display Medium"/>
                <a:ea typeface="Red Hat Display Medium"/>
                <a:cs typeface="Red Hat Display Medium"/>
                <a:sym typeface="Red Hat Display Medium"/>
              </a:rPr>
              <a:t>Integrating Disparate Systems</a:t>
            </a:r>
            <a:endParaRPr sz="1600">
              <a:solidFill>
                <a:srgbClr val="595959"/>
              </a:solidFill>
              <a:latin typeface="Red Hat Display Medium"/>
              <a:ea typeface="Red Hat Display Medium"/>
              <a:cs typeface="Red Hat Display Medium"/>
              <a:sym typeface="Red Hat Display Medium"/>
            </a:endParaRPr>
          </a:p>
        </p:txBody>
      </p:sp>
      <p:cxnSp>
        <p:nvCxnSpPr>
          <p:cNvPr id="4435" name="Google Shape;4435;p359"/>
          <p:cNvCxnSpPr/>
          <p:nvPr/>
        </p:nvCxnSpPr>
        <p:spPr>
          <a:xfrm>
            <a:off x="4569144" y="2809975"/>
            <a:ext cx="3053700" cy="0"/>
          </a:xfrm>
          <a:prstGeom prst="straightConnector1">
            <a:avLst/>
          </a:prstGeom>
          <a:noFill/>
          <a:ln cap="rnd" cmpd="sng" w="9525">
            <a:solidFill>
              <a:srgbClr val="A30000"/>
            </a:solidFill>
            <a:prstDash val="solid"/>
            <a:round/>
            <a:headEnd len="med" w="med" type="none"/>
            <a:tailEnd len="med" w="med" type="none"/>
          </a:ln>
        </p:spPr>
      </p:cxnSp>
      <p:sp>
        <p:nvSpPr>
          <p:cNvPr id="4436" name="Google Shape;4436;p359"/>
          <p:cNvSpPr/>
          <p:nvPr/>
        </p:nvSpPr>
        <p:spPr>
          <a:xfrm>
            <a:off x="4867637" y="1932800"/>
            <a:ext cx="674100" cy="674100"/>
          </a:xfrm>
          <a:prstGeom prst="ellipse">
            <a:avLst/>
          </a:prstGeom>
          <a:solidFill>
            <a:srgbClr val="A3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37" name="Google Shape;4437;p359"/>
          <p:cNvPicPr preferRelativeResize="0"/>
          <p:nvPr/>
        </p:nvPicPr>
        <p:blipFill rotWithShape="1">
          <a:blip r:embed="rId3">
            <a:alphaModFix/>
          </a:blip>
          <a:srcRect b="0" l="0" r="0" t="0"/>
          <a:stretch/>
        </p:blipFill>
        <p:spPr>
          <a:xfrm>
            <a:off x="4949854" y="1982862"/>
            <a:ext cx="509666" cy="509652"/>
          </a:xfrm>
          <a:prstGeom prst="rect">
            <a:avLst/>
          </a:prstGeom>
          <a:noFill/>
          <a:ln>
            <a:noFill/>
          </a:ln>
        </p:spPr>
      </p:pic>
      <p:sp>
        <p:nvSpPr>
          <p:cNvPr id="4438" name="Google Shape;4438;p359"/>
          <p:cNvSpPr txBox="1"/>
          <p:nvPr/>
        </p:nvSpPr>
        <p:spPr>
          <a:xfrm>
            <a:off x="5732431" y="1932800"/>
            <a:ext cx="1727700" cy="674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1600">
                <a:solidFill>
                  <a:srgbClr val="A30000"/>
                </a:solidFill>
                <a:latin typeface="Red Hat Display Medium"/>
                <a:ea typeface="Red Hat Display Medium"/>
                <a:cs typeface="Red Hat Display Medium"/>
                <a:sym typeface="Red Hat Display Medium"/>
              </a:rPr>
              <a:t>Complex Integration Landscape</a:t>
            </a:r>
            <a:endParaRPr sz="1600">
              <a:solidFill>
                <a:srgbClr val="A30000"/>
              </a:solidFill>
              <a:latin typeface="Red Hat Display Medium"/>
              <a:ea typeface="Red Hat Display Medium"/>
              <a:cs typeface="Red Hat Display Medium"/>
              <a:sym typeface="Red Hat Display Medium"/>
            </a:endParaRPr>
          </a:p>
        </p:txBody>
      </p:sp>
      <p:cxnSp>
        <p:nvCxnSpPr>
          <p:cNvPr id="4439" name="Google Shape;4439;p359"/>
          <p:cNvCxnSpPr/>
          <p:nvPr/>
        </p:nvCxnSpPr>
        <p:spPr>
          <a:xfrm>
            <a:off x="7939969" y="2809975"/>
            <a:ext cx="3053700" cy="0"/>
          </a:xfrm>
          <a:prstGeom prst="straightConnector1">
            <a:avLst/>
          </a:prstGeom>
          <a:noFill/>
          <a:ln cap="rnd" cmpd="sng" w="9525">
            <a:solidFill>
              <a:srgbClr val="EE0000"/>
            </a:solidFill>
            <a:prstDash val="solid"/>
            <a:round/>
            <a:headEnd len="med" w="med" type="none"/>
            <a:tailEnd len="med" w="med" type="none"/>
          </a:ln>
        </p:spPr>
      </p:cxnSp>
      <p:sp>
        <p:nvSpPr>
          <p:cNvPr id="4440" name="Google Shape;4440;p359"/>
          <p:cNvSpPr/>
          <p:nvPr/>
        </p:nvSpPr>
        <p:spPr>
          <a:xfrm>
            <a:off x="8240276" y="1932800"/>
            <a:ext cx="674100" cy="674100"/>
          </a:xfrm>
          <a:prstGeom prst="ellipse">
            <a:avLst/>
          </a:prstGeom>
          <a:solidFill>
            <a:srgbClr val="EE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41" name="Google Shape;4441;p359"/>
          <p:cNvPicPr preferRelativeResize="0"/>
          <p:nvPr/>
        </p:nvPicPr>
        <p:blipFill rotWithShape="1">
          <a:blip r:embed="rId3">
            <a:alphaModFix/>
          </a:blip>
          <a:srcRect b="0" l="0" r="0" t="0"/>
          <a:stretch/>
        </p:blipFill>
        <p:spPr>
          <a:xfrm>
            <a:off x="8322493" y="1982862"/>
            <a:ext cx="509666" cy="509652"/>
          </a:xfrm>
          <a:prstGeom prst="rect">
            <a:avLst/>
          </a:prstGeom>
          <a:noFill/>
          <a:ln>
            <a:noFill/>
          </a:ln>
        </p:spPr>
      </p:pic>
      <p:sp>
        <p:nvSpPr>
          <p:cNvPr id="4442" name="Google Shape;4442;p359"/>
          <p:cNvSpPr txBox="1"/>
          <p:nvPr/>
        </p:nvSpPr>
        <p:spPr>
          <a:xfrm>
            <a:off x="9105145" y="1932800"/>
            <a:ext cx="1888500" cy="6741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 sz="1600">
                <a:solidFill>
                  <a:srgbClr val="EE0000"/>
                </a:solidFill>
                <a:latin typeface="Red Hat Display Medium"/>
                <a:ea typeface="Red Hat Display Medium"/>
                <a:cs typeface="Red Hat Display Medium"/>
                <a:sym typeface="Red Hat Display Medium"/>
              </a:rPr>
              <a:t>Ensuring Reliability and Performance</a:t>
            </a:r>
            <a:endParaRPr sz="1600">
              <a:solidFill>
                <a:srgbClr val="EE0000"/>
              </a:solidFill>
              <a:latin typeface="Red Hat Display Medium"/>
              <a:ea typeface="Red Hat Display Medium"/>
              <a:cs typeface="Red Hat Display Medium"/>
              <a:sym typeface="Red Hat Display Medium"/>
            </a:endParaRPr>
          </a:p>
        </p:txBody>
      </p:sp>
      <p:cxnSp>
        <p:nvCxnSpPr>
          <p:cNvPr id="4443" name="Google Shape;4443;p359"/>
          <p:cNvCxnSpPr/>
          <p:nvPr/>
        </p:nvCxnSpPr>
        <p:spPr>
          <a:xfrm>
            <a:off x="4410575" y="1783400"/>
            <a:ext cx="0" cy="4233900"/>
          </a:xfrm>
          <a:prstGeom prst="straightConnector1">
            <a:avLst/>
          </a:prstGeom>
          <a:noFill/>
          <a:ln cap="rnd" cmpd="sng" w="9525">
            <a:solidFill>
              <a:srgbClr val="000000"/>
            </a:solidFill>
            <a:prstDash val="dot"/>
            <a:round/>
            <a:headEnd len="med" w="med" type="none"/>
            <a:tailEnd len="med" w="med" type="none"/>
          </a:ln>
        </p:spPr>
      </p:cxnSp>
      <p:cxnSp>
        <p:nvCxnSpPr>
          <p:cNvPr id="4444" name="Google Shape;4444;p359"/>
          <p:cNvCxnSpPr/>
          <p:nvPr/>
        </p:nvCxnSpPr>
        <p:spPr>
          <a:xfrm>
            <a:off x="7781400" y="1783400"/>
            <a:ext cx="0" cy="4233900"/>
          </a:xfrm>
          <a:prstGeom prst="straightConnector1">
            <a:avLst/>
          </a:prstGeom>
          <a:noFill/>
          <a:ln cap="rnd" cmpd="sng" w="9525">
            <a:solidFill>
              <a:srgbClr val="000000"/>
            </a:solidFill>
            <a:prstDash val="dot"/>
            <a:round/>
            <a:headEnd len="med" w="med" type="none"/>
            <a:tailEnd len="med" w="med" type="none"/>
          </a:ln>
        </p:spPr>
      </p:cxnSp>
      <p:sp>
        <p:nvSpPr>
          <p:cNvPr id="4445" name="Google Shape;4445;p359"/>
          <p:cNvSpPr txBox="1"/>
          <p:nvPr/>
        </p:nvSpPr>
        <p:spPr>
          <a:xfrm>
            <a:off x="1198300" y="3584650"/>
            <a:ext cx="3053700" cy="2684700"/>
          </a:xfrm>
          <a:prstGeom prst="rect">
            <a:avLst/>
          </a:prstGeom>
          <a:noFill/>
          <a:ln>
            <a:noFill/>
          </a:ln>
        </p:spPr>
        <p:txBody>
          <a:bodyPr anchorCtr="0" anchor="t" bIns="0" lIns="0" spcFirstLastPara="1" rIns="0" wrap="square" tIns="0">
            <a:noAutofit/>
          </a:bodyPr>
          <a:lstStyle/>
          <a:p>
            <a:pPr indent="-317500" lvl="0" marL="457200" rtl="0" algn="l">
              <a:lnSpc>
                <a:spcPct val="140000"/>
              </a:lnSpc>
              <a:spcBef>
                <a:spcPts val="1000"/>
              </a:spcBef>
              <a:spcAft>
                <a:spcPts val="0"/>
              </a:spcAft>
              <a:buClr>
                <a:srgbClr val="EE0000"/>
              </a:buClr>
              <a:buSzPts val="1400"/>
              <a:buFont typeface="Red Hat Text"/>
              <a:buChar char="▸"/>
            </a:pPr>
            <a:r>
              <a:rPr lang="en">
                <a:latin typeface="Red Hat Text"/>
                <a:ea typeface="Red Hat Text"/>
                <a:cs typeface="Red Hat Text"/>
                <a:sym typeface="Red Hat Text"/>
              </a:rPr>
              <a:t>Overcoming technological incompatibilities</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a:latin typeface="Red Hat Text"/>
                <a:ea typeface="Red Hat Text"/>
                <a:cs typeface="Red Hat Text"/>
                <a:sym typeface="Red Hat Text"/>
              </a:rPr>
              <a:t>Ensuring data consistency across different platforms</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a:latin typeface="Red Hat Text"/>
                <a:ea typeface="Red Hat Text"/>
                <a:cs typeface="Red Hat Text"/>
                <a:sym typeface="Red Hat Text"/>
              </a:rPr>
              <a:t>Maintaining operational efficiency</a:t>
            </a:r>
            <a:endParaRPr>
              <a:latin typeface="Red Hat Text"/>
              <a:ea typeface="Red Hat Text"/>
              <a:cs typeface="Red Hat Text"/>
              <a:sym typeface="Red Hat Text"/>
            </a:endParaRPr>
          </a:p>
        </p:txBody>
      </p:sp>
      <p:sp>
        <p:nvSpPr>
          <p:cNvPr id="4446" name="Google Shape;4446;p359"/>
          <p:cNvSpPr txBox="1"/>
          <p:nvPr/>
        </p:nvSpPr>
        <p:spPr>
          <a:xfrm>
            <a:off x="3297925" y="3057788"/>
            <a:ext cx="61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risk</a:t>
            </a:r>
            <a:endParaRPr sz="1600">
              <a:latin typeface="Red Hat Text"/>
              <a:ea typeface="Red Hat Text"/>
              <a:cs typeface="Red Hat Text"/>
              <a:sym typeface="Red Hat Text"/>
            </a:endParaRPr>
          </a:p>
        </p:txBody>
      </p:sp>
      <p:sp>
        <p:nvSpPr>
          <p:cNvPr id="4447" name="Google Shape;4447;p359"/>
          <p:cNvSpPr txBox="1"/>
          <p:nvPr/>
        </p:nvSpPr>
        <p:spPr>
          <a:xfrm>
            <a:off x="1733775" y="3057800"/>
            <a:ext cx="91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benefit</a:t>
            </a:r>
            <a:endParaRPr sz="1600">
              <a:latin typeface="Red Hat Text"/>
              <a:ea typeface="Red Hat Text"/>
              <a:cs typeface="Red Hat Text"/>
              <a:sym typeface="Red Hat Text"/>
            </a:endParaRPr>
          </a:p>
        </p:txBody>
      </p:sp>
      <p:sp>
        <p:nvSpPr>
          <p:cNvPr id="4448" name="Google Shape;4448;p359"/>
          <p:cNvSpPr txBox="1"/>
          <p:nvPr/>
        </p:nvSpPr>
        <p:spPr>
          <a:xfrm>
            <a:off x="4489850" y="3571975"/>
            <a:ext cx="3053700" cy="2684700"/>
          </a:xfrm>
          <a:prstGeom prst="rect">
            <a:avLst/>
          </a:prstGeom>
          <a:noFill/>
          <a:ln>
            <a:noFill/>
          </a:ln>
        </p:spPr>
        <p:txBody>
          <a:bodyPr anchorCtr="0" anchor="t" bIns="0" lIns="0" spcFirstLastPara="1" rIns="0" wrap="square" tIns="0">
            <a:noAutofit/>
          </a:bodyPr>
          <a:lstStyle/>
          <a:p>
            <a:pPr indent="-317500" lvl="0" marL="457200" rtl="0" algn="l">
              <a:lnSpc>
                <a:spcPct val="140000"/>
              </a:lnSpc>
              <a:spcBef>
                <a:spcPts val="1000"/>
              </a:spcBef>
              <a:spcAft>
                <a:spcPts val="0"/>
              </a:spcAft>
              <a:buClr>
                <a:srgbClr val="EE0000"/>
              </a:buClr>
              <a:buSzPts val="1400"/>
              <a:buFont typeface="Red Hat Text"/>
              <a:buChar char="▸"/>
            </a:pPr>
            <a:r>
              <a:rPr lang="en">
                <a:latin typeface="Red Hat Text"/>
                <a:ea typeface="Red Hat Text"/>
                <a:cs typeface="Red Hat Text"/>
                <a:sym typeface="Red Hat Text"/>
              </a:rPr>
              <a:t>Complexity of creating effective integration strategies</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a:latin typeface="Red Hat Text"/>
                <a:ea typeface="Red Hat Text"/>
                <a:cs typeface="Red Hat Text"/>
                <a:sym typeface="Red Hat Text"/>
              </a:rPr>
              <a:t>Selecting the most appropriate approach for each integration scenario</a:t>
            </a:r>
            <a:endParaRPr>
              <a:latin typeface="Red Hat Text"/>
              <a:ea typeface="Red Hat Text"/>
              <a:cs typeface="Red Hat Text"/>
              <a:sym typeface="Red Hat Text"/>
            </a:endParaRPr>
          </a:p>
        </p:txBody>
      </p:sp>
      <p:sp>
        <p:nvSpPr>
          <p:cNvPr id="4449" name="Google Shape;4449;p359"/>
          <p:cNvSpPr txBox="1"/>
          <p:nvPr/>
        </p:nvSpPr>
        <p:spPr>
          <a:xfrm>
            <a:off x="8019250" y="3571975"/>
            <a:ext cx="3336900" cy="2684700"/>
          </a:xfrm>
          <a:prstGeom prst="rect">
            <a:avLst/>
          </a:prstGeom>
          <a:noFill/>
          <a:ln>
            <a:noFill/>
          </a:ln>
        </p:spPr>
        <p:txBody>
          <a:bodyPr anchorCtr="0" anchor="t" bIns="0" lIns="0" spcFirstLastPara="1" rIns="0" wrap="square" tIns="0">
            <a:noAutofit/>
          </a:bodyPr>
          <a:lstStyle/>
          <a:p>
            <a:pPr indent="-317500" lvl="0" marL="457200" rtl="0" algn="l">
              <a:lnSpc>
                <a:spcPct val="140000"/>
              </a:lnSpc>
              <a:spcBef>
                <a:spcPts val="1000"/>
              </a:spcBef>
              <a:spcAft>
                <a:spcPts val="0"/>
              </a:spcAft>
              <a:buClr>
                <a:srgbClr val="EE0000"/>
              </a:buClr>
              <a:buSzPts val="1400"/>
              <a:buFont typeface="Red Hat Text"/>
              <a:buChar char="▸"/>
            </a:pPr>
            <a:r>
              <a:rPr lang="en">
                <a:latin typeface="Red Hat Text"/>
                <a:ea typeface="Red Hat Text"/>
                <a:cs typeface="Red Hat Text"/>
                <a:sym typeface="Red Hat Text"/>
              </a:rPr>
              <a:t>Failing or underperforming integration</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a:latin typeface="Red Hat Text"/>
                <a:ea typeface="Red Hat Text"/>
                <a:cs typeface="Red Hat Text"/>
                <a:sym typeface="Red Hat Text"/>
              </a:rPr>
              <a:t>Handling high volume of data</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a:latin typeface="Red Hat Text"/>
                <a:ea typeface="Red Hat Text"/>
                <a:cs typeface="Red Hat Text"/>
                <a:sym typeface="Red Hat Text"/>
              </a:rPr>
              <a:t>Providing high availability and fault tolerance</a:t>
            </a:r>
            <a:endParaRPr>
              <a:latin typeface="Red Hat Text"/>
              <a:ea typeface="Red Hat Text"/>
              <a:cs typeface="Red Hat Text"/>
              <a:sym typeface="Red Hat Text"/>
            </a:endParaRPr>
          </a:p>
        </p:txBody>
      </p:sp>
      <p:sp>
        <p:nvSpPr>
          <p:cNvPr id="4450" name="Google Shape;4450;p359"/>
          <p:cNvSpPr txBox="1"/>
          <p:nvPr/>
        </p:nvSpPr>
        <p:spPr>
          <a:xfrm>
            <a:off x="8575474" y="3124125"/>
            <a:ext cx="131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availability</a:t>
            </a:r>
            <a:endParaRPr sz="1600">
              <a:latin typeface="Red Hat Text"/>
              <a:ea typeface="Red Hat Text"/>
              <a:cs typeface="Red Hat Text"/>
              <a:sym typeface="Red Hat Text"/>
            </a:endParaRPr>
          </a:p>
        </p:txBody>
      </p:sp>
      <p:sp>
        <p:nvSpPr>
          <p:cNvPr id="4451" name="Google Shape;4451;p359"/>
          <p:cNvSpPr txBox="1"/>
          <p:nvPr/>
        </p:nvSpPr>
        <p:spPr>
          <a:xfrm>
            <a:off x="10244375" y="3124113"/>
            <a:ext cx="837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data</a:t>
            </a:r>
            <a:endParaRPr sz="1600">
              <a:latin typeface="Red Hat Text"/>
              <a:ea typeface="Red Hat Text"/>
              <a:cs typeface="Red Hat Text"/>
              <a:sym typeface="Red Hat Text"/>
            </a:endParaRPr>
          </a:p>
        </p:txBody>
      </p:sp>
      <p:sp>
        <p:nvSpPr>
          <p:cNvPr id="4452" name="Google Shape;4452;p359"/>
          <p:cNvSpPr txBox="1"/>
          <p:nvPr/>
        </p:nvSpPr>
        <p:spPr>
          <a:xfrm>
            <a:off x="5074599" y="3057800"/>
            <a:ext cx="131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protocols</a:t>
            </a:r>
            <a:endParaRPr sz="1600">
              <a:latin typeface="Red Hat Text"/>
              <a:ea typeface="Red Hat Text"/>
              <a:cs typeface="Red Hat Text"/>
              <a:sym typeface="Red Hat Text"/>
            </a:endParaRPr>
          </a:p>
        </p:txBody>
      </p:sp>
      <p:sp>
        <p:nvSpPr>
          <p:cNvPr id="4453" name="Google Shape;4453;p359"/>
          <p:cNvSpPr txBox="1"/>
          <p:nvPr/>
        </p:nvSpPr>
        <p:spPr>
          <a:xfrm>
            <a:off x="6686687" y="3057813"/>
            <a:ext cx="1313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formats</a:t>
            </a:r>
            <a:endParaRPr sz="1600">
              <a:latin typeface="Red Hat Text"/>
              <a:ea typeface="Red Hat Text"/>
              <a:cs typeface="Red Hat Text"/>
              <a:sym typeface="Red Hat Text"/>
            </a:endParaRPr>
          </a:p>
        </p:txBody>
      </p:sp>
      <p:sp>
        <p:nvSpPr>
          <p:cNvPr id="4454" name="Google Shape;4454;p359"/>
          <p:cNvSpPr/>
          <p:nvPr/>
        </p:nvSpPr>
        <p:spPr>
          <a:xfrm rot="-2110842">
            <a:off x="1467453" y="3187582"/>
            <a:ext cx="268677" cy="189268"/>
          </a:xfrm>
          <a:prstGeom prst="rightArrow">
            <a:avLst>
              <a:gd fmla="val 41985" name="adj1"/>
              <a:gd fmla="val 50000" name="adj2"/>
            </a:avLst>
          </a:prstGeom>
          <a:solidFill>
            <a:srgbClr val="0856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455" name="Google Shape;4455;p359"/>
          <p:cNvSpPr/>
          <p:nvPr/>
        </p:nvSpPr>
        <p:spPr>
          <a:xfrm rot="-2110842">
            <a:off x="4814278" y="3187582"/>
            <a:ext cx="268677" cy="189268"/>
          </a:xfrm>
          <a:prstGeom prst="rightArrow">
            <a:avLst>
              <a:gd fmla="val 41985" name="adj1"/>
              <a:gd fmla="val 50000" name="adj2"/>
            </a:avLst>
          </a:prstGeom>
          <a:solidFill>
            <a:srgbClr val="0856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456" name="Google Shape;4456;p359"/>
          <p:cNvSpPr/>
          <p:nvPr/>
        </p:nvSpPr>
        <p:spPr>
          <a:xfrm rot="-2110842">
            <a:off x="6461928" y="3174907"/>
            <a:ext cx="268677" cy="189268"/>
          </a:xfrm>
          <a:prstGeom prst="rightArrow">
            <a:avLst>
              <a:gd fmla="val 41985" name="adj1"/>
              <a:gd fmla="val 50000" name="adj2"/>
            </a:avLst>
          </a:prstGeom>
          <a:solidFill>
            <a:srgbClr val="0856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457" name="Google Shape;4457;p359"/>
          <p:cNvSpPr/>
          <p:nvPr/>
        </p:nvSpPr>
        <p:spPr>
          <a:xfrm rot="-2110842">
            <a:off x="8328653" y="3245032"/>
            <a:ext cx="268677" cy="189268"/>
          </a:xfrm>
          <a:prstGeom prst="rightArrow">
            <a:avLst>
              <a:gd fmla="val 41985" name="adj1"/>
              <a:gd fmla="val 50000" name="adj2"/>
            </a:avLst>
          </a:prstGeom>
          <a:solidFill>
            <a:srgbClr val="0856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458" name="Google Shape;4458;p359"/>
          <p:cNvSpPr/>
          <p:nvPr/>
        </p:nvSpPr>
        <p:spPr>
          <a:xfrm rot="-2110842">
            <a:off x="9999878" y="3245032"/>
            <a:ext cx="268677" cy="189268"/>
          </a:xfrm>
          <a:prstGeom prst="rightArrow">
            <a:avLst>
              <a:gd fmla="val 41985" name="adj1"/>
              <a:gd fmla="val 50000" name="adj2"/>
            </a:avLst>
          </a:prstGeom>
          <a:solidFill>
            <a:srgbClr val="08563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459" name="Google Shape;4459;p359"/>
          <p:cNvSpPr/>
          <p:nvPr/>
        </p:nvSpPr>
        <p:spPr>
          <a:xfrm rot="2697287">
            <a:off x="3078840" y="3181987"/>
            <a:ext cx="268771" cy="189222"/>
          </a:xfrm>
          <a:prstGeom prst="rightArrow">
            <a:avLst>
              <a:gd fmla="val 41985" name="adj1"/>
              <a:gd fmla="val 50000" name="adj2"/>
            </a:avLst>
          </a:prstGeom>
          <a:solidFill>
            <a:srgbClr val="EE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3" name="Shape 4463"/>
        <p:cNvGrpSpPr/>
        <p:nvPr/>
      </p:nvGrpSpPr>
      <p:grpSpPr>
        <a:xfrm>
          <a:off x="0" y="0"/>
          <a:ext cx="0" cy="0"/>
          <a:chOff x="0" y="0"/>
          <a:chExt cx="0" cy="0"/>
        </a:xfrm>
      </p:grpSpPr>
      <p:sp>
        <p:nvSpPr>
          <p:cNvPr id="4464" name="Google Shape;4464;p360"/>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Why Enterprise Integration?</a:t>
            </a:r>
            <a:endParaRPr sz="3600"/>
          </a:p>
        </p:txBody>
      </p:sp>
      <p:sp>
        <p:nvSpPr>
          <p:cNvPr id="4465" name="Google Shape;4465;p3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66" name="Google Shape;4466;p36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Make applications, data, and devices working together as a cohesive and efficient system</a:t>
            </a:r>
            <a:endParaRPr sz="2000"/>
          </a:p>
        </p:txBody>
      </p:sp>
      <p:sp>
        <p:nvSpPr>
          <p:cNvPr id="4467" name="Google Shape;4467;p360"/>
          <p:cNvSpPr txBox="1"/>
          <p:nvPr/>
        </p:nvSpPr>
        <p:spPr>
          <a:xfrm>
            <a:off x="5409225" y="2610075"/>
            <a:ext cx="3649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Reliable and cost-effective modernization</a:t>
            </a:r>
            <a:endParaRPr sz="1600">
              <a:latin typeface="Red Hat Text"/>
              <a:ea typeface="Red Hat Text"/>
              <a:cs typeface="Red Hat Text"/>
              <a:sym typeface="Red Hat Text"/>
            </a:endParaRPr>
          </a:p>
        </p:txBody>
      </p:sp>
      <p:sp>
        <p:nvSpPr>
          <p:cNvPr id="4468" name="Google Shape;4468;p360"/>
          <p:cNvSpPr txBox="1"/>
          <p:nvPr/>
        </p:nvSpPr>
        <p:spPr>
          <a:xfrm>
            <a:off x="5409225" y="3643625"/>
            <a:ext cx="3404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Utilization of integration best practices and patterns</a:t>
            </a:r>
            <a:endParaRPr sz="1600">
              <a:latin typeface="Red Hat Text"/>
              <a:ea typeface="Red Hat Text"/>
              <a:cs typeface="Red Hat Text"/>
              <a:sym typeface="Red Hat Text"/>
            </a:endParaRPr>
          </a:p>
        </p:txBody>
      </p:sp>
      <p:sp>
        <p:nvSpPr>
          <p:cNvPr id="4469" name="Google Shape;4469;p360"/>
          <p:cNvSpPr txBox="1"/>
          <p:nvPr/>
        </p:nvSpPr>
        <p:spPr>
          <a:xfrm>
            <a:off x="5409225" y="4677175"/>
            <a:ext cx="40332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Standardization of system communication using open standards</a:t>
            </a:r>
            <a:endParaRPr sz="1600">
              <a:latin typeface="Red Hat Text"/>
              <a:ea typeface="Red Hat Text"/>
              <a:cs typeface="Red Hat Text"/>
              <a:sym typeface="Red Hat Text"/>
            </a:endParaRPr>
          </a:p>
        </p:txBody>
      </p:sp>
      <p:pic>
        <p:nvPicPr>
          <p:cNvPr id="4470" name="Google Shape;4470;p360"/>
          <p:cNvPicPr preferRelativeResize="0"/>
          <p:nvPr/>
        </p:nvPicPr>
        <p:blipFill rotWithShape="1">
          <a:blip r:embed="rId3">
            <a:alphaModFix/>
          </a:blip>
          <a:srcRect b="0" l="0" r="0" t="0"/>
          <a:stretch/>
        </p:blipFill>
        <p:spPr>
          <a:xfrm>
            <a:off x="3783742" y="2541788"/>
            <a:ext cx="863988" cy="863986"/>
          </a:xfrm>
          <a:prstGeom prst="rect">
            <a:avLst/>
          </a:prstGeom>
          <a:noFill/>
          <a:ln>
            <a:noFill/>
          </a:ln>
        </p:spPr>
      </p:pic>
      <p:pic>
        <p:nvPicPr>
          <p:cNvPr id="4471" name="Google Shape;4471;p360"/>
          <p:cNvPicPr preferRelativeResize="0"/>
          <p:nvPr/>
        </p:nvPicPr>
        <p:blipFill rotWithShape="1">
          <a:blip r:embed="rId4">
            <a:alphaModFix/>
          </a:blip>
          <a:srcRect b="0" l="0" r="0" t="0"/>
          <a:stretch/>
        </p:blipFill>
        <p:spPr>
          <a:xfrm>
            <a:off x="3783746" y="3550185"/>
            <a:ext cx="863988" cy="863986"/>
          </a:xfrm>
          <a:prstGeom prst="rect">
            <a:avLst/>
          </a:prstGeom>
          <a:noFill/>
          <a:ln>
            <a:noFill/>
          </a:ln>
        </p:spPr>
      </p:pic>
      <p:pic>
        <p:nvPicPr>
          <p:cNvPr id="4472" name="Google Shape;4472;p360"/>
          <p:cNvPicPr preferRelativeResize="0"/>
          <p:nvPr/>
        </p:nvPicPr>
        <p:blipFill rotWithShape="1">
          <a:blip r:embed="rId5">
            <a:alphaModFix/>
          </a:blip>
          <a:srcRect b="0" l="140" r="140" t="0"/>
          <a:stretch/>
        </p:blipFill>
        <p:spPr>
          <a:xfrm>
            <a:off x="4600996" y="3772362"/>
            <a:ext cx="418450" cy="419625"/>
          </a:xfrm>
          <a:prstGeom prst="rect">
            <a:avLst/>
          </a:prstGeom>
          <a:noFill/>
          <a:ln>
            <a:noFill/>
          </a:ln>
        </p:spPr>
      </p:pic>
      <p:pic>
        <p:nvPicPr>
          <p:cNvPr id="4473" name="Google Shape;4473;p360"/>
          <p:cNvPicPr preferRelativeResize="0"/>
          <p:nvPr/>
        </p:nvPicPr>
        <p:blipFill rotWithShape="1">
          <a:blip r:embed="rId6">
            <a:alphaModFix/>
          </a:blip>
          <a:srcRect b="0" l="0" r="0" t="0"/>
          <a:stretch/>
        </p:blipFill>
        <p:spPr>
          <a:xfrm>
            <a:off x="3783742" y="4583738"/>
            <a:ext cx="863988" cy="863986"/>
          </a:xfrm>
          <a:prstGeom prst="rect">
            <a:avLst/>
          </a:prstGeom>
          <a:noFill/>
          <a:ln>
            <a:noFill/>
          </a:ln>
        </p:spPr>
      </p:pic>
      <p:pic>
        <p:nvPicPr>
          <p:cNvPr id="4474" name="Google Shape;4474;p360"/>
          <p:cNvPicPr preferRelativeResize="0"/>
          <p:nvPr/>
        </p:nvPicPr>
        <p:blipFill rotWithShape="1">
          <a:blip r:embed="rId7">
            <a:alphaModFix/>
          </a:blip>
          <a:srcRect b="0" l="0" r="0" t="0"/>
          <a:stretch/>
        </p:blipFill>
        <p:spPr>
          <a:xfrm>
            <a:off x="4601001" y="2739400"/>
            <a:ext cx="418450" cy="418438"/>
          </a:xfrm>
          <a:prstGeom prst="rect">
            <a:avLst/>
          </a:prstGeom>
          <a:noFill/>
          <a:ln>
            <a:noFill/>
          </a:ln>
        </p:spPr>
      </p:pic>
      <p:pic>
        <p:nvPicPr>
          <p:cNvPr id="4475" name="Google Shape;4475;p360"/>
          <p:cNvPicPr preferRelativeResize="0"/>
          <p:nvPr/>
        </p:nvPicPr>
        <p:blipFill>
          <a:blip r:embed="rId8">
            <a:alphaModFix/>
          </a:blip>
          <a:stretch>
            <a:fillRect/>
          </a:stretch>
        </p:blipFill>
        <p:spPr>
          <a:xfrm>
            <a:off x="4600994" y="4806494"/>
            <a:ext cx="418450" cy="418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9" name="Shape 4479"/>
        <p:cNvGrpSpPr/>
        <p:nvPr/>
      </p:nvGrpSpPr>
      <p:grpSpPr>
        <a:xfrm>
          <a:off x="0" y="0"/>
          <a:ext cx="0" cy="0"/>
          <a:chOff x="0" y="0"/>
          <a:chExt cx="0" cy="0"/>
        </a:xfrm>
      </p:grpSpPr>
      <p:sp>
        <p:nvSpPr>
          <p:cNvPr id="4480" name="Google Shape;4480;p361"/>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Handling the differences between the systems</a:t>
            </a:r>
            <a:endParaRPr sz="3600"/>
          </a:p>
        </p:txBody>
      </p:sp>
      <p:sp>
        <p:nvSpPr>
          <p:cNvPr id="4481" name="Google Shape;4481;p3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82" name="Google Shape;4482;p36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Enterprise integration scenario needs</a:t>
            </a:r>
            <a:endParaRPr sz="2000"/>
          </a:p>
        </p:txBody>
      </p:sp>
      <p:sp>
        <p:nvSpPr>
          <p:cNvPr id="4483" name="Google Shape;4483;p361"/>
          <p:cNvSpPr/>
          <p:nvPr/>
        </p:nvSpPr>
        <p:spPr>
          <a:xfrm>
            <a:off x="2936275" y="2238475"/>
            <a:ext cx="1749900" cy="752100"/>
          </a:xfrm>
          <a:prstGeom prst="roundRect">
            <a:avLst>
              <a:gd fmla="val 16667" name="adj"/>
            </a:avLst>
          </a:prstGeom>
          <a:noFill/>
          <a:ln cap="flat" cmpd="sng" w="19050">
            <a:solidFill>
              <a:srgbClr val="1B45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Service consumer</a:t>
            </a:r>
            <a:endParaRPr>
              <a:latin typeface="Red Hat Text"/>
              <a:ea typeface="Red Hat Text"/>
              <a:cs typeface="Red Hat Text"/>
              <a:sym typeface="Red Hat Text"/>
            </a:endParaRPr>
          </a:p>
        </p:txBody>
      </p:sp>
      <p:sp>
        <p:nvSpPr>
          <p:cNvPr id="4484" name="Google Shape;4484;p361"/>
          <p:cNvSpPr/>
          <p:nvPr/>
        </p:nvSpPr>
        <p:spPr>
          <a:xfrm>
            <a:off x="7505800" y="2238475"/>
            <a:ext cx="1749900" cy="7521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Service</a:t>
            </a:r>
            <a:endParaRPr>
              <a:latin typeface="Red Hat Text"/>
              <a:ea typeface="Red Hat Text"/>
              <a:cs typeface="Red Hat Text"/>
              <a:sym typeface="Red Hat Text"/>
            </a:endParaRPr>
          </a:p>
        </p:txBody>
      </p:sp>
      <p:sp>
        <p:nvSpPr>
          <p:cNvPr id="4485" name="Google Shape;4485;p361"/>
          <p:cNvSpPr/>
          <p:nvPr/>
        </p:nvSpPr>
        <p:spPr>
          <a:xfrm>
            <a:off x="6765125" y="2368825"/>
            <a:ext cx="491400" cy="491400"/>
          </a:xfrm>
          <a:prstGeom prst="arc">
            <a:avLst>
              <a:gd fmla="val 16200000" name="adj1"/>
              <a:gd fmla="val 5419169" name="adj2"/>
            </a:avLst>
          </a:prstGeom>
          <a:no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486" name="Google Shape;4486;p361"/>
          <p:cNvSpPr/>
          <p:nvPr/>
        </p:nvSpPr>
        <p:spPr>
          <a:xfrm>
            <a:off x="4983975" y="2368825"/>
            <a:ext cx="491400" cy="491400"/>
          </a:xfrm>
          <a:prstGeom prst="ellipse">
            <a:avLst/>
          </a:prstGeom>
          <a:no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487" name="Google Shape;4487;p361"/>
          <p:cNvCxnSpPr>
            <a:stCxn id="4483" idx="3"/>
            <a:endCxn id="4486" idx="2"/>
          </p:cNvCxnSpPr>
          <p:nvPr/>
        </p:nvCxnSpPr>
        <p:spPr>
          <a:xfrm>
            <a:off x="4686175" y="2614525"/>
            <a:ext cx="297900" cy="0"/>
          </a:xfrm>
          <a:prstGeom prst="straightConnector1">
            <a:avLst/>
          </a:prstGeom>
          <a:noFill/>
          <a:ln cap="flat" cmpd="sng" w="9525">
            <a:solidFill>
              <a:srgbClr val="595959"/>
            </a:solidFill>
            <a:prstDash val="solid"/>
            <a:round/>
            <a:headEnd len="med" w="med" type="none"/>
            <a:tailEnd len="med" w="med" type="none"/>
          </a:ln>
        </p:spPr>
      </p:cxnSp>
      <p:cxnSp>
        <p:nvCxnSpPr>
          <p:cNvPr id="4488" name="Google Shape;4488;p361"/>
          <p:cNvCxnSpPr>
            <a:endCxn id="4484" idx="1"/>
          </p:cNvCxnSpPr>
          <p:nvPr/>
        </p:nvCxnSpPr>
        <p:spPr>
          <a:xfrm>
            <a:off x="7256500" y="2614525"/>
            <a:ext cx="249300" cy="0"/>
          </a:xfrm>
          <a:prstGeom prst="straightConnector1">
            <a:avLst/>
          </a:prstGeom>
          <a:noFill/>
          <a:ln cap="flat" cmpd="sng" w="9525">
            <a:solidFill>
              <a:srgbClr val="595959"/>
            </a:solidFill>
            <a:prstDash val="solid"/>
            <a:round/>
            <a:headEnd len="med" w="med" type="none"/>
            <a:tailEnd len="med" w="med" type="none"/>
          </a:ln>
        </p:spPr>
      </p:cxnSp>
      <p:sp>
        <p:nvSpPr>
          <p:cNvPr id="4489" name="Google Shape;4489;p361"/>
          <p:cNvSpPr txBox="1"/>
          <p:nvPr/>
        </p:nvSpPr>
        <p:spPr>
          <a:xfrm>
            <a:off x="1101075" y="3481450"/>
            <a:ext cx="4464900" cy="21708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1000"/>
              </a:spcBef>
              <a:spcAft>
                <a:spcPts val="0"/>
              </a:spcAft>
              <a:buNone/>
            </a:pPr>
            <a:r>
              <a:rPr lang="en">
                <a:latin typeface="Red Hat Text"/>
                <a:ea typeface="Red Hat Text"/>
                <a:cs typeface="Red Hat Text"/>
                <a:sym typeface="Red Hat Text"/>
              </a:rPr>
              <a:t>What is the </a:t>
            </a:r>
            <a:r>
              <a:rPr b="1" lang="en">
                <a:latin typeface="Red Hat Text"/>
                <a:ea typeface="Red Hat Text"/>
                <a:cs typeface="Red Hat Text"/>
                <a:sym typeface="Red Hat Text"/>
              </a:rPr>
              <a:t>primary objective</a:t>
            </a:r>
            <a:r>
              <a:rPr lang="en">
                <a:latin typeface="Red Hat Text"/>
                <a:ea typeface="Red Hat Text"/>
                <a:cs typeface="Red Hat Text"/>
                <a:sym typeface="Red Hat Text"/>
              </a:rPr>
              <a:t> of the integration?</a:t>
            </a:r>
            <a:endParaRPr>
              <a:latin typeface="Red Hat Text"/>
              <a:ea typeface="Red Hat Text"/>
              <a:cs typeface="Red Hat Text"/>
              <a:sym typeface="Red Hat Text"/>
            </a:endParaRPr>
          </a:p>
          <a:p>
            <a:pPr indent="-317500" lvl="0" marL="457200" rtl="0" algn="l">
              <a:lnSpc>
                <a:spcPct val="140000"/>
              </a:lnSpc>
              <a:spcBef>
                <a:spcPts val="1000"/>
              </a:spcBef>
              <a:spcAft>
                <a:spcPts val="0"/>
              </a:spcAft>
              <a:buClr>
                <a:srgbClr val="EE0000"/>
              </a:buClr>
              <a:buSzPts val="1400"/>
              <a:buFont typeface="Red Hat Text"/>
              <a:buChar char="▸"/>
            </a:pPr>
            <a:r>
              <a:rPr lang="en">
                <a:solidFill>
                  <a:schemeClr val="dk1"/>
                </a:solidFill>
                <a:latin typeface="Red Hat Text"/>
                <a:ea typeface="Red Hat Text"/>
                <a:cs typeface="Red Hat Text"/>
                <a:sym typeface="Red Hat Text"/>
              </a:rPr>
              <a:t>What are the </a:t>
            </a:r>
            <a:r>
              <a:rPr b="1" lang="en">
                <a:solidFill>
                  <a:schemeClr val="dk1"/>
                </a:solidFill>
                <a:latin typeface="Red Hat Text"/>
                <a:ea typeface="Red Hat Text"/>
                <a:cs typeface="Red Hat Text"/>
                <a:sym typeface="Red Hat Text"/>
              </a:rPr>
              <a:t>interface specifications</a:t>
            </a:r>
            <a:r>
              <a:rPr lang="en">
                <a:solidFill>
                  <a:schemeClr val="dk1"/>
                </a:solidFill>
                <a:latin typeface="Red Hat Text"/>
                <a:ea typeface="Red Hat Text"/>
                <a:cs typeface="Red Hat Text"/>
                <a:sym typeface="Red Hat Text"/>
              </a:rPr>
              <a:t>?</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b="1" lang="en">
                <a:solidFill>
                  <a:schemeClr val="dk1"/>
                </a:solidFill>
                <a:latin typeface="Red Hat Text"/>
                <a:ea typeface="Red Hat Text"/>
                <a:cs typeface="Red Hat Text"/>
                <a:sym typeface="Red Hat Text"/>
              </a:rPr>
              <a:t>What</a:t>
            </a:r>
            <a:r>
              <a:rPr lang="en">
                <a:solidFill>
                  <a:schemeClr val="dk1"/>
                </a:solidFill>
                <a:latin typeface="Red Hat Text"/>
                <a:ea typeface="Red Hat Text"/>
                <a:cs typeface="Red Hat Text"/>
                <a:sym typeface="Red Hat Text"/>
              </a:rPr>
              <a:t> do we need to do with the </a:t>
            </a:r>
            <a:r>
              <a:rPr b="1" lang="en">
                <a:solidFill>
                  <a:schemeClr val="dk1"/>
                </a:solidFill>
                <a:latin typeface="Red Hat Text"/>
                <a:ea typeface="Red Hat Text"/>
                <a:cs typeface="Red Hat Text"/>
                <a:sym typeface="Red Hat Text"/>
              </a:rPr>
              <a:t>message</a:t>
            </a:r>
            <a:r>
              <a:rPr lang="en">
                <a:solidFill>
                  <a:schemeClr val="dk1"/>
                </a:solidFill>
                <a:latin typeface="Red Hat Text"/>
                <a:ea typeface="Red Hat Text"/>
                <a:cs typeface="Red Hat Text"/>
                <a:sym typeface="Red Hat Text"/>
              </a:rPr>
              <a:t>?</a:t>
            </a:r>
            <a:endParaRPr>
              <a:solidFill>
                <a:schemeClr val="dk1"/>
              </a:solidFill>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b="1" lang="en">
                <a:latin typeface="Red Hat Text"/>
                <a:ea typeface="Red Hat Text"/>
                <a:cs typeface="Red Hat Text"/>
                <a:sym typeface="Red Hat Text"/>
              </a:rPr>
              <a:t>When</a:t>
            </a:r>
            <a:r>
              <a:rPr lang="en">
                <a:latin typeface="Red Hat Text"/>
                <a:ea typeface="Red Hat Text"/>
                <a:cs typeface="Red Hat Text"/>
                <a:sym typeface="Red Hat Text"/>
              </a:rPr>
              <a:t> do </a:t>
            </a:r>
            <a:r>
              <a:rPr b="1" lang="en">
                <a:latin typeface="Red Hat Text"/>
                <a:ea typeface="Red Hat Text"/>
                <a:cs typeface="Red Hat Text"/>
                <a:sym typeface="Red Hat Text"/>
              </a:rPr>
              <a:t>events</a:t>
            </a:r>
            <a:r>
              <a:rPr lang="en">
                <a:latin typeface="Red Hat Text"/>
                <a:ea typeface="Red Hat Text"/>
                <a:cs typeface="Red Hat Text"/>
                <a:sym typeface="Red Hat Text"/>
              </a:rPr>
              <a:t> occur?</a:t>
            </a:r>
            <a:endParaRPr>
              <a:latin typeface="Red Hat Text"/>
              <a:ea typeface="Red Hat Text"/>
              <a:cs typeface="Red Hat Text"/>
              <a:sym typeface="Red Hat Text"/>
            </a:endParaRPr>
          </a:p>
          <a:p>
            <a:pPr indent="-317500" lvl="0" marL="457200" rtl="0" algn="l">
              <a:lnSpc>
                <a:spcPct val="140000"/>
              </a:lnSpc>
              <a:spcBef>
                <a:spcPts val="0"/>
              </a:spcBef>
              <a:spcAft>
                <a:spcPts val="0"/>
              </a:spcAft>
              <a:buClr>
                <a:srgbClr val="EE0000"/>
              </a:buClr>
              <a:buSzPts val="1400"/>
              <a:buFont typeface="Red Hat Text"/>
              <a:buChar char="▸"/>
            </a:pPr>
            <a:r>
              <a:rPr lang="en">
                <a:latin typeface="Red Hat Text"/>
                <a:ea typeface="Red Hat Text"/>
                <a:cs typeface="Red Hat Text"/>
                <a:sym typeface="Red Hat Text"/>
              </a:rPr>
              <a:t>Are there specific </a:t>
            </a:r>
            <a:r>
              <a:rPr b="1" lang="en">
                <a:latin typeface="Red Hat Text"/>
                <a:ea typeface="Red Hat Text"/>
                <a:cs typeface="Red Hat Text"/>
                <a:sym typeface="Red Hat Text"/>
              </a:rPr>
              <a:t>performance targets</a:t>
            </a:r>
            <a:r>
              <a:rPr lang="en">
                <a:latin typeface="Red Hat Text"/>
                <a:ea typeface="Red Hat Text"/>
                <a:cs typeface="Red Hat Text"/>
                <a:sym typeface="Red Hat Text"/>
              </a:rPr>
              <a:t> or SLAs?</a:t>
            </a:r>
            <a:endParaRPr>
              <a:latin typeface="Red Hat Text"/>
              <a:ea typeface="Red Hat Text"/>
              <a:cs typeface="Red Hat Text"/>
              <a:sym typeface="Red Hat Text"/>
            </a:endParaRPr>
          </a:p>
        </p:txBody>
      </p:sp>
      <p:sp>
        <p:nvSpPr>
          <p:cNvPr id="4490" name="Google Shape;4490;p361"/>
          <p:cNvSpPr txBox="1"/>
          <p:nvPr/>
        </p:nvSpPr>
        <p:spPr>
          <a:xfrm>
            <a:off x="5804525" y="3606400"/>
            <a:ext cx="6055500" cy="2307900"/>
          </a:xfrm>
          <a:prstGeom prst="rect">
            <a:avLst/>
          </a:prstGeom>
          <a:noFill/>
          <a:ln>
            <a:noFill/>
          </a:ln>
        </p:spPr>
        <p:txBody>
          <a:bodyPr anchorCtr="0" anchor="t" bIns="91425" lIns="91425" spcFirstLastPara="1" rIns="91425" wrap="square" tIns="91425">
            <a:spAutoFit/>
          </a:bodyPr>
          <a:lstStyle/>
          <a:p>
            <a:pPr indent="-304800" lvl="0" marL="457200" rtl="0" algn="l">
              <a:lnSpc>
                <a:spcPct val="140000"/>
              </a:lnSpc>
              <a:spcBef>
                <a:spcPts val="100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How are authentication and authorization handled in both systems?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What are the error handling and retry mechanisms in case of failed requests or responses?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Are there any rate limiting or quota restrictions imposed by the service provider?</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Does the requester need to ensure (eventual) consistency?</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Will the requester produce duplicate requests?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Should the requester get access to all data?</a:t>
            </a:r>
            <a:endParaRPr sz="1200">
              <a:solidFill>
                <a:schemeClr val="dk1"/>
              </a:solidFill>
              <a:latin typeface="Red Hat Text"/>
              <a:ea typeface="Red Hat Text"/>
              <a:cs typeface="Red Hat Text"/>
              <a:sym typeface="Red Hat Text"/>
            </a:endParaRPr>
          </a:p>
          <a:p>
            <a:pPr indent="0" lvl="0" marL="0" rtl="0" algn="ctr">
              <a:lnSpc>
                <a:spcPct val="140000"/>
              </a:lnSpc>
              <a:spcBef>
                <a:spcPts val="1000"/>
              </a:spcBef>
              <a:spcAft>
                <a:spcPts val="1000"/>
              </a:spcAft>
              <a:buNone/>
            </a:pPr>
            <a:r>
              <a:rPr lang="en" sz="1200">
                <a:solidFill>
                  <a:schemeClr val="dk1"/>
                </a:solidFill>
                <a:latin typeface="Red Hat Text"/>
                <a:ea typeface="Red Hat Text"/>
                <a:cs typeface="Red Hat Text"/>
                <a:sym typeface="Red Hat Text"/>
              </a:rPr>
              <a:t>and many more questions…</a:t>
            </a:r>
            <a:endParaRPr sz="1200">
              <a:solidFill>
                <a:schemeClr val="dk1"/>
              </a:solidFill>
              <a:latin typeface="Red Hat Text"/>
              <a:ea typeface="Red Hat Text"/>
              <a:cs typeface="Red Hat Text"/>
              <a:sym typeface="Red Hat Tex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4" name="Shape 4494"/>
        <p:cNvGrpSpPr/>
        <p:nvPr/>
      </p:nvGrpSpPr>
      <p:grpSpPr>
        <a:xfrm>
          <a:off x="0" y="0"/>
          <a:ext cx="0" cy="0"/>
          <a:chOff x="0" y="0"/>
          <a:chExt cx="0" cy="0"/>
        </a:xfrm>
      </p:grpSpPr>
      <p:sp>
        <p:nvSpPr>
          <p:cNvPr id="4495" name="Google Shape;4495;p362"/>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Connect messaging systems</a:t>
            </a:r>
            <a:endParaRPr sz="3600"/>
          </a:p>
        </p:txBody>
      </p:sp>
      <p:sp>
        <p:nvSpPr>
          <p:cNvPr id="4496" name="Google Shape;4496;p3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497" name="Google Shape;4497;p362"/>
          <p:cNvSpPr/>
          <p:nvPr/>
        </p:nvSpPr>
        <p:spPr>
          <a:xfrm>
            <a:off x="1022163" y="2081225"/>
            <a:ext cx="1749900" cy="752100"/>
          </a:xfrm>
          <a:prstGeom prst="roundRect">
            <a:avLst>
              <a:gd fmla="val 16667" name="adj"/>
            </a:avLst>
          </a:prstGeom>
          <a:noFill/>
          <a:ln cap="flat" cmpd="sng" w="19050">
            <a:solidFill>
              <a:srgbClr val="1B45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Legacy message broker (producer)</a:t>
            </a:r>
            <a:endParaRPr>
              <a:latin typeface="Red Hat Text"/>
              <a:ea typeface="Red Hat Text"/>
              <a:cs typeface="Red Hat Text"/>
              <a:sym typeface="Red Hat Text"/>
            </a:endParaRPr>
          </a:p>
        </p:txBody>
      </p:sp>
      <p:sp>
        <p:nvSpPr>
          <p:cNvPr id="4498" name="Google Shape;4498;p362"/>
          <p:cNvSpPr/>
          <p:nvPr/>
        </p:nvSpPr>
        <p:spPr>
          <a:xfrm>
            <a:off x="5196725" y="2081225"/>
            <a:ext cx="1749900" cy="752100"/>
          </a:xfrm>
          <a:prstGeom prst="roundRect">
            <a:avLst>
              <a:gd fmla="val 16667" name="adj"/>
            </a:avLst>
          </a:prstGeom>
          <a:noFill/>
          <a:ln cap="flat" cmpd="sng" w="19050">
            <a:solidFill>
              <a:srgbClr val="3C8FF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Message Bridge Integration</a:t>
            </a:r>
            <a:endParaRPr>
              <a:latin typeface="Red Hat Text"/>
              <a:ea typeface="Red Hat Text"/>
              <a:cs typeface="Red Hat Text"/>
              <a:sym typeface="Red Hat Text"/>
            </a:endParaRPr>
          </a:p>
        </p:txBody>
      </p:sp>
      <p:sp>
        <p:nvSpPr>
          <p:cNvPr id="4499" name="Google Shape;4499;p362"/>
          <p:cNvSpPr/>
          <p:nvPr/>
        </p:nvSpPr>
        <p:spPr>
          <a:xfrm>
            <a:off x="4456050" y="2211575"/>
            <a:ext cx="491400" cy="491400"/>
          </a:xfrm>
          <a:prstGeom prst="arc">
            <a:avLst>
              <a:gd fmla="val 16200000" name="adj1"/>
              <a:gd fmla="val 541916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500" name="Google Shape;4500;p362"/>
          <p:cNvSpPr/>
          <p:nvPr/>
        </p:nvSpPr>
        <p:spPr>
          <a:xfrm>
            <a:off x="3069863" y="2211575"/>
            <a:ext cx="491400" cy="491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01" name="Google Shape;4501;p362"/>
          <p:cNvCxnSpPr>
            <a:stCxn id="4497" idx="3"/>
            <a:endCxn id="4500" idx="2"/>
          </p:cNvCxnSpPr>
          <p:nvPr/>
        </p:nvCxnSpPr>
        <p:spPr>
          <a:xfrm>
            <a:off x="2772063" y="2457275"/>
            <a:ext cx="297900" cy="0"/>
          </a:xfrm>
          <a:prstGeom prst="straightConnector1">
            <a:avLst/>
          </a:prstGeom>
          <a:noFill/>
          <a:ln cap="flat" cmpd="sng" w="9525">
            <a:solidFill>
              <a:schemeClr val="dk2"/>
            </a:solidFill>
            <a:prstDash val="solid"/>
            <a:round/>
            <a:headEnd len="med" w="med" type="none"/>
            <a:tailEnd len="med" w="med" type="none"/>
          </a:ln>
        </p:spPr>
      </p:cxnSp>
      <p:cxnSp>
        <p:nvCxnSpPr>
          <p:cNvPr id="4502" name="Google Shape;4502;p362"/>
          <p:cNvCxnSpPr>
            <a:endCxn id="4498" idx="1"/>
          </p:cNvCxnSpPr>
          <p:nvPr/>
        </p:nvCxnSpPr>
        <p:spPr>
          <a:xfrm>
            <a:off x="4947425" y="2457275"/>
            <a:ext cx="249300" cy="0"/>
          </a:xfrm>
          <a:prstGeom prst="straightConnector1">
            <a:avLst/>
          </a:prstGeom>
          <a:noFill/>
          <a:ln cap="flat" cmpd="sng" w="9525">
            <a:solidFill>
              <a:schemeClr val="dk2"/>
            </a:solidFill>
            <a:prstDash val="solid"/>
            <a:round/>
            <a:headEnd len="med" w="med" type="none"/>
            <a:tailEnd len="med" w="med" type="none"/>
          </a:ln>
        </p:spPr>
      </p:cxnSp>
      <p:sp>
        <p:nvSpPr>
          <p:cNvPr id="4503" name="Google Shape;4503;p362"/>
          <p:cNvSpPr/>
          <p:nvPr/>
        </p:nvSpPr>
        <p:spPr>
          <a:xfrm>
            <a:off x="7244525" y="2211575"/>
            <a:ext cx="491400" cy="491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04" name="Google Shape;4504;p362"/>
          <p:cNvCxnSpPr>
            <a:endCxn id="4503" idx="2"/>
          </p:cNvCxnSpPr>
          <p:nvPr/>
        </p:nvCxnSpPr>
        <p:spPr>
          <a:xfrm>
            <a:off x="6946625" y="2457275"/>
            <a:ext cx="297900" cy="0"/>
          </a:xfrm>
          <a:prstGeom prst="straightConnector1">
            <a:avLst/>
          </a:prstGeom>
          <a:noFill/>
          <a:ln cap="flat" cmpd="sng" w="9525">
            <a:solidFill>
              <a:schemeClr val="dk2"/>
            </a:solidFill>
            <a:prstDash val="solid"/>
            <a:round/>
            <a:headEnd len="med" w="med" type="none"/>
            <a:tailEnd len="med" w="med" type="none"/>
          </a:ln>
        </p:spPr>
      </p:cxnSp>
      <p:sp>
        <p:nvSpPr>
          <p:cNvPr id="4505" name="Google Shape;4505;p362"/>
          <p:cNvSpPr/>
          <p:nvPr/>
        </p:nvSpPr>
        <p:spPr>
          <a:xfrm>
            <a:off x="9322750" y="2081225"/>
            <a:ext cx="1749900" cy="7521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AMQ message broker (consumer)</a:t>
            </a:r>
            <a:endParaRPr>
              <a:latin typeface="Red Hat Text"/>
              <a:ea typeface="Red Hat Text"/>
              <a:cs typeface="Red Hat Text"/>
              <a:sym typeface="Red Hat Text"/>
            </a:endParaRPr>
          </a:p>
        </p:txBody>
      </p:sp>
      <p:sp>
        <p:nvSpPr>
          <p:cNvPr id="4506" name="Google Shape;4506;p362"/>
          <p:cNvSpPr/>
          <p:nvPr/>
        </p:nvSpPr>
        <p:spPr>
          <a:xfrm>
            <a:off x="8582075" y="2211575"/>
            <a:ext cx="491400" cy="491400"/>
          </a:xfrm>
          <a:prstGeom prst="arc">
            <a:avLst>
              <a:gd fmla="val 16200000" name="adj1"/>
              <a:gd fmla="val 541916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07" name="Google Shape;4507;p362"/>
          <p:cNvCxnSpPr>
            <a:endCxn id="4505" idx="1"/>
          </p:cNvCxnSpPr>
          <p:nvPr/>
        </p:nvCxnSpPr>
        <p:spPr>
          <a:xfrm>
            <a:off x="9073450" y="2457275"/>
            <a:ext cx="249300" cy="0"/>
          </a:xfrm>
          <a:prstGeom prst="straightConnector1">
            <a:avLst/>
          </a:prstGeom>
          <a:noFill/>
          <a:ln cap="flat" cmpd="sng" w="9525">
            <a:solidFill>
              <a:schemeClr val="dk2"/>
            </a:solidFill>
            <a:prstDash val="solid"/>
            <a:round/>
            <a:headEnd len="med" w="med" type="none"/>
            <a:tailEnd len="med" w="med" type="none"/>
          </a:ln>
        </p:spPr>
      </p:cxnSp>
      <p:sp>
        <p:nvSpPr>
          <p:cNvPr id="4508" name="Google Shape;4508;p362"/>
          <p:cNvSpPr txBox="1"/>
          <p:nvPr/>
        </p:nvSpPr>
        <p:spPr>
          <a:xfrm>
            <a:off x="3188925" y="2245450"/>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JMS</a:t>
            </a:r>
            <a:endParaRPr>
              <a:latin typeface="Red Hat Text"/>
              <a:ea typeface="Red Hat Text"/>
              <a:cs typeface="Red Hat Text"/>
              <a:sym typeface="Red Hat Text"/>
            </a:endParaRPr>
          </a:p>
        </p:txBody>
      </p:sp>
      <p:sp>
        <p:nvSpPr>
          <p:cNvPr id="4509" name="Google Shape;4509;p362"/>
          <p:cNvSpPr txBox="1"/>
          <p:nvPr/>
        </p:nvSpPr>
        <p:spPr>
          <a:xfrm>
            <a:off x="7421900" y="2245450"/>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JMS/AMQP</a:t>
            </a:r>
            <a:endParaRPr>
              <a:latin typeface="Red Hat Text"/>
              <a:ea typeface="Red Hat Text"/>
              <a:cs typeface="Red Hat Text"/>
              <a:sym typeface="Red Hat Text"/>
            </a:endParaRPr>
          </a:p>
        </p:txBody>
      </p:sp>
      <p:sp>
        <p:nvSpPr>
          <p:cNvPr id="4510" name="Google Shape;4510;p362"/>
          <p:cNvSpPr/>
          <p:nvPr/>
        </p:nvSpPr>
        <p:spPr>
          <a:xfrm>
            <a:off x="1046425" y="3331450"/>
            <a:ext cx="1749900" cy="752100"/>
          </a:xfrm>
          <a:prstGeom prst="roundRect">
            <a:avLst>
              <a:gd fmla="val 16667" name="adj"/>
            </a:avLst>
          </a:prstGeom>
          <a:noFill/>
          <a:ln cap="flat" cmpd="sng" w="19050">
            <a:solidFill>
              <a:srgbClr val="1B45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Sensors on edge devices / broker (producer)</a:t>
            </a:r>
            <a:endParaRPr>
              <a:latin typeface="Red Hat Text"/>
              <a:ea typeface="Red Hat Text"/>
              <a:cs typeface="Red Hat Text"/>
              <a:sym typeface="Red Hat Text"/>
            </a:endParaRPr>
          </a:p>
        </p:txBody>
      </p:sp>
      <p:sp>
        <p:nvSpPr>
          <p:cNvPr id="4511" name="Google Shape;4511;p362"/>
          <p:cNvSpPr/>
          <p:nvPr/>
        </p:nvSpPr>
        <p:spPr>
          <a:xfrm>
            <a:off x="5220988" y="3331450"/>
            <a:ext cx="1749900" cy="752100"/>
          </a:xfrm>
          <a:prstGeom prst="roundRect">
            <a:avLst>
              <a:gd fmla="val 16667" name="adj"/>
            </a:avLst>
          </a:prstGeom>
          <a:noFill/>
          <a:ln cap="flat" cmpd="sng" w="19050">
            <a:solidFill>
              <a:srgbClr val="3C8FF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Message Bridge Integration</a:t>
            </a:r>
            <a:endParaRPr>
              <a:latin typeface="Red Hat Text"/>
              <a:ea typeface="Red Hat Text"/>
              <a:cs typeface="Red Hat Text"/>
              <a:sym typeface="Red Hat Text"/>
            </a:endParaRPr>
          </a:p>
        </p:txBody>
      </p:sp>
      <p:sp>
        <p:nvSpPr>
          <p:cNvPr id="4512" name="Google Shape;4512;p362"/>
          <p:cNvSpPr/>
          <p:nvPr/>
        </p:nvSpPr>
        <p:spPr>
          <a:xfrm>
            <a:off x="4480313" y="3461800"/>
            <a:ext cx="491400" cy="491400"/>
          </a:xfrm>
          <a:prstGeom prst="arc">
            <a:avLst>
              <a:gd fmla="val 16200000" name="adj1"/>
              <a:gd fmla="val 541916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513" name="Google Shape;4513;p362"/>
          <p:cNvSpPr/>
          <p:nvPr/>
        </p:nvSpPr>
        <p:spPr>
          <a:xfrm>
            <a:off x="3094125" y="3461800"/>
            <a:ext cx="491400" cy="491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14" name="Google Shape;4514;p362"/>
          <p:cNvCxnSpPr>
            <a:stCxn id="4510" idx="3"/>
            <a:endCxn id="4513" idx="2"/>
          </p:cNvCxnSpPr>
          <p:nvPr/>
        </p:nvCxnSpPr>
        <p:spPr>
          <a:xfrm>
            <a:off x="2796325" y="3707500"/>
            <a:ext cx="297900" cy="0"/>
          </a:xfrm>
          <a:prstGeom prst="straightConnector1">
            <a:avLst/>
          </a:prstGeom>
          <a:noFill/>
          <a:ln cap="flat" cmpd="sng" w="9525">
            <a:solidFill>
              <a:schemeClr val="dk2"/>
            </a:solidFill>
            <a:prstDash val="solid"/>
            <a:round/>
            <a:headEnd len="med" w="med" type="none"/>
            <a:tailEnd len="med" w="med" type="none"/>
          </a:ln>
        </p:spPr>
      </p:cxnSp>
      <p:cxnSp>
        <p:nvCxnSpPr>
          <p:cNvPr id="4515" name="Google Shape;4515;p362"/>
          <p:cNvCxnSpPr>
            <a:endCxn id="4511" idx="1"/>
          </p:cNvCxnSpPr>
          <p:nvPr/>
        </p:nvCxnSpPr>
        <p:spPr>
          <a:xfrm>
            <a:off x="4971688" y="3707500"/>
            <a:ext cx="249300" cy="0"/>
          </a:xfrm>
          <a:prstGeom prst="straightConnector1">
            <a:avLst/>
          </a:prstGeom>
          <a:noFill/>
          <a:ln cap="flat" cmpd="sng" w="9525">
            <a:solidFill>
              <a:schemeClr val="dk2"/>
            </a:solidFill>
            <a:prstDash val="solid"/>
            <a:round/>
            <a:headEnd len="med" w="med" type="none"/>
            <a:tailEnd len="med" w="med" type="none"/>
          </a:ln>
        </p:spPr>
      </p:cxnSp>
      <p:sp>
        <p:nvSpPr>
          <p:cNvPr id="4516" name="Google Shape;4516;p362"/>
          <p:cNvSpPr/>
          <p:nvPr/>
        </p:nvSpPr>
        <p:spPr>
          <a:xfrm>
            <a:off x="7268788" y="3461800"/>
            <a:ext cx="491400" cy="491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17" name="Google Shape;4517;p362"/>
          <p:cNvCxnSpPr>
            <a:endCxn id="4516" idx="2"/>
          </p:cNvCxnSpPr>
          <p:nvPr/>
        </p:nvCxnSpPr>
        <p:spPr>
          <a:xfrm>
            <a:off x="6970888" y="3707500"/>
            <a:ext cx="297900" cy="0"/>
          </a:xfrm>
          <a:prstGeom prst="straightConnector1">
            <a:avLst/>
          </a:prstGeom>
          <a:noFill/>
          <a:ln cap="flat" cmpd="sng" w="9525">
            <a:solidFill>
              <a:schemeClr val="dk2"/>
            </a:solidFill>
            <a:prstDash val="solid"/>
            <a:round/>
            <a:headEnd len="med" w="med" type="none"/>
            <a:tailEnd len="med" w="med" type="none"/>
          </a:ln>
        </p:spPr>
      </p:cxnSp>
      <p:sp>
        <p:nvSpPr>
          <p:cNvPr id="4518" name="Google Shape;4518;p362"/>
          <p:cNvSpPr/>
          <p:nvPr/>
        </p:nvSpPr>
        <p:spPr>
          <a:xfrm>
            <a:off x="9347013" y="3331450"/>
            <a:ext cx="1749900" cy="7521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Kafka broker (consumer)</a:t>
            </a:r>
            <a:endParaRPr>
              <a:latin typeface="Red Hat Text"/>
              <a:ea typeface="Red Hat Text"/>
              <a:cs typeface="Red Hat Text"/>
              <a:sym typeface="Red Hat Text"/>
            </a:endParaRPr>
          </a:p>
        </p:txBody>
      </p:sp>
      <p:sp>
        <p:nvSpPr>
          <p:cNvPr id="4519" name="Google Shape;4519;p362"/>
          <p:cNvSpPr/>
          <p:nvPr/>
        </p:nvSpPr>
        <p:spPr>
          <a:xfrm>
            <a:off x="8606338" y="3461800"/>
            <a:ext cx="491400" cy="491400"/>
          </a:xfrm>
          <a:prstGeom prst="arc">
            <a:avLst>
              <a:gd fmla="val 16200000" name="adj1"/>
              <a:gd fmla="val 541916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20" name="Google Shape;4520;p362"/>
          <p:cNvCxnSpPr>
            <a:endCxn id="4518" idx="1"/>
          </p:cNvCxnSpPr>
          <p:nvPr/>
        </p:nvCxnSpPr>
        <p:spPr>
          <a:xfrm>
            <a:off x="9097713" y="3707500"/>
            <a:ext cx="249300" cy="0"/>
          </a:xfrm>
          <a:prstGeom prst="straightConnector1">
            <a:avLst/>
          </a:prstGeom>
          <a:noFill/>
          <a:ln cap="flat" cmpd="sng" w="9525">
            <a:solidFill>
              <a:schemeClr val="dk2"/>
            </a:solidFill>
            <a:prstDash val="solid"/>
            <a:round/>
            <a:headEnd len="med" w="med" type="none"/>
            <a:tailEnd len="med" w="med" type="none"/>
          </a:ln>
        </p:spPr>
      </p:cxnSp>
      <p:sp>
        <p:nvSpPr>
          <p:cNvPr id="4521" name="Google Shape;4521;p362"/>
          <p:cNvSpPr txBox="1"/>
          <p:nvPr/>
        </p:nvSpPr>
        <p:spPr>
          <a:xfrm>
            <a:off x="3289388" y="3495675"/>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MQTT events</a:t>
            </a:r>
            <a:endParaRPr>
              <a:latin typeface="Red Hat Text"/>
              <a:ea typeface="Red Hat Text"/>
              <a:cs typeface="Red Hat Text"/>
              <a:sym typeface="Red Hat Text"/>
            </a:endParaRPr>
          </a:p>
        </p:txBody>
      </p:sp>
      <p:sp>
        <p:nvSpPr>
          <p:cNvPr id="4522" name="Google Shape;4522;p362"/>
          <p:cNvSpPr txBox="1"/>
          <p:nvPr/>
        </p:nvSpPr>
        <p:spPr>
          <a:xfrm>
            <a:off x="7446163" y="3495675"/>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Kafka events</a:t>
            </a:r>
            <a:endParaRPr>
              <a:latin typeface="Red Hat Text"/>
              <a:ea typeface="Red Hat Text"/>
              <a:cs typeface="Red Hat Text"/>
              <a:sym typeface="Red Hat Text"/>
            </a:endParaRPr>
          </a:p>
        </p:txBody>
      </p:sp>
      <p:sp>
        <p:nvSpPr>
          <p:cNvPr id="4523" name="Google Shape;4523;p36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Message bridge</a:t>
            </a:r>
            <a:endParaRPr sz="2000"/>
          </a:p>
        </p:txBody>
      </p:sp>
      <p:sp>
        <p:nvSpPr>
          <p:cNvPr id="4524" name="Google Shape;4524;p362"/>
          <p:cNvSpPr txBox="1"/>
          <p:nvPr>
            <p:ph idx="4" type="body"/>
          </p:nvPr>
        </p:nvSpPr>
        <p:spPr>
          <a:xfrm>
            <a:off x="4971700" y="4354550"/>
            <a:ext cx="3438900" cy="1958700"/>
          </a:xfrm>
          <a:prstGeom prst="rect">
            <a:avLst/>
          </a:prstGeom>
        </p:spPr>
        <p:txBody>
          <a:bodyPr anchorCtr="0" anchor="t" bIns="0" lIns="0" spcFirstLastPara="1" rIns="0" wrap="square" tIns="0">
            <a:noAutofit/>
          </a:bodyPr>
          <a:lstStyle/>
          <a:p>
            <a:pPr indent="-330200" lvl="0" marL="457200" rtl="0" algn="l">
              <a:lnSpc>
                <a:spcPct val="100000"/>
              </a:lnSpc>
              <a:spcBef>
                <a:spcPts val="0"/>
              </a:spcBef>
              <a:spcAft>
                <a:spcPts val="0"/>
              </a:spcAft>
              <a:buSzPts val="1600"/>
              <a:buChar char="▸"/>
            </a:pPr>
            <a:r>
              <a:rPr lang="en" sz="1600">
                <a:solidFill>
                  <a:schemeClr val="dk1"/>
                </a:solidFill>
              </a:rPr>
              <a:t>Protocol translation</a:t>
            </a:r>
            <a:endParaRPr sz="1600">
              <a:solidFill>
                <a:schemeClr val="dk1"/>
              </a:solidFill>
            </a:endParaRPr>
          </a:p>
          <a:p>
            <a:pPr indent="-330200" lvl="0" marL="457200" rtl="0" algn="l">
              <a:lnSpc>
                <a:spcPct val="100000"/>
              </a:lnSpc>
              <a:spcBef>
                <a:spcPts val="0"/>
              </a:spcBef>
              <a:spcAft>
                <a:spcPts val="0"/>
              </a:spcAft>
              <a:buSzPts val="1600"/>
              <a:buChar char="▸"/>
            </a:pPr>
            <a:r>
              <a:rPr lang="en" sz="1600">
                <a:solidFill>
                  <a:schemeClr val="dk1"/>
                </a:solidFill>
              </a:rPr>
              <a:t>Message transformation</a:t>
            </a:r>
            <a:endParaRPr sz="1600">
              <a:solidFill>
                <a:schemeClr val="dk1"/>
              </a:solidFill>
            </a:endParaRPr>
          </a:p>
          <a:p>
            <a:pPr indent="-330200" lvl="0" marL="457200" rtl="0" algn="l">
              <a:lnSpc>
                <a:spcPct val="100000"/>
              </a:lnSpc>
              <a:spcBef>
                <a:spcPts val="0"/>
              </a:spcBef>
              <a:spcAft>
                <a:spcPts val="0"/>
              </a:spcAft>
              <a:buSzPts val="1600"/>
              <a:buChar char="▸"/>
            </a:pPr>
            <a:r>
              <a:rPr lang="en" sz="1600">
                <a:solidFill>
                  <a:schemeClr val="dk1"/>
                </a:solidFill>
              </a:rPr>
              <a:t>Routing</a:t>
            </a:r>
            <a:endParaRPr sz="1600">
              <a:solidFill>
                <a:schemeClr val="dk1"/>
              </a:solidFill>
            </a:endParaRPr>
          </a:p>
          <a:p>
            <a:pPr indent="-330200" lvl="0" marL="457200" rtl="0" algn="l">
              <a:lnSpc>
                <a:spcPct val="100000"/>
              </a:lnSpc>
              <a:spcBef>
                <a:spcPts val="0"/>
              </a:spcBef>
              <a:spcAft>
                <a:spcPts val="0"/>
              </a:spcAft>
              <a:buSzPts val="1600"/>
              <a:buChar char="▸"/>
            </a:pPr>
            <a:r>
              <a:rPr lang="en" sz="1600">
                <a:solidFill>
                  <a:schemeClr val="dk1"/>
                </a:solidFill>
              </a:rPr>
              <a:t>Enrichment and filtering</a:t>
            </a:r>
            <a:endParaRPr sz="1600">
              <a:solidFill>
                <a:schemeClr val="dk1"/>
              </a:solidFill>
            </a:endParaRPr>
          </a:p>
          <a:p>
            <a:pPr indent="-330200" lvl="0" marL="457200" rtl="0" algn="l">
              <a:lnSpc>
                <a:spcPct val="100000"/>
              </a:lnSpc>
              <a:spcBef>
                <a:spcPts val="0"/>
              </a:spcBef>
              <a:spcAft>
                <a:spcPts val="0"/>
              </a:spcAft>
              <a:buSzPts val="1600"/>
              <a:buChar char="▸"/>
            </a:pPr>
            <a:r>
              <a:rPr lang="en" sz="1600">
                <a:solidFill>
                  <a:schemeClr val="dk1"/>
                </a:solidFill>
              </a:rPr>
              <a:t>Key considerations</a:t>
            </a:r>
            <a:endParaRPr sz="1600">
              <a:solidFill>
                <a:schemeClr val="dk1"/>
              </a:solidFill>
            </a:endParaRPr>
          </a:p>
          <a:p>
            <a:pPr indent="-317500" lvl="1" marL="914400" rtl="0" algn="l">
              <a:lnSpc>
                <a:spcPct val="100000"/>
              </a:lnSpc>
              <a:spcBef>
                <a:spcPts val="0"/>
              </a:spcBef>
              <a:spcAft>
                <a:spcPts val="0"/>
              </a:spcAft>
              <a:buClr>
                <a:schemeClr val="dk1"/>
              </a:buClr>
              <a:buSzPts val="1400"/>
              <a:buChar char="･"/>
            </a:pPr>
            <a:r>
              <a:rPr lang="en" sz="1400">
                <a:solidFill>
                  <a:schemeClr val="dk1"/>
                </a:solidFill>
              </a:rPr>
              <a:t>Performance</a:t>
            </a:r>
            <a:endParaRPr sz="1400">
              <a:solidFill>
                <a:schemeClr val="dk1"/>
              </a:solidFill>
            </a:endParaRPr>
          </a:p>
          <a:p>
            <a:pPr indent="-317500" lvl="1" marL="914400" rtl="0" algn="l">
              <a:lnSpc>
                <a:spcPct val="100000"/>
              </a:lnSpc>
              <a:spcBef>
                <a:spcPts val="0"/>
              </a:spcBef>
              <a:spcAft>
                <a:spcPts val="0"/>
              </a:spcAft>
              <a:buClr>
                <a:schemeClr val="dk1"/>
              </a:buClr>
              <a:buSzPts val="1400"/>
              <a:buChar char="･"/>
            </a:pPr>
            <a:r>
              <a:rPr lang="en" sz="1400">
                <a:solidFill>
                  <a:schemeClr val="dk1"/>
                </a:solidFill>
              </a:rPr>
              <a:t>Compliance</a:t>
            </a:r>
            <a:endParaRPr sz="1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8" name="Shape 4528"/>
        <p:cNvGrpSpPr/>
        <p:nvPr/>
      </p:nvGrpSpPr>
      <p:grpSpPr>
        <a:xfrm>
          <a:off x="0" y="0"/>
          <a:ext cx="0" cy="0"/>
          <a:chOff x="0" y="0"/>
          <a:chExt cx="0" cy="0"/>
        </a:xfrm>
      </p:grpSpPr>
      <p:sp>
        <p:nvSpPr>
          <p:cNvPr id="4529" name="Google Shape;4529;p363"/>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Data integration</a:t>
            </a:r>
            <a:endParaRPr sz="2000"/>
          </a:p>
        </p:txBody>
      </p:sp>
      <p:sp>
        <p:nvSpPr>
          <p:cNvPr id="4530" name="Google Shape;4530;p3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531" name="Google Shape;4531;p363"/>
          <p:cNvSpPr txBox="1"/>
          <p:nvPr>
            <p:ph idx="3" type="subTitle"/>
          </p:nvPr>
        </p:nvSpPr>
        <p:spPr>
          <a:xfrm>
            <a:off x="4468400" y="4490350"/>
            <a:ext cx="3255300" cy="12744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1300"/>
              <a:t>Refine raw data into actionable and valuable insights using normalizer, enricher, aggregator and other patterns</a:t>
            </a:r>
            <a:endParaRPr sz="1300"/>
          </a:p>
        </p:txBody>
      </p:sp>
      <p:sp>
        <p:nvSpPr>
          <p:cNvPr id="4532" name="Google Shape;4532;p363"/>
          <p:cNvSpPr txBox="1"/>
          <p:nvPr>
            <p:ph idx="4" type="subTitle"/>
          </p:nvPr>
        </p:nvSpPr>
        <p:spPr>
          <a:xfrm>
            <a:off x="8048000" y="4001125"/>
            <a:ext cx="3255300" cy="321900"/>
          </a:xfrm>
          <a:prstGeom prst="rect">
            <a:avLst/>
          </a:prstGeom>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Data Synchronization</a:t>
            </a:r>
            <a:endParaRPr/>
          </a:p>
        </p:txBody>
      </p:sp>
      <p:sp>
        <p:nvSpPr>
          <p:cNvPr id="4533" name="Google Shape;4533;p363"/>
          <p:cNvSpPr txBox="1"/>
          <p:nvPr>
            <p:ph idx="2" type="subTitle"/>
          </p:nvPr>
        </p:nvSpPr>
        <p:spPr>
          <a:xfrm>
            <a:off x="4468300" y="4001125"/>
            <a:ext cx="3255300" cy="3219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Data Processing</a:t>
            </a:r>
            <a:endParaRPr/>
          </a:p>
        </p:txBody>
      </p:sp>
      <p:sp>
        <p:nvSpPr>
          <p:cNvPr id="4534" name="Google Shape;4534;p363"/>
          <p:cNvSpPr txBox="1"/>
          <p:nvPr>
            <p:ph idx="5" type="subTitle"/>
          </p:nvPr>
        </p:nvSpPr>
        <p:spPr>
          <a:xfrm>
            <a:off x="8048100" y="4490350"/>
            <a:ext cx="3255300" cy="11874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1300"/>
              <a:t>Modernize systems while synchronizing data using change data capture and strangler patterns</a:t>
            </a:r>
            <a:endParaRPr sz="1300"/>
          </a:p>
        </p:txBody>
      </p:sp>
      <p:sp>
        <p:nvSpPr>
          <p:cNvPr id="4535" name="Google Shape;4535;p363"/>
          <p:cNvSpPr txBox="1"/>
          <p:nvPr>
            <p:ph idx="6" type="subTitle"/>
          </p:nvPr>
        </p:nvSpPr>
        <p:spPr>
          <a:xfrm>
            <a:off x="888600" y="4001125"/>
            <a:ext cx="3255300" cy="3219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Data Migration</a:t>
            </a:r>
            <a:endParaRPr/>
          </a:p>
        </p:txBody>
      </p:sp>
      <p:sp>
        <p:nvSpPr>
          <p:cNvPr id="4536" name="Google Shape;4536;p363"/>
          <p:cNvSpPr txBox="1"/>
          <p:nvPr>
            <p:ph idx="7" type="subTitle"/>
          </p:nvPr>
        </p:nvSpPr>
        <p:spPr>
          <a:xfrm>
            <a:off x="888675" y="4490350"/>
            <a:ext cx="3255300" cy="118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300">
                <a:solidFill>
                  <a:schemeClr val="dk1"/>
                </a:solidFill>
              </a:rPr>
              <a:t>Enable advanced data analytics and AI applications using pipes and filters</a:t>
            </a:r>
            <a:endParaRPr sz="1300">
              <a:solidFill>
                <a:schemeClr val="dk1"/>
              </a:solidFill>
            </a:endParaRPr>
          </a:p>
          <a:p>
            <a:pPr indent="0" lvl="0" marL="0" rtl="0" algn="ctr">
              <a:spcBef>
                <a:spcPts val="500"/>
              </a:spcBef>
              <a:spcAft>
                <a:spcPts val="500"/>
              </a:spcAft>
              <a:buNone/>
            </a:pPr>
            <a:r>
              <a:t/>
            </a:r>
            <a:endParaRPr sz="1200"/>
          </a:p>
        </p:txBody>
      </p:sp>
      <p:sp>
        <p:nvSpPr>
          <p:cNvPr id="4537" name="Google Shape;4537;p363"/>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Facilitate flow of data between systems</a:t>
            </a:r>
            <a:endParaRPr sz="3600"/>
          </a:p>
        </p:txBody>
      </p:sp>
      <p:pic>
        <p:nvPicPr>
          <p:cNvPr id="4538" name="Google Shape;4538;p363"/>
          <p:cNvPicPr preferRelativeResize="0"/>
          <p:nvPr/>
        </p:nvPicPr>
        <p:blipFill rotWithShape="1">
          <a:blip r:embed="rId3">
            <a:alphaModFix/>
          </a:blip>
          <a:srcRect b="0" l="0" r="0" t="0"/>
          <a:stretch/>
        </p:blipFill>
        <p:spPr>
          <a:xfrm>
            <a:off x="2084351" y="2785912"/>
            <a:ext cx="863988" cy="863986"/>
          </a:xfrm>
          <a:prstGeom prst="rect">
            <a:avLst/>
          </a:prstGeom>
          <a:noFill/>
          <a:ln>
            <a:noFill/>
          </a:ln>
        </p:spPr>
      </p:pic>
      <p:pic>
        <p:nvPicPr>
          <p:cNvPr id="4539" name="Google Shape;4539;p363"/>
          <p:cNvPicPr preferRelativeResize="0"/>
          <p:nvPr/>
        </p:nvPicPr>
        <p:blipFill>
          <a:blip r:embed="rId4">
            <a:alphaModFix/>
          </a:blip>
          <a:stretch>
            <a:fillRect/>
          </a:stretch>
        </p:blipFill>
        <p:spPr>
          <a:xfrm>
            <a:off x="5635550" y="2732075"/>
            <a:ext cx="864000" cy="864000"/>
          </a:xfrm>
          <a:prstGeom prst="rect">
            <a:avLst/>
          </a:prstGeom>
          <a:noFill/>
          <a:ln>
            <a:noFill/>
          </a:ln>
        </p:spPr>
      </p:pic>
      <p:pic>
        <p:nvPicPr>
          <p:cNvPr id="4540" name="Google Shape;4540;p363"/>
          <p:cNvPicPr preferRelativeResize="0"/>
          <p:nvPr/>
        </p:nvPicPr>
        <p:blipFill rotWithShape="1">
          <a:blip r:embed="rId5">
            <a:alphaModFix/>
          </a:blip>
          <a:srcRect b="0" l="0" r="0" t="0"/>
          <a:stretch/>
        </p:blipFill>
        <p:spPr>
          <a:xfrm>
            <a:off x="9243655" y="2732088"/>
            <a:ext cx="863988" cy="8639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4" name="Shape 4544"/>
        <p:cNvGrpSpPr/>
        <p:nvPr/>
      </p:nvGrpSpPr>
      <p:grpSpPr>
        <a:xfrm>
          <a:off x="0" y="0"/>
          <a:ext cx="0" cy="0"/>
          <a:chOff x="0" y="0"/>
          <a:chExt cx="0" cy="0"/>
        </a:xfrm>
      </p:grpSpPr>
      <p:sp>
        <p:nvSpPr>
          <p:cNvPr id="4545" name="Google Shape;4545;p364"/>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Gather and prepare data in automated flows</a:t>
            </a:r>
            <a:endParaRPr sz="3600"/>
          </a:p>
        </p:txBody>
      </p:sp>
      <p:sp>
        <p:nvSpPr>
          <p:cNvPr id="4546" name="Google Shape;4546;p3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547" name="Google Shape;4547;p364"/>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Data pipeline</a:t>
            </a:r>
            <a:endParaRPr sz="2000"/>
          </a:p>
        </p:txBody>
      </p:sp>
      <p:sp>
        <p:nvSpPr>
          <p:cNvPr id="4548" name="Google Shape;4548;p364"/>
          <p:cNvSpPr/>
          <p:nvPr/>
        </p:nvSpPr>
        <p:spPr>
          <a:xfrm>
            <a:off x="2543813" y="2252300"/>
            <a:ext cx="1749900" cy="752100"/>
          </a:xfrm>
          <a:prstGeom prst="roundRect">
            <a:avLst>
              <a:gd fmla="val 16667" name="adj"/>
            </a:avLst>
          </a:prstGeom>
          <a:noFill/>
          <a:ln cap="flat" cmpd="sng" w="1905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Ingestion</a:t>
            </a:r>
            <a:endParaRPr>
              <a:latin typeface="Red Hat Text"/>
              <a:ea typeface="Red Hat Text"/>
              <a:cs typeface="Red Hat Text"/>
              <a:sym typeface="Red Hat Text"/>
            </a:endParaRPr>
          </a:p>
        </p:txBody>
      </p:sp>
      <p:sp>
        <p:nvSpPr>
          <p:cNvPr id="4549" name="Google Shape;4549;p364"/>
          <p:cNvSpPr/>
          <p:nvPr/>
        </p:nvSpPr>
        <p:spPr>
          <a:xfrm>
            <a:off x="5221163" y="2252300"/>
            <a:ext cx="1749900" cy="752100"/>
          </a:xfrm>
          <a:prstGeom prst="roundRect">
            <a:avLst>
              <a:gd fmla="val 16667" name="adj"/>
            </a:avLst>
          </a:prstGeom>
          <a:noFill/>
          <a:ln cap="flat" cmpd="sng" w="1905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Transformation</a:t>
            </a:r>
            <a:endParaRPr>
              <a:latin typeface="Red Hat Text"/>
              <a:ea typeface="Red Hat Text"/>
              <a:cs typeface="Red Hat Text"/>
              <a:sym typeface="Red Hat Text"/>
            </a:endParaRPr>
          </a:p>
        </p:txBody>
      </p:sp>
      <p:sp>
        <p:nvSpPr>
          <p:cNvPr id="4550" name="Google Shape;4550;p364"/>
          <p:cNvSpPr/>
          <p:nvPr/>
        </p:nvSpPr>
        <p:spPr>
          <a:xfrm>
            <a:off x="7898513" y="2252300"/>
            <a:ext cx="1749900" cy="752100"/>
          </a:xfrm>
          <a:prstGeom prst="roundRect">
            <a:avLst>
              <a:gd fmla="val 16667" name="adj"/>
            </a:avLst>
          </a:prstGeom>
          <a:noFill/>
          <a:ln cap="flat" cmpd="sng" w="1905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Storage</a:t>
            </a:r>
            <a:endParaRPr>
              <a:latin typeface="Red Hat Text"/>
              <a:ea typeface="Red Hat Text"/>
              <a:cs typeface="Red Hat Text"/>
              <a:sym typeface="Red Hat Text"/>
            </a:endParaRPr>
          </a:p>
        </p:txBody>
      </p:sp>
      <p:cxnSp>
        <p:nvCxnSpPr>
          <p:cNvPr id="4551" name="Google Shape;4551;p364"/>
          <p:cNvCxnSpPr>
            <a:stCxn id="4548" idx="3"/>
            <a:endCxn id="4549" idx="1"/>
          </p:cNvCxnSpPr>
          <p:nvPr/>
        </p:nvCxnSpPr>
        <p:spPr>
          <a:xfrm>
            <a:off x="4293713" y="2628350"/>
            <a:ext cx="927600" cy="0"/>
          </a:xfrm>
          <a:prstGeom prst="straightConnector1">
            <a:avLst/>
          </a:prstGeom>
          <a:noFill/>
          <a:ln cap="flat" cmpd="sng" w="9525">
            <a:solidFill>
              <a:schemeClr val="dk2"/>
            </a:solidFill>
            <a:prstDash val="solid"/>
            <a:round/>
            <a:headEnd len="med" w="med" type="none"/>
            <a:tailEnd len="med" w="med" type="triangle"/>
          </a:ln>
        </p:spPr>
      </p:cxnSp>
      <p:cxnSp>
        <p:nvCxnSpPr>
          <p:cNvPr id="4552" name="Google Shape;4552;p364"/>
          <p:cNvCxnSpPr>
            <a:stCxn id="4549" idx="3"/>
            <a:endCxn id="4550" idx="1"/>
          </p:cNvCxnSpPr>
          <p:nvPr/>
        </p:nvCxnSpPr>
        <p:spPr>
          <a:xfrm>
            <a:off x="6971063" y="2628350"/>
            <a:ext cx="927600" cy="0"/>
          </a:xfrm>
          <a:prstGeom prst="straightConnector1">
            <a:avLst/>
          </a:prstGeom>
          <a:noFill/>
          <a:ln cap="flat" cmpd="sng" w="9525">
            <a:solidFill>
              <a:schemeClr val="dk2"/>
            </a:solidFill>
            <a:prstDash val="solid"/>
            <a:round/>
            <a:headEnd len="med" w="med" type="none"/>
            <a:tailEnd len="med" w="med" type="triangle"/>
          </a:ln>
        </p:spPr>
      </p:cxnSp>
      <p:sp>
        <p:nvSpPr>
          <p:cNvPr id="4553" name="Google Shape;4553;p364"/>
          <p:cNvSpPr txBox="1"/>
          <p:nvPr/>
        </p:nvSpPr>
        <p:spPr>
          <a:xfrm>
            <a:off x="3787875" y="3522450"/>
            <a:ext cx="6758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Extend knowledge and improve accuracy in classification, recommendation, and other types of AI/ML-empowered applications</a:t>
            </a:r>
            <a:endParaRPr sz="1600">
              <a:latin typeface="Red Hat Text"/>
              <a:ea typeface="Red Hat Text"/>
              <a:cs typeface="Red Hat Text"/>
              <a:sym typeface="Red Hat Text"/>
            </a:endParaRPr>
          </a:p>
        </p:txBody>
      </p:sp>
      <p:sp>
        <p:nvSpPr>
          <p:cNvPr id="4554" name="Google Shape;4554;p364"/>
          <p:cNvSpPr txBox="1"/>
          <p:nvPr/>
        </p:nvSpPr>
        <p:spPr>
          <a:xfrm>
            <a:off x="3787863" y="4476500"/>
            <a:ext cx="5779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Optimize supply chains by collecting data from suppliers, inventory and logics systems</a:t>
            </a:r>
            <a:endParaRPr sz="1600">
              <a:latin typeface="Red Hat Text"/>
              <a:ea typeface="Red Hat Text"/>
              <a:cs typeface="Red Hat Text"/>
              <a:sym typeface="Red Hat Text"/>
            </a:endParaRPr>
          </a:p>
        </p:txBody>
      </p:sp>
      <p:sp>
        <p:nvSpPr>
          <p:cNvPr id="4555" name="Google Shape;4555;p364"/>
          <p:cNvSpPr txBox="1"/>
          <p:nvPr/>
        </p:nvSpPr>
        <p:spPr>
          <a:xfrm>
            <a:off x="3787863" y="5430550"/>
            <a:ext cx="5779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Analyze data from IoT devices by monitoring performance and detect failures</a:t>
            </a:r>
            <a:endParaRPr sz="1600">
              <a:latin typeface="Red Hat Text"/>
              <a:ea typeface="Red Hat Text"/>
              <a:cs typeface="Red Hat Text"/>
              <a:sym typeface="Red Hat Text"/>
            </a:endParaRPr>
          </a:p>
        </p:txBody>
      </p:sp>
      <p:pic>
        <p:nvPicPr>
          <p:cNvPr id="4556" name="Google Shape;4556;p364"/>
          <p:cNvPicPr preferRelativeResize="0"/>
          <p:nvPr/>
        </p:nvPicPr>
        <p:blipFill rotWithShape="1">
          <a:blip r:embed="rId3">
            <a:alphaModFix/>
          </a:blip>
          <a:srcRect b="0" l="0" r="0" t="0"/>
          <a:stretch/>
        </p:blipFill>
        <p:spPr>
          <a:xfrm>
            <a:off x="2624325" y="3429009"/>
            <a:ext cx="863988" cy="863986"/>
          </a:xfrm>
          <a:prstGeom prst="rect">
            <a:avLst/>
          </a:prstGeom>
          <a:noFill/>
          <a:ln>
            <a:noFill/>
          </a:ln>
        </p:spPr>
      </p:pic>
      <p:pic>
        <p:nvPicPr>
          <p:cNvPr id="4557" name="Google Shape;4557;p364"/>
          <p:cNvPicPr preferRelativeResize="0"/>
          <p:nvPr/>
        </p:nvPicPr>
        <p:blipFill rotWithShape="1">
          <a:blip r:embed="rId4">
            <a:alphaModFix/>
          </a:blip>
          <a:srcRect b="0" l="0" r="0" t="0"/>
          <a:stretch/>
        </p:blipFill>
        <p:spPr>
          <a:xfrm>
            <a:off x="2624328" y="4383075"/>
            <a:ext cx="863988" cy="863986"/>
          </a:xfrm>
          <a:prstGeom prst="rect">
            <a:avLst/>
          </a:prstGeom>
          <a:noFill/>
          <a:ln>
            <a:noFill/>
          </a:ln>
        </p:spPr>
      </p:pic>
      <p:pic>
        <p:nvPicPr>
          <p:cNvPr id="4558" name="Google Shape;4558;p364"/>
          <p:cNvPicPr preferRelativeResize="0"/>
          <p:nvPr/>
        </p:nvPicPr>
        <p:blipFill rotWithShape="1">
          <a:blip r:embed="rId5">
            <a:alphaModFix/>
          </a:blip>
          <a:srcRect b="0" l="0" r="0" t="0"/>
          <a:stretch/>
        </p:blipFill>
        <p:spPr>
          <a:xfrm>
            <a:off x="2624326" y="5337113"/>
            <a:ext cx="863988" cy="8639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2" name="Shape 4562"/>
        <p:cNvGrpSpPr/>
        <p:nvPr/>
      </p:nvGrpSpPr>
      <p:grpSpPr>
        <a:xfrm>
          <a:off x="0" y="0"/>
          <a:ext cx="0" cy="0"/>
          <a:chOff x="0" y="0"/>
          <a:chExt cx="0" cy="0"/>
        </a:xfrm>
      </p:grpSpPr>
      <p:sp>
        <p:nvSpPr>
          <p:cNvPr id="4563" name="Google Shape;4563;p365"/>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Exchange and translate data</a:t>
            </a:r>
            <a:endParaRPr sz="3600"/>
          </a:p>
        </p:txBody>
      </p:sp>
      <p:sp>
        <p:nvSpPr>
          <p:cNvPr id="4564" name="Google Shape;4564;p3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565" name="Google Shape;4565;p36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Message processing</a:t>
            </a:r>
            <a:endParaRPr sz="2000"/>
          </a:p>
        </p:txBody>
      </p:sp>
      <p:sp>
        <p:nvSpPr>
          <p:cNvPr id="4566" name="Google Shape;4566;p365"/>
          <p:cNvSpPr/>
          <p:nvPr/>
        </p:nvSpPr>
        <p:spPr>
          <a:xfrm>
            <a:off x="3342825" y="535340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Schema registry</a:t>
            </a:r>
            <a:endParaRPr sz="1600">
              <a:latin typeface="Red Hat Text"/>
              <a:ea typeface="Red Hat Text"/>
              <a:cs typeface="Red Hat Text"/>
              <a:sym typeface="Red Hat Text"/>
            </a:endParaRPr>
          </a:p>
        </p:txBody>
      </p:sp>
      <p:pic>
        <p:nvPicPr>
          <p:cNvPr id="4567" name="Google Shape;4567;p365"/>
          <p:cNvPicPr preferRelativeResize="0"/>
          <p:nvPr/>
        </p:nvPicPr>
        <p:blipFill rotWithShape="1">
          <a:blip r:embed="rId3">
            <a:alphaModFix/>
          </a:blip>
          <a:srcRect b="0" l="0" r="0" t="0"/>
          <a:stretch/>
        </p:blipFill>
        <p:spPr>
          <a:xfrm>
            <a:off x="1778170" y="3919837"/>
            <a:ext cx="547416" cy="547400"/>
          </a:xfrm>
          <a:prstGeom prst="rect">
            <a:avLst/>
          </a:prstGeom>
          <a:noFill/>
          <a:ln>
            <a:noFill/>
          </a:ln>
        </p:spPr>
      </p:pic>
      <p:sp>
        <p:nvSpPr>
          <p:cNvPr id="4568" name="Google Shape;4568;p365"/>
          <p:cNvSpPr txBox="1"/>
          <p:nvPr/>
        </p:nvSpPr>
        <p:spPr>
          <a:xfrm>
            <a:off x="1333975" y="4325750"/>
            <a:ext cx="14358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Message data</a:t>
            </a:r>
            <a:endParaRPr sz="1600">
              <a:latin typeface="Red Hat Text"/>
              <a:ea typeface="Red Hat Text"/>
              <a:cs typeface="Red Hat Text"/>
              <a:sym typeface="Red Hat Text"/>
            </a:endParaRPr>
          </a:p>
        </p:txBody>
      </p:sp>
      <p:sp>
        <p:nvSpPr>
          <p:cNvPr id="4569" name="Google Shape;4569;p365"/>
          <p:cNvSpPr txBox="1"/>
          <p:nvPr/>
        </p:nvSpPr>
        <p:spPr>
          <a:xfrm>
            <a:off x="1059375" y="1647738"/>
            <a:ext cx="2160000" cy="20493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0"/>
              </a:spcAft>
              <a:buNone/>
            </a:pPr>
            <a:r>
              <a:rPr lang="en" sz="1200">
                <a:solidFill>
                  <a:schemeClr val="dk1"/>
                </a:solidFill>
                <a:latin typeface="Red Hat Text"/>
                <a:ea typeface="Red Hat Text"/>
                <a:cs typeface="Red Hat Text"/>
                <a:sym typeface="Red Hat Text"/>
              </a:rPr>
              <a:t>Data Formats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100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XML</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JSON</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Zipfile</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Avro</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Protobuf</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SOAP</a:t>
            </a:r>
            <a:endParaRPr sz="1200"/>
          </a:p>
        </p:txBody>
      </p:sp>
      <p:sp>
        <p:nvSpPr>
          <p:cNvPr id="4570" name="Google Shape;4570;p365"/>
          <p:cNvSpPr/>
          <p:nvPr/>
        </p:nvSpPr>
        <p:spPr>
          <a:xfrm>
            <a:off x="3490413" y="4048500"/>
            <a:ext cx="1587000" cy="705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Validate</a:t>
            </a:r>
            <a:endParaRPr>
              <a:latin typeface="Red Hat Text"/>
              <a:ea typeface="Red Hat Text"/>
              <a:cs typeface="Red Hat Text"/>
              <a:sym typeface="Red Hat Text"/>
            </a:endParaRPr>
          </a:p>
        </p:txBody>
      </p:sp>
      <p:cxnSp>
        <p:nvCxnSpPr>
          <p:cNvPr id="4571" name="Google Shape;4571;p365"/>
          <p:cNvCxnSpPr>
            <a:endCxn id="4570" idx="1"/>
          </p:cNvCxnSpPr>
          <p:nvPr/>
        </p:nvCxnSpPr>
        <p:spPr>
          <a:xfrm>
            <a:off x="2638713" y="4401300"/>
            <a:ext cx="851700" cy="0"/>
          </a:xfrm>
          <a:prstGeom prst="straightConnector1">
            <a:avLst/>
          </a:prstGeom>
          <a:noFill/>
          <a:ln cap="flat" cmpd="sng" w="9525">
            <a:solidFill>
              <a:schemeClr val="dk2"/>
            </a:solidFill>
            <a:prstDash val="dash"/>
            <a:round/>
            <a:headEnd len="med" w="med" type="none"/>
            <a:tailEnd len="med" w="med" type="triangle"/>
          </a:ln>
        </p:spPr>
      </p:cxnSp>
      <p:cxnSp>
        <p:nvCxnSpPr>
          <p:cNvPr id="4572" name="Google Shape;4572;p365"/>
          <p:cNvCxnSpPr>
            <a:stCxn id="4570" idx="2"/>
            <a:endCxn id="4566" idx="0"/>
          </p:cNvCxnSpPr>
          <p:nvPr/>
        </p:nvCxnSpPr>
        <p:spPr>
          <a:xfrm>
            <a:off x="4283913" y="4754100"/>
            <a:ext cx="0" cy="599400"/>
          </a:xfrm>
          <a:prstGeom prst="straightConnector1">
            <a:avLst/>
          </a:prstGeom>
          <a:noFill/>
          <a:ln cap="flat" cmpd="sng" w="9525">
            <a:solidFill>
              <a:schemeClr val="dk2"/>
            </a:solidFill>
            <a:prstDash val="dash"/>
            <a:round/>
            <a:headEnd len="med" w="med" type="none"/>
            <a:tailEnd len="med" w="med" type="none"/>
          </a:ln>
        </p:spPr>
      </p:cxnSp>
      <p:sp>
        <p:nvSpPr>
          <p:cNvPr id="4573" name="Google Shape;4573;p365"/>
          <p:cNvSpPr/>
          <p:nvPr/>
        </p:nvSpPr>
        <p:spPr>
          <a:xfrm>
            <a:off x="5788513" y="4048500"/>
            <a:ext cx="1587000" cy="705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Enrich</a:t>
            </a:r>
            <a:endParaRPr>
              <a:latin typeface="Red Hat Text"/>
              <a:ea typeface="Red Hat Text"/>
              <a:cs typeface="Red Hat Text"/>
              <a:sym typeface="Red Hat Text"/>
            </a:endParaRPr>
          </a:p>
          <a:p>
            <a:pPr indent="0" lvl="0" marL="0" rtl="0" algn="ctr">
              <a:spcBef>
                <a:spcPts val="0"/>
              </a:spcBef>
              <a:spcAft>
                <a:spcPts val="0"/>
              </a:spcAft>
              <a:buNone/>
            </a:pPr>
            <a:r>
              <a:rPr lang="en">
                <a:latin typeface="Red Hat Text"/>
                <a:ea typeface="Red Hat Text"/>
                <a:cs typeface="Red Hat Text"/>
                <a:sym typeface="Red Hat Text"/>
              </a:rPr>
              <a:t>Aggregate</a:t>
            </a:r>
            <a:endParaRPr>
              <a:latin typeface="Red Hat Text"/>
              <a:ea typeface="Red Hat Text"/>
              <a:cs typeface="Red Hat Text"/>
              <a:sym typeface="Red Hat Text"/>
            </a:endParaRPr>
          </a:p>
        </p:txBody>
      </p:sp>
      <p:cxnSp>
        <p:nvCxnSpPr>
          <p:cNvPr id="4574" name="Google Shape;4574;p365"/>
          <p:cNvCxnSpPr>
            <a:stCxn id="4570" idx="3"/>
            <a:endCxn id="4573" idx="1"/>
          </p:cNvCxnSpPr>
          <p:nvPr/>
        </p:nvCxnSpPr>
        <p:spPr>
          <a:xfrm>
            <a:off x="5077413" y="4401300"/>
            <a:ext cx="711000" cy="0"/>
          </a:xfrm>
          <a:prstGeom prst="straightConnector1">
            <a:avLst/>
          </a:prstGeom>
          <a:noFill/>
          <a:ln cap="flat" cmpd="sng" w="9525">
            <a:solidFill>
              <a:schemeClr val="dk2"/>
            </a:solidFill>
            <a:prstDash val="solid"/>
            <a:round/>
            <a:headEnd len="med" w="med" type="none"/>
            <a:tailEnd len="med" w="med" type="triangle"/>
          </a:ln>
        </p:spPr>
      </p:cxnSp>
      <p:sp>
        <p:nvSpPr>
          <p:cNvPr id="4575" name="Google Shape;4575;p365"/>
          <p:cNvSpPr/>
          <p:nvPr/>
        </p:nvSpPr>
        <p:spPr>
          <a:xfrm>
            <a:off x="5640925" y="535340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source(s)</a:t>
            </a:r>
            <a:endParaRPr sz="1600">
              <a:latin typeface="Red Hat Text"/>
              <a:ea typeface="Red Hat Text"/>
              <a:cs typeface="Red Hat Text"/>
              <a:sym typeface="Red Hat Text"/>
            </a:endParaRPr>
          </a:p>
        </p:txBody>
      </p:sp>
      <p:sp>
        <p:nvSpPr>
          <p:cNvPr id="4576" name="Google Shape;4576;p365"/>
          <p:cNvSpPr txBox="1"/>
          <p:nvPr/>
        </p:nvSpPr>
        <p:spPr>
          <a:xfrm>
            <a:off x="3381825" y="2331875"/>
            <a:ext cx="1843200" cy="1532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0"/>
              </a:spcAft>
              <a:buNone/>
            </a:pPr>
            <a:r>
              <a:rPr lang="en" sz="1200">
                <a:solidFill>
                  <a:schemeClr val="dk1"/>
                </a:solidFill>
                <a:latin typeface="Red Hat Text"/>
                <a:ea typeface="Red Hat Text"/>
                <a:cs typeface="Red Hat Text"/>
                <a:sym typeface="Red Hat Text"/>
              </a:rPr>
              <a:t>Expression Languages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100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JQ</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JSONPath</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XPath</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XQuery</a:t>
            </a:r>
            <a:endParaRPr sz="1200"/>
          </a:p>
        </p:txBody>
      </p:sp>
      <p:cxnSp>
        <p:nvCxnSpPr>
          <p:cNvPr id="4577" name="Google Shape;4577;p365"/>
          <p:cNvCxnSpPr>
            <a:stCxn id="4575" idx="0"/>
            <a:endCxn id="4573" idx="2"/>
          </p:cNvCxnSpPr>
          <p:nvPr/>
        </p:nvCxnSpPr>
        <p:spPr>
          <a:xfrm rot="10800000">
            <a:off x="6582025" y="4754000"/>
            <a:ext cx="0" cy="599400"/>
          </a:xfrm>
          <a:prstGeom prst="straightConnector1">
            <a:avLst/>
          </a:prstGeom>
          <a:noFill/>
          <a:ln cap="flat" cmpd="sng" w="9525">
            <a:solidFill>
              <a:schemeClr val="dk2"/>
            </a:solidFill>
            <a:prstDash val="dash"/>
            <a:round/>
            <a:headEnd len="med" w="med" type="none"/>
            <a:tailEnd len="med" w="med" type="none"/>
          </a:ln>
        </p:spPr>
      </p:cxnSp>
      <p:sp>
        <p:nvSpPr>
          <p:cNvPr id="4578" name="Google Shape;4578;p365"/>
          <p:cNvSpPr/>
          <p:nvPr/>
        </p:nvSpPr>
        <p:spPr>
          <a:xfrm>
            <a:off x="8086613" y="4048500"/>
            <a:ext cx="1587000" cy="7056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Transform</a:t>
            </a:r>
            <a:endParaRPr>
              <a:latin typeface="Red Hat Text"/>
              <a:ea typeface="Red Hat Text"/>
              <a:cs typeface="Red Hat Text"/>
              <a:sym typeface="Red Hat Text"/>
            </a:endParaRPr>
          </a:p>
        </p:txBody>
      </p:sp>
      <p:sp>
        <p:nvSpPr>
          <p:cNvPr id="4579" name="Google Shape;4579;p365"/>
          <p:cNvSpPr txBox="1"/>
          <p:nvPr/>
        </p:nvSpPr>
        <p:spPr>
          <a:xfrm>
            <a:off x="8086625" y="2500900"/>
            <a:ext cx="3109200" cy="1273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0"/>
              </a:spcAft>
              <a:buNone/>
            </a:pPr>
            <a:r>
              <a:rPr lang="en" sz="1200">
                <a:solidFill>
                  <a:schemeClr val="dk1"/>
                </a:solidFill>
                <a:latin typeface="Red Hat Text"/>
                <a:ea typeface="Red Hat Text"/>
                <a:cs typeface="Red Hat Text"/>
                <a:sym typeface="Red Hat Text"/>
              </a:rPr>
              <a:t>Transformation languages and frameworks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100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XSLT, JSLT, XJ</a:t>
            </a:r>
            <a:endParaRPr sz="1200">
              <a:solidFill>
                <a:schemeClr val="dk1"/>
              </a:solidFill>
              <a:latin typeface="Red Hat Text"/>
              <a:ea typeface="Red Hat Text"/>
              <a:cs typeface="Red Hat Text"/>
              <a:sym typeface="Red Hat Text"/>
            </a:endParaRPr>
          </a:p>
          <a:p>
            <a:pPr indent="-298450" lvl="0" marL="457200" rtl="0" algn="l">
              <a:lnSpc>
                <a:spcPct val="140000"/>
              </a:lnSpc>
              <a:spcBef>
                <a:spcPts val="0"/>
              </a:spcBef>
              <a:spcAft>
                <a:spcPts val="0"/>
              </a:spcAft>
              <a:buClr>
                <a:schemeClr val="dk1"/>
              </a:buClr>
              <a:buSzPts val="1100"/>
              <a:buFont typeface="Red Hat Text"/>
              <a:buChar char="●"/>
            </a:pPr>
            <a:r>
              <a:rPr lang="en" sz="1200">
                <a:solidFill>
                  <a:schemeClr val="dk1"/>
                </a:solidFill>
                <a:latin typeface="Red Hat Text"/>
                <a:ea typeface="Red Hat Text"/>
                <a:cs typeface="Red Hat Text"/>
                <a:sym typeface="Red Hat Text"/>
              </a:rPr>
              <a:t>Bindy, Mapstruct, JAXB, Gson, Xstream</a:t>
            </a:r>
            <a:endParaRPr sz="1100">
              <a:solidFill>
                <a:schemeClr val="dk1"/>
              </a:solidFill>
              <a:latin typeface="Red Hat Text"/>
              <a:ea typeface="Red Hat Text"/>
              <a:cs typeface="Red Hat Text"/>
              <a:sym typeface="Red Hat Text"/>
            </a:endParaRPr>
          </a:p>
        </p:txBody>
      </p:sp>
      <p:cxnSp>
        <p:nvCxnSpPr>
          <p:cNvPr id="4580" name="Google Shape;4580;p365"/>
          <p:cNvCxnSpPr>
            <a:stCxn id="4573" idx="3"/>
            <a:endCxn id="4578" idx="1"/>
          </p:cNvCxnSpPr>
          <p:nvPr/>
        </p:nvCxnSpPr>
        <p:spPr>
          <a:xfrm>
            <a:off x="7375513" y="4401300"/>
            <a:ext cx="711000" cy="0"/>
          </a:xfrm>
          <a:prstGeom prst="straightConnector1">
            <a:avLst/>
          </a:prstGeom>
          <a:noFill/>
          <a:ln cap="flat" cmpd="sng" w="9525">
            <a:solidFill>
              <a:schemeClr val="dk2"/>
            </a:solidFill>
            <a:prstDash val="solid"/>
            <a:round/>
            <a:headEnd len="med" w="med" type="none"/>
            <a:tailEnd len="med" w="med" type="triangle"/>
          </a:ln>
        </p:spPr>
      </p:cxnSp>
      <p:cxnSp>
        <p:nvCxnSpPr>
          <p:cNvPr id="4581" name="Google Shape;4581;p365"/>
          <p:cNvCxnSpPr>
            <a:stCxn id="4578" idx="3"/>
          </p:cNvCxnSpPr>
          <p:nvPr/>
        </p:nvCxnSpPr>
        <p:spPr>
          <a:xfrm>
            <a:off x="9673613" y="4401300"/>
            <a:ext cx="588000" cy="0"/>
          </a:xfrm>
          <a:prstGeom prst="straightConnector1">
            <a:avLst/>
          </a:prstGeom>
          <a:noFill/>
          <a:ln cap="flat" cmpd="sng" w="9525">
            <a:solidFill>
              <a:schemeClr val="dk2"/>
            </a:solidFill>
            <a:prstDash val="dash"/>
            <a:round/>
            <a:headEnd len="med" w="med" type="none"/>
            <a:tailEnd len="med" w="med" type="triangle"/>
          </a:ln>
        </p:spPr>
      </p:cxnSp>
      <p:sp>
        <p:nvSpPr>
          <p:cNvPr id="4582" name="Google Shape;4582;p365"/>
          <p:cNvSpPr txBox="1"/>
          <p:nvPr/>
        </p:nvSpPr>
        <p:spPr>
          <a:xfrm>
            <a:off x="10146100" y="4048500"/>
            <a:ext cx="14358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Store</a:t>
            </a:r>
            <a:br>
              <a:rPr lang="en" sz="1600">
                <a:latin typeface="Red Hat Text"/>
                <a:ea typeface="Red Hat Text"/>
                <a:cs typeface="Red Hat Text"/>
                <a:sym typeface="Red Hat Text"/>
              </a:rPr>
            </a:br>
            <a:r>
              <a:rPr lang="en" sz="1600">
                <a:latin typeface="Red Hat Text"/>
                <a:ea typeface="Red Hat Text"/>
                <a:cs typeface="Red Hat Text"/>
                <a:sym typeface="Red Hat Text"/>
              </a:rPr>
              <a:t>Route</a:t>
            </a:r>
            <a:endParaRPr sz="1600">
              <a:latin typeface="Red Hat Text"/>
              <a:ea typeface="Red Hat Text"/>
              <a:cs typeface="Red Hat Text"/>
              <a:sym typeface="Red Hat Tex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6" name="Shape 4586"/>
        <p:cNvGrpSpPr/>
        <p:nvPr/>
      </p:nvGrpSpPr>
      <p:grpSpPr>
        <a:xfrm>
          <a:off x="0" y="0"/>
          <a:ext cx="0" cy="0"/>
          <a:chOff x="0" y="0"/>
          <a:chExt cx="0" cy="0"/>
        </a:xfrm>
      </p:grpSpPr>
      <p:sp>
        <p:nvSpPr>
          <p:cNvPr id="4587" name="Google Shape;4587;p366"/>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Bridge different API architectural styles</a:t>
            </a:r>
            <a:endParaRPr sz="3600"/>
          </a:p>
        </p:txBody>
      </p:sp>
      <p:sp>
        <p:nvSpPr>
          <p:cNvPr id="4588" name="Google Shape;4588;p3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589" name="Google Shape;4589;p366"/>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Service mediator</a:t>
            </a:r>
            <a:endParaRPr sz="2000"/>
          </a:p>
        </p:txBody>
      </p:sp>
      <p:sp>
        <p:nvSpPr>
          <p:cNvPr id="4590" name="Google Shape;4590;p366"/>
          <p:cNvSpPr/>
          <p:nvPr/>
        </p:nvSpPr>
        <p:spPr>
          <a:xfrm>
            <a:off x="1022163" y="2081225"/>
            <a:ext cx="1749900" cy="752100"/>
          </a:xfrm>
          <a:prstGeom prst="roundRect">
            <a:avLst>
              <a:gd fmla="val 16667" name="adj"/>
            </a:avLst>
          </a:prstGeom>
          <a:noFill/>
          <a:ln cap="flat" cmpd="sng" w="19050">
            <a:solidFill>
              <a:srgbClr val="1B454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Service consumer</a:t>
            </a:r>
            <a:endParaRPr>
              <a:latin typeface="Red Hat Text"/>
              <a:ea typeface="Red Hat Text"/>
              <a:cs typeface="Red Hat Text"/>
              <a:sym typeface="Red Hat Text"/>
            </a:endParaRPr>
          </a:p>
        </p:txBody>
      </p:sp>
      <p:sp>
        <p:nvSpPr>
          <p:cNvPr id="4591" name="Google Shape;4591;p366"/>
          <p:cNvSpPr/>
          <p:nvPr/>
        </p:nvSpPr>
        <p:spPr>
          <a:xfrm>
            <a:off x="5196725" y="2081225"/>
            <a:ext cx="1749900" cy="752100"/>
          </a:xfrm>
          <a:prstGeom prst="roundRect">
            <a:avLst>
              <a:gd fmla="val 16667" name="adj"/>
            </a:avLst>
          </a:prstGeom>
          <a:noFill/>
          <a:ln cap="flat" cmpd="sng" w="19050">
            <a:solidFill>
              <a:srgbClr val="316DC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REST-SOAP Integration</a:t>
            </a:r>
            <a:endParaRPr>
              <a:latin typeface="Red Hat Text"/>
              <a:ea typeface="Red Hat Text"/>
              <a:cs typeface="Red Hat Text"/>
              <a:sym typeface="Red Hat Text"/>
            </a:endParaRPr>
          </a:p>
        </p:txBody>
      </p:sp>
      <p:sp>
        <p:nvSpPr>
          <p:cNvPr id="4592" name="Google Shape;4592;p366"/>
          <p:cNvSpPr/>
          <p:nvPr/>
        </p:nvSpPr>
        <p:spPr>
          <a:xfrm>
            <a:off x="4456050" y="2211575"/>
            <a:ext cx="491400" cy="491400"/>
          </a:xfrm>
          <a:prstGeom prst="arc">
            <a:avLst>
              <a:gd fmla="val 16200000" name="adj1"/>
              <a:gd fmla="val 541916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593" name="Google Shape;4593;p366"/>
          <p:cNvSpPr/>
          <p:nvPr/>
        </p:nvSpPr>
        <p:spPr>
          <a:xfrm>
            <a:off x="3069863" y="2211575"/>
            <a:ext cx="491400" cy="491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94" name="Google Shape;4594;p366"/>
          <p:cNvCxnSpPr>
            <a:stCxn id="4590" idx="3"/>
            <a:endCxn id="4593" idx="2"/>
          </p:cNvCxnSpPr>
          <p:nvPr/>
        </p:nvCxnSpPr>
        <p:spPr>
          <a:xfrm>
            <a:off x="2772063" y="2457275"/>
            <a:ext cx="297900" cy="0"/>
          </a:xfrm>
          <a:prstGeom prst="straightConnector1">
            <a:avLst/>
          </a:prstGeom>
          <a:noFill/>
          <a:ln cap="flat" cmpd="sng" w="9525">
            <a:solidFill>
              <a:schemeClr val="dk2"/>
            </a:solidFill>
            <a:prstDash val="solid"/>
            <a:round/>
            <a:headEnd len="med" w="med" type="none"/>
            <a:tailEnd len="med" w="med" type="none"/>
          </a:ln>
        </p:spPr>
      </p:cxnSp>
      <p:cxnSp>
        <p:nvCxnSpPr>
          <p:cNvPr id="4595" name="Google Shape;4595;p366"/>
          <p:cNvCxnSpPr>
            <a:endCxn id="4591" idx="1"/>
          </p:cNvCxnSpPr>
          <p:nvPr/>
        </p:nvCxnSpPr>
        <p:spPr>
          <a:xfrm>
            <a:off x="4947425" y="2457275"/>
            <a:ext cx="249300" cy="0"/>
          </a:xfrm>
          <a:prstGeom prst="straightConnector1">
            <a:avLst/>
          </a:prstGeom>
          <a:noFill/>
          <a:ln cap="flat" cmpd="sng" w="9525">
            <a:solidFill>
              <a:schemeClr val="dk2"/>
            </a:solidFill>
            <a:prstDash val="solid"/>
            <a:round/>
            <a:headEnd len="med" w="med" type="none"/>
            <a:tailEnd len="med" w="med" type="none"/>
          </a:ln>
        </p:spPr>
      </p:cxnSp>
      <p:sp>
        <p:nvSpPr>
          <p:cNvPr id="4596" name="Google Shape;4596;p366"/>
          <p:cNvSpPr/>
          <p:nvPr/>
        </p:nvSpPr>
        <p:spPr>
          <a:xfrm>
            <a:off x="7244525" y="2211575"/>
            <a:ext cx="491400" cy="491400"/>
          </a:xfrm>
          <a:prstGeom prst="ellipse">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597" name="Google Shape;4597;p366"/>
          <p:cNvCxnSpPr>
            <a:endCxn id="4596" idx="2"/>
          </p:cNvCxnSpPr>
          <p:nvPr/>
        </p:nvCxnSpPr>
        <p:spPr>
          <a:xfrm>
            <a:off x="6946625" y="2457275"/>
            <a:ext cx="297900" cy="0"/>
          </a:xfrm>
          <a:prstGeom prst="straightConnector1">
            <a:avLst/>
          </a:prstGeom>
          <a:noFill/>
          <a:ln cap="flat" cmpd="sng" w="9525">
            <a:solidFill>
              <a:schemeClr val="dk2"/>
            </a:solidFill>
            <a:prstDash val="solid"/>
            <a:round/>
            <a:headEnd len="med" w="med" type="none"/>
            <a:tailEnd len="med" w="med" type="none"/>
          </a:ln>
        </p:spPr>
      </p:cxnSp>
      <p:sp>
        <p:nvSpPr>
          <p:cNvPr id="4598" name="Google Shape;4598;p366"/>
          <p:cNvSpPr txBox="1"/>
          <p:nvPr/>
        </p:nvSpPr>
        <p:spPr>
          <a:xfrm>
            <a:off x="3188925" y="2931250"/>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latin typeface="Red Hat Text"/>
                <a:ea typeface="Red Hat Text"/>
                <a:cs typeface="Red Hat Text"/>
                <a:sym typeface="Red Hat Text"/>
                <a:hlinkClick r:id="rId3"/>
              </a:rPr>
              <a:t>OpenAPI</a:t>
            </a:r>
            <a:r>
              <a:rPr lang="en">
                <a:latin typeface="Red Hat Text"/>
                <a:ea typeface="Red Hat Text"/>
                <a:cs typeface="Red Hat Text"/>
                <a:sym typeface="Red Hat Text"/>
              </a:rPr>
              <a:t> contract</a:t>
            </a:r>
            <a:endParaRPr>
              <a:latin typeface="Red Hat Text"/>
              <a:ea typeface="Red Hat Text"/>
              <a:cs typeface="Red Hat Text"/>
              <a:sym typeface="Red Hat Text"/>
            </a:endParaRPr>
          </a:p>
        </p:txBody>
      </p:sp>
      <p:sp>
        <p:nvSpPr>
          <p:cNvPr id="4599" name="Google Shape;4599;p366"/>
          <p:cNvSpPr txBox="1"/>
          <p:nvPr/>
        </p:nvSpPr>
        <p:spPr>
          <a:xfrm>
            <a:off x="7345700" y="2931250"/>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latin typeface="Red Hat Text"/>
                <a:ea typeface="Red Hat Text"/>
                <a:cs typeface="Red Hat Text"/>
                <a:sym typeface="Red Hat Text"/>
                <a:hlinkClick r:id="rId4"/>
              </a:rPr>
              <a:t>WSDL</a:t>
            </a:r>
            <a:r>
              <a:rPr lang="en">
                <a:latin typeface="Red Hat Text"/>
                <a:ea typeface="Red Hat Text"/>
                <a:cs typeface="Red Hat Text"/>
                <a:sym typeface="Red Hat Text"/>
              </a:rPr>
              <a:t> contract</a:t>
            </a:r>
            <a:endParaRPr>
              <a:latin typeface="Red Hat Text"/>
              <a:ea typeface="Red Hat Text"/>
              <a:cs typeface="Red Hat Text"/>
              <a:sym typeface="Red Hat Text"/>
            </a:endParaRPr>
          </a:p>
        </p:txBody>
      </p:sp>
      <p:sp>
        <p:nvSpPr>
          <p:cNvPr id="4600" name="Google Shape;4600;p366"/>
          <p:cNvSpPr/>
          <p:nvPr/>
        </p:nvSpPr>
        <p:spPr>
          <a:xfrm>
            <a:off x="9322750" y="2081225"/>
            <a:ext cx="1749900" cy="7521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Legacy system</a:t>
            </a:r>
            <a:endParaRPr>
              <a:latin typeface="Red Hat Text"/>
              <a:ea typeface="Red Hat Text"/>
              <a:cs typeface="Red Hat Text"/>
              <a:sym typeface="Red Hat Text"/>
            </a:endParaRPr>
          </a:p>
        </p:txBody>
      </p:sp>
      <p:sp>
        <p:nvSpPr>
          <p:cNvPr id="4601" name="Google Shape;4601;p366"/>
          <p:cNvSpPr/>
          <p:nvPr/>
        </p:nvSpPr>
        <p:spPr>
          <a:xfrm>
            <a:off x="8582075" y="2211575"/>
            <a:ext cx="491400" cy="491400"/>
          </a:xfrm>
          <a:prstGeom prst="arc">
            <a:avLst>
              <a:gd fmla="val 16200000" name="adj1"/>
              <a:gd fmla="val 5419169"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cxnSp>
        <p:nvCxnSpPr>
          <p:cNvPr id="4602" name="Google Shape;4602;p366"/>
          <p:cNvCxnSpPr>
            <a:endCxn id="4600" idx="1"/>
          </p:cNvCxnSpPr>
          <p:nvPr/>
        </p:nvCxnSpPr>
        <p:spPr>
          <a:xfrm>
            <a:off x="9073450" y="2457275"/>
            <a:ext cx="249300" cy="0"/>
          </a:xfrm>
          <a:prstGeom prst="straightConnector1">
            <a:avLst/>
          </a:prstGeom>
          <a:noFill/>
          <a:ln cap="flat" cmpd="sng" w="9525">
            <a:solidFill>
              <a:schemeClr val="dk2"/>
            </a:solidFill>
            <a:prstDash val="solid"/>
            <a:round/>
            <a:headEnd len="med" w="med" type="none"/>
            <a:tailEnd len="med" w="med" type="none"/>
          </a:ln>
        </p:spPr>
      </p:cxnSp>
      <p:sp>
        <p:nvSpPr>
          <p:cNvPr id="4603" name="Google Shape;4603;p366"/>
          <p:cNvSpPr txBox="1"/>
          <p:nvPr/>
        </p:nvSpPr>
        <p:spPr>
          <a:xfrm>
            <a:off x="4912650" y="3559725"/>
            <a:ext cx="23667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Data format transformation</a:t>
            </a:r>
            <a:endParaRPr sz="1600">
              <a:latin typeface="Red Hat Text"/>
              <a:ea typeface="Red Hat Text"/>
              <a:cs typeface="Red Hat Text"/>
              <a:sym typeface="Red Hat Text"/>
            </a:endParaRPr>
          </a:p>
        </p:txBody>
      </p:sp>
      <p:sp>
        <p:nvSpPr>
          <p:cNvPr id="4604" name="Google Shape;4604;p366"/>
          <p:cNvSpPr txBox="1"/>
          <p:nvPr/>
        </p:nvSpPr>
        <p:spPr>
          <a:xfrm>
            <a:off x="3188925" y="3685050"/>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JSON</a:t>
            </a:r>
            <a:endParaRPr>
              <a:latin typeface="Red Hat Text"/>
              <a:ea typeface="Red Hat Text"/>
              <a:cs typeface="Red Hat Text"/>
              <a:sym typeface="Red Hat Text"/>
            </a:endParaRPr>
          </a:p>
        </p:txBody>
      </p:sp>
      <p:sp>
        <p:nvSpPr>
          <p:cNvPr id="4605" name="Google Shape;4605;p366"/>
          <p:cNvSpPr txBox="1"/>
          <p:nvPr/>
        </p:nvSpPr>
        <p:spPr>
          <a:xfrm>
            <a:off x="7345700" y="3685050"/>
            <a:ext cx="1834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XML-SOAP</a:t>
            </a:r>
            <a:endParaRPr>
              <a:latin typeface="Red Hat Text"/>
              <a:ea typeface="Red Hat Text"/>
              <a:cs typeface="Red Hat Text"/>
              <a:sym typeface="Red Hat Text"/>
            </a:endParaRPr>
          </a:p>
        </p:txBody>
      </p:sp>
      <p:sp>
        <p:nvSpPr>
          <p:cNvPr id="4606" name="Google Shape;4606;p366">
            <a:hlinkClick r:id="rId5"/>
          </p:cNvPr>
          <p:cNvSpPr txBox="1"/>
          <p:nvPr/>
        </p:nvSpPr>
        <p:spPr>
          <a:xfrm>
            <a:off x="9246850" y="3596550"/>
            <a:ext cx="1914300" cy="24012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6">
                  <a:extLst>
                    <a:ext uri="{A12FA001-AC4F-418D-AE19-62706E023703}">
                      <ahyp:hlinkClr val="tx"/>
                    </a:ext>
                  </a:extLst>
                </a:hlinkClick>
              </a:rPr>
              <a:t>&lt;?xml version="1.0" encoding="UTF-8"?&gt;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7">
                  <a:extLst>
                    <a:ext uri="{A12FA001-AC4F-418D-AE19-62706E023703}">
                      <ahyp:hlinkClr val="tx"/>
                    </a:ext>
                  </a:extLst>
                </a:hlinkClick>
              </a:rPr>
              <a:t>&lt;wsdl:definitions xmlns:soap="http://schemas.xmlsoap.org/wsdl/soap/"</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8">
                  <a:extLst>
                    <a:ext uri="{A12FA001-AC4F-418D-AE19-62706E023703}">
                      <ahyp:hlinkClr val="tx"/>
                    </a:ext>
                  </a:extLst>
                </a:hlinkClick>
              </a:rPr>
              <a:t>                  xmlns:wsdl="http://schemas.xmlsoap.org/wsdl/"</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9">
                  <a:extLst>
                    <a:ext uri="{A12FA001-AC4F-418D-AE19-62706E023703}">
                      <ahyp:hlinkClr val="tx"/>
                    </a:ext>
                  </a:extLst>
                </a:hlinkClick>
              </a:rPr>
              <a:t>                  xmlns:xsd="http://www.w3.org/2001/XMLSchema"</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0">
                  <a:extLst>
                    <a:ext uri="{A12FA001-AC4F-418D-AE19-62706E023703}">
                      <ahyp:hlinkClr val="tx"/>
                    </a:ext>
                  </a:extLst>
                </a:hlinkClick>
              </a:rPr>
              <a:t>                  targetNamespace="http://example.com/weatherservice"</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1">
                  <a:extLst>
                    <a:ext uri="{A12FA001-AC4F-418D-AE19-62706E023703}">
                      <ahyp:hlinkClr val="tx"/>
                    </a:ext>
                  </a:extLst>
                </a:hlinkClick>
              </a:rPr>
              <a:t>                  xmlns:tns="http://example.com/weatherservice"&gt;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2">
                  <a:extLst>
                    <a:ext uri="{A12FA001-AC4F-418D-AE19-62706E023703}">
                      <ahyp:hlinkClr val="tx"/>
                    </a:ext>
                  </a:extLst>
                </a:hlinkClick>
              </a:rPr>
              <a:t>  &lt;wsdl:types&gt;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3">
                  <a:extLst>
                    <a:ext uri="{A12FA001-AC4F-418D-AE19-62706E023703}">
                      <ahyp:hlinkClr val="tx"/>
                    </a:ext>
                  </a:extLst>
                </a:hlinkClick>
              </a:rPr>
              <a:t>    &lt;xsd:schema targetNamespace="http://example.com/weatherservice"&gt;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4">
                  <a:extLst>
                    <a:ext uri="{A12FA001-AC4F-418D-AE19-62706E023703}">
                      <ahyp:hlinkClr val="tx"/>
                    </a:ext>
                  </a:extLst>
                </a:hlinkClick>
              </a:rPr>
              <a:t>      &lt;xsd:element name="GetWeatherRequest"&gt;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5">
                  <a:extLst>
                    <a:ext uri="{A12FA001-AC4F-418D-AE19-62706E023703}">
                      <ahyp:hlinkClr val="tx"/>
                    </a:ext>
                  </a:extLst>
                </a:hlinkClick>
              </a:rPr>
              <a:t>        &lt;xsd:complexType&gt;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6">
                  <a:extLst>
                    <a:ext uri="{A12FA001-AC4F-418D-AE19-62706E023703}">
                      <ahyp:hlinkClr val="tx"/>
                    </a:ext>
                  </a:extLst>
                </a:hlinkClick>
              </a:rPr>
              <a:t>          &lt;xsd:sequence&gt;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7">
                  <a:extLst>
                    <a:ext uri="{A12FA001-AC4F-418D-AE19-62706E023703}">
                      <ahyp:hlinkClr val="tx"/>
                    </a:ext>
                  </a:extLst>
                </a:hlinkClick>
              </a:rPr>
              <a:t>            &lt;xsd:element name="City" type="xsd:string"/&gt;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8">
                  <a:extLst>
                    <a:ext uri="{A12FA001-AC4F-418D-AE19-62706E023703}">
                      <ahyp:hlinkClr val="tx"/>
                    </a:ext>
                  </a:extLst>
                </a:hlinkClick>
              </a:rPr>
              <a:t>          &lt;/xsd:sequence&gt;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19">
                  <a:extLst>
                    <a:ext uri="{A12FA001-AC4F-418D-AE19-62706E023703}">
                      <ahyp:hlinkClr val="tx"/>
                    </a:ext>
                  </a:extLst>
                </a:hlinkClick>
              </a:rPr>
              <a:t>        &lt;/xsd:complexType&gt;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0">
                  <a:extLst>
                    <a:ext uri="{A12FA001-AC4F-418D-AE19-62706E023703}">
                      <ahyp:hlinkClr val="tx"/>
                    </a:ext>
                  </a:extLst>
                </a:hlinkClick>
              </a:rPr>
              <a:t>      &lt;/xsd:element&gt;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1">
                  <a:extLst>
                    <a:ext uri="{A12FA001-AC4F-418D-AE19-62706E023703}">
                      <ahyp:hlinkClr val="tx"/>
                    </a:ext>
                  </a:extLst>
                </a:hlinkClick>
              </a:rPr>
              <a:t>      &lt;xsd:element name="GetWeatherResponse"&gt;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2">
                  <a:extLst>
                    <a:ext uri="{A12FA001-AC4F-418D-AE19-62706E023703}">
                      <ahyp:hlinkClr val="tx"/>
                    </a:ext>
                  </a:extLst>
                </a:hlinkClick>
              </a:rPr>
              <a:t>        &lt;xsd:complexType&gt;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3">
                  <a:extLst>
                    <a:ext uri="{A12FA001-AC4F-418D-AE19-62706E023703}">
                      <ahyp:hlinkClr val="tx"/>
                    </a:ext>
                  </a:extLst>
                </a:hlinkClick>
              </a:rPr>
              <a:t>          &lt;xsd:sequence&gt;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4">
                  <a:extLst>
                    <a:ext uri="{A12FA001-AC4F-418D-AE19-62706E023703}">
                      <ahyp:hlinkClr val="tx"/>
                    </a:ext>
                  </a:extLst>
                </a:hlinkClick>
              </a:rPr>
              <a:t>            &lt;xsd:element name="Temperature" type="xsd:float"/&gt;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5">
                  <a:extLst>
                    <a:ext uri="{A12FA001-AC4F-418D-AE19-62706E023703}">
                      <ahyp:hlinkClr val="tx"/>
                    </a:ext>
                  </a:extLst>
                </a:hlinkClick>
              </a:rPr>
              <a:t>            &lt;xsd:element name="Description" type="xsd:string"/&gt;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6">
                  <a:extLst>
                    <a:ext uri="{A12FA001-AC4F-418D-AE19-62706E023703}">
                      <ahyp:hlinkClr val="tx"/>
                    </a:ext>
                  </a:extLst>
                </a:hlinkClick>
              </a:rPr>
              <a:t>          &lt;/xsd:sequence&gt;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7">
                  <a:extLst>
                    <a:ext uri="{A12FA001-AC4F-418D-AE19-62706E023703}">
                      <ahyp:hlinkClr val="tx"/>
                    </a:ext>
                  </a:extLst>
                </a:hlinkClick>
              </a:rPr>
              <a:t>        &lt;/xsd:complexType&gt;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8">
                  <a:extLst>
                    <a:ext uri="{A12FA001-AC4F-418D-AE19-62706E023703}">
                      <ahyp:hlinkClr val="tx"/>
                    </a:ext>
                  </a:extLst>
                </a:hlinkClick>
              </a:rPr>
              <a:t>      &lt;/xsd:element&gt;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29">
                  <a:extLst>
                    <a:ext uri="{A12FA001-AC4F-418D-AE19-62706E023703}">
                      <ahyp:hlinkClr val="tx"/>
                    </a:ext>
                  </a:extLst>
                </a:hlinkClick>
              </a:rPr>
              <a:t>    &lt;/xsd:schema&gt;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0">
                  <a:extLst>
                    <a:ext uri="{A12FA001-AC4F-418D-AE19-62706E023703}">
                      <ahyp:hlinkClr val="tx"/>
                    </a:ext>
                  </a:extLst>
                </a:hlinkClick>
              </a:rPr>
              <a:t>  &lt;/wsdl:types&gt;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1">
                  <a:extLst>
                    <a:ext uri="{A12FA001-AC4F-418D-AE19-62706E023703}">
                      <ahyp:hlinkClr val="tx"/>
                    </a:ext>
                  </a:extLst>
                </a:hlinkClick>
              </a:rPr>
              <a:t>  &lt;wsdl:message name="GetWeatherInput"&gt;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2">
                  <a:extLst>
                    <a:ext uri="{A12FA001-AC4F-418D-AE19-62706E023703}">
                      <ahyp:hlinkClr val="tx"/>
                    </a:ext>
                  </a:extLst>
                </a:hlinkClick>
              </a:rPr>
              <a:t>    &lt;wsdl:part name="parameters" element="tns:GetWeatherRequest"/&gt;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3">
                  <a:extLst>
                    <a:ext uri="{A12FA001-AC4F-418D-AE19-62706E023703}">
                      <ahyp:hlinkClr val="tx"/>
                    </a:ext>
                  </a:extLst>
                </a:hlinkClick>
              </a:rPr>
              <a:t>  &lt;/wsdl:message&gt;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4">
                  <a:extLst>
                    <a:ext uri="{A12FA001-AC4F-418D-AE19-62706E023703}">
                      <ahyp:hlinkClr val="tx"/>
                    </a:ext>
                  </a:extLst>
                </a:hlinkClick>
              </a:rPr>
              <a:t>  &lt;wsdl:message name="GetWeatherOutput"&gt;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5">
                  <a:extLst>
                    <a:ext uri="{A12FA001-AC4F-418D-AE19-62706E023703}">
                      <ahyp:hlinkClr val="tx"/>
                    </a:ext>
                  </a:extLst>
                </a:hlinkClick>
              </a:rPr>
              <a:t>    &lt;wsdl:part name="parameters" element="tns:GetWeatherResponse"/&gt;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6">
                  <a:extLst>
                    <a:ext uri="{A12FA001-AC4F-418D-AE19-62706E023703}">
                      <ahyp:hlinkClr val="tx"/>
                    </a:ext>
                  </a:extLst>
                </a:hlinkClick>
              </a:rPr>
              <a:t>  &lt;/wsdl:message&gt;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7">
                  <a:extLst>
                    <a:ext uri="{A12FA001-AC4F-418D-AE19-62706E023703}">
                      <ahyp:hlinkClr val="tx"/>
                    </a:ext>
                  </a:extLst>
                </a:hlinkClick>
              </a:rPr>
              <a:t>  &lt;wsdl:portType name="WeatherServicePortType"&gt;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8">
                  <a:extLst>
                    <a:ext uri="{A12FA001-AC4F-418D-AE19-62706E023703}">
                      <ahyp:hlinkClr val="tx"/>
                    </a:ext>
                  </a:extLst>
                </a:hlinkClick>
              </a:rPr>
              <a:t>    &lt;wsdl:operation name="GetWeather"&gt;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39">
                  <a:extLst>
                    <a:ext uri="{A12FA001-AC4F-418D-AE19-62706E023703}">
                      <ahyp:hlinkClr val="tx"/>
                    </a:ext>
                  </a:extLst>
                </a:hlinkClick>
              </a:rPr>
              <a:t>      &lt;wsdl:input message="tns:GetWeatherInput"/&gt;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0">
                  <a:extLst>
                    <a:ext uri="{A12FA001-AC4F-418D-AE19-62706E023703}">
                      <ahyp:hlinkClr val="tx"/>
                    </a:ext>
                  </a:extLst>
                </a:hlinkClick>
              </a:rPr>
              <a:t>      &lt;wsdl:output message="tns:GetWeatherOutput"/&gt;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1">
                  <a:extLst>
                    <a:ext uri="{A12FA001-AC4F-418D-AE19-62706E023703}">
                      <ahyp:hlinkClr val="tx"/>
                    </a:ext>
                  </a:extLst>
                </a:hlinkClick>
              </a:rPr>
              <a:t>    &lt;/wsdl:operation&gt;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2">
                  <a:extLst>
                    <a:ext uri="{A12FA001-AC4F-418D-AE19-62706E023703}">
                      <ahyp:hlinkClr val="tx"/>
                    </a:ext>
                  </a:extLst>
                </a:hlinkClick>
              </a:rPr>
              <a:t>  &lt;/wsdl:portType&gt;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3">
                  <a:extLst>
                    <a:ext uri="{A12FA001-AC4F-418D-AE19-62706E023703}">
                      <ahyp:hlinkClr val="tx"/>
                    </a:ext>
                  </a:extLst>
                </a:hlinkClick>
              </a:rPr>
              <a:t>  &lt;wsdl:binding name="WeatherServiceBinding" type="tns:WeatherServicePortType"&gt;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4">
                  <a:extLst>
                    <a:ext uri="{A12FA001-AC4F-418D-AE19-62706E023703}">
                      <ahyp:hlinkClr val="tx"/>
                    </a:ext>
                  </a:extLst>
                </a:hlinkClick>
              </a:rPr>
              <a:t>    &lt;soap:binding style="document" transport="http://schemas.xmlsoap.org/soap/http"/&gt;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5">
                  <a:extLst>
                    <a:ext uri="{A12FA001-AC4F-418D-AE19-62706E023703}">
                      <ahyp:hlinkClr val="tx"/>
                    </a:ext>
                  </a:extLst>
                </a:hlinkClick>
              </a:rPr>
              <a:t>    &lt;wsdl:operation name="GetWeather"&gt;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6">
                  <a:extLst>
                    <a:ext uri="{A12FA001-AC4F-418D-AE19-62706E023703}">
                      <ahyp:hlinkClr val="tx"/>
                    </a:ext>
                  </a:extLst>
                </a:hlinkClick>
              </a:rPr>
              <a:t>      &lt;soap:operation soapAction="http://example.com/GetWeather"/&gt;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7">
                  <a:extLst>
                    <a:ext uri="{A12FA001-AC4F-418D-AE19-62706E023703}">
                      <ahyp:hlinkClr val="tx"/>
                    </a:ext>
                  </a:extLst>
                </a:hlinkClick>
              </a:rPr>
              <a:t>      &lt;wsdl:input&gt;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8">
                  <a:extLst>
                    <a:ext uri="{A12FA001-AC4F-418D-AE19-62706E023703}">
                      <ahyp:hlinkClr val="tx"/>
                    </a:ext>
                  </a:extLst>
                </a:hlinkClick>
              </a:rPr>
              <a:t>        &lt;soap:body use="literal"/&gt;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49">
                  <a:extLst>
                    <a:ext uri="{A12FA001-AC4F-418D-AE19-62706E023703}">
                      <ahyp:hlinkClr val="tx"/>
                    </a:ext>
                  </a:extLst>
                </a:hlinkClick>
              </a:rPr>
              <a:t>      &lt;/wsdl:input&gt;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0">
                  <a:extLst>
                    <a:ext uri="{A12FA001-AC4F-418D-AE19-62706E023703}">
                      <ahyp:hlinkClr val="tx"/>
                    </a:ext>
                  </a:extLst>
                </a:hlinkClick>
              </a:rPr>
              <a:t>      &lt;wsdl:output&gt;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1">
                  <a:extLst>
                    <a:ext uri="{A12FA001-AC4F-418D-AE19-62706E023703}">
                      <ahyp:hlinkClr val="tx"/>
                    </a:ext>
                  </a:extLst>
                </a:hlinkClick>
              </a:rPr>
              <a:t>        &lt;soap:body use="literal"/&gt;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2">
                  <a:extLst>
                    <a:ext uri="{A12FA001-AC4F-418D-AE19-62706E023703}">
                      <ahyp:hlinkClr val="tx"/>
                    </a:ext>
                  </a:extLst>
                </a:hlinkClick>
              </a:rPr>
              <a:t>      &lt;/wsdl:output&gt;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3">
                  <a:extLst>
                    <a:ext uri="{A12FA001-AC4F-418D-AE19-62706E023703}">
                      <ahyp:hlinkClr val="tx"/>
                    </a:ext>
                  </a:extLst>
                </a:hlinkClick>
              </a:rPr>
              <a:t>    &lt;/wsdl:operation&gt;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4">
                  <a:extLst>
                    <a:ext uri="{A12FA001-AC4F-418D-AE19-62706E023703}">
                      <ahyp:hlinkClr val="tx"/>
                    </a:ext>
                  </a:extLst>
                </a:hlinkClick>
              </a:rPr>
              <a:t>  &lt;/wsdl:binding&gt;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5">
                  <a:extLst>
                    <a:ext uri="{A12FA001-AC4F-418D-AE19-62706E023703}">
                      <ahyp:hlinkClr val="tx"/>
                    </a:ext>
                  </a:extLst>
                </a:hlinkClick>
              </a:rPr>
              <a:t>  &lt;wsdl:service name="WeatherService"&gt;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6">
                  <a:extLst>
                    <a:ext uri="{A12FA001-AC4F-418D-AE19-62706E023703}">
                      <ahyp:hlinkClr val="tx"/>
                    </a:ext>
                  </a:extLst>
                </a:hlinkClick>
              </a:rPr>
              <a:t>    &lt;wsdl:port name="WeatherServicePort" binding="tns:WeatherServiceBinding"&gt;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7">
                  <a:extLst>
                    <a:ext uri="{A12FA001-AC4F-418D-AE19-62706E023703}">
                      <ahyp:hlinkClr val="tx"/>
                    </a:ext>
                  </a:extLst>
                </a:hlinkClick>
              </a:rPr>
              <a:t>      &lt;soap:address location="http://example.com/weatherservice"/&gt;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8">
                  <a:extLst>
                    <a:ext uri="{A12FA001-AC4F-418D-AE19-62706E023703}">
                      <ahyp:hlinkClr val="tx"/>
                    </a:ext>
                  </a:extLst>
                </a:hlinkClick>
              </a:rPr>
              <a:t>    &lt;/wsdl:port&gt;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59">
                  <a:extLst>
                    <a:ext uri="{A12FA001-AC4F-418D-AE19-62706E023703}">
                      <ahyp:hlinkClr val="tx"/>
                    </a:ext>
                  </a:extLst>
                </a:hlinkClick>
              </a:rPr>
              <a:t>  &lt;/wsdl:service&gt;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200">
                <a:solidFill>
                  <a:schemeClr val="dk2"/>
                </a:solidFill>
                <a:uFill>
                  <a:noFill/>
                </a:uFill>
                <a:latin typeface="Roboto Mono"/>
                <a:ea typeface="Roboto Mono"/>
                <a:cs typeface="Roboto Mono"/>
                <a:sym typeface="Roboto Mono"/>
                <a:hlinkClick r:id="rId60">
                  <a:extLst>
                    <a:ext uri="{A12FA001-AC4F-418D-AE19-62706E023703}">
                      <ahyp:hlinkClr val="tx"/>
                    </a:ext>
                  </a:extLst>
                </a:hlinkClick>
              </a:rPr>
              <a:t>&lt;/wsdl:definitions&gt;</a:t>
            </a:r>
            <a:endParaRPr sz="2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200">
              <a:solidFill>
                <a:schemeClr val="dk2"/>
              </a:solidFill>
              <a:latin typeface="Roboto Mono"/>
              <a:ea typeface="Roboto Mono"/>
              <a:cs typeface="Roboto Mono"/>
              <a:sym typeface="Roboto Mono"/>
            </a:endParaRPr>
          </a:p>
          <a:p>
            <a:pPr indent="0" lvl="0" marL="0" rtl="0" algn="l">
              <a:spcBef>
                <a:spcPts val="0"/>
              </a:spcBef>
              <a:spcAft>
                <a:spcPts val="0"/>
              </a:spcAft>
              <a:buNone/>
            </a:pPr>
            <a:r>
              <a:t/>
            </a:r>
            <a:endParaRPr sz="200">
              <a:solidFill>
                <a:schemeClr val="dk2"/>
              </a:solidFill>
              <a:latin typeface="Roboto Mono"/>
              <a:ea typeface="Roboto Mono"/>
              <a:cs typeface="Roboto Mono"/>
              <a:sym typeface="Roboto Mono"/>
            </a:endParaRPr>
          </a:p>
        </p:txBody>
      </p:sp>
      <p:sp>
        <p:nvSpPr>
          <p:cNvPr id="4607" name="Google Shape;4607;p366">
            <a:hlinkClick r:id="rId61"/>
          </p:cNvPr>
          <p:cNvSpPr txBox="1"/>
          <p:nvPr/>
        </p:nvSpPr>
        <p:spPr>
          <a:xfrm>
            <a:off x="939975" y="3565800"/>
            <a:ext cx="1914300" cy="24627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2">
                  <a:extLst>
                    <a:ext uri="{A12FA001-AC4F-418D-AE19-62706E023703}">
                      <ahyp:hlinkClr val="tx"/>
                    </a:ext>
                  </a:extLst>
                </a:hlinkClick>
              </a:rPr>
              <a:t>openapi: 3.0.0</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3">
                  <a:extLst>
                    <a:ext uri="{A12FA001-AC4F-418D-AE19-62706E023703}">
                      <ahyp:hlinkClr val="tx"/>
                    </a:ext>
                  </a:extLst>
                </a:hlinkClick>
              </a:rPr>
              <a:t>info:</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4">
                  <a:extLst>
                    <a:ext uri="{A12FA001-AC4F-418D-AE19-62706E023703}">
                      <ahyp:hlinkClr val="tx"/>
                    </a:ext>
                  </a:extLst>
                </a:hlinkClick>
              </a:rPr>
              <a:t>  title: WeatherService</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5">
                  <a:extLst>
                    <a:ext uri="{A12FA001-AC4F-418D-AE19-62706E023703}">
                      <ahyp:hlinkClr val="tx"/>
                    </a:ext>
                  </a:extLst>
                </a:hlinkClick>
              </a:rPr>
              <a:t>  description: Provides weather information</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6">
                  <a:extLst>
                    <a:ext uri="{A12FA001-AC4F-418D-AE19-62706E023703}">
                      <ahyp:hlinkClr val="tx"/>
                    </a:ext>
                  </a:extLst>
                </a:hlinkClick>
              </a:rPr>
              <a:t>  version: "1.0.0"</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7">
                  <a:extLst>
                    <a:ext uri="{A12FA001-AC4F-418D-AE19-62706E023703}">
                      <ahyp:hlinkClr val="tx"/>
                    </a:ext>
                  </a:extLst>
                </a:hlinkClick>
              </a:rPr>
              <a:t>servers:</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8">
                  <a:extLst>
                    <a:ext uri="{A12FA001-AC4F-418D-AE19-62706E023703}">
                      <ahyp:hlinkClr val="tx"/>
                    </a:ext>
                  </a:extLst>
                </a:hlinkClick>
              </a:rPr>
              <a:t>  - url: 'http://example.com/weatherservice'</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69">
                  <a:extLst>
                    <a:ext uri="{A12FA001-AC4F-418D-AE19-62706E023703}">
                      <ahyp:hlinkClr val="tx"/>
                    </a:ext>
                  </a:extLst>
                </a:hlinkClick>
              </a:rPr>
              <a:t>paths:</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0">
                  <a:extLst>
                    <a:ext uri="{A12FA001-AC4F-418D-AE19-62706E023703}">
                      <ahyp:hlinkClr val="tx"/>
                    </a:ext>
                  </a:extLst>
                </a:hlinkClick>
              </a:rPr>
              <a:t>  /weather:</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1">
                  <a:extLst>
                    <a:ext uri="{A12FA001-AC4F-418D-AE19-62706E023703}">
                      <ahyp:hlinkClr val="tx"/>
                    </a:ext>
                  </a:extLst>
                </a:hlinkClick>
              </a:rPr>
              <a:t>    get:</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2">
                  <a:extLst>
                    <a:ext uri="{A12FA001-AC4F-418D-AE19-62706E023703}">
                      <ahyp:hlinkClr val="tx"/>
                    </a:ext>
                  </a:extLst>
                </a:hlinkClick>
              </a:rPr>
              <a:t>      summary: Get weather information</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3">
                  <a:extLst>
                    <a:ext uri="{A12FA001-AC4F-418D-AE19-62706E023703}">
                      <ahyp:hlinkClr val="tx"/>
                    </a:ext>
                  </a:extLst>
                </a:hlinkClick>
              </a:rPr>
              <a:t>      description: Returns weather information for a given city</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4">
                  <a:extLst>
                    <a:ext uri="{A12FA001-AC4F-418D-AE19-62706E023703}">
                      <ahyp:hlinkClr val="tx"/>
                    </a:ext>
                  </a:extLst>
                </a:hlinkClick>
              </a:rPr>
              <a:t>      parameters:</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5">
                  <a:extLst>
                    <a:ext uri="{A12FA001-AC4F-418D-AE19-62706E023703}">
                      <ahyp:hlinkClr val="tx"/>
                    </a:ext>
                  </a:extLst>
                </a:hlinkClick>
              </a:rPr>
              <a:t>        - in: query</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6">
                  <a:extLst>
                    <a:ext uri="{A12FA001-AC4F-418D-AE19-62706E023703}">
                      <ahyp:hlinkClr val="tx"/>
                    </a:ext>
                  </a:extLst>
                </a:hlinkClick>
              </a:rPr>
              <a:t>          name: city</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7">
                  <a:extLst>
                    <a:ext uri="{A12FA001-AC4F-418D-AE19-62706E023703}">
                      <ahyp:hlinkClr val="tx"/>
                    </a:ext>
                  </a:extLst>
                </a:hlinkClick>
              </a:rPr>
              <a:t>          required: true</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8">
                  <a:extLst>
                    <a:ext uri="{A12FA001-AC4F-418D-AE19-62706E023703}">
                      <ahyp:hlinkClr val="tx"/>
                    </a:ext>
                  </a:extLst>
                </a:hlinkClick>
              </a:rPr>
              <a:t>          schema:</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79">
                  <a:extLst>
                    <a:ext uri="{A12FA001-AC4F-418D-AE19-62706E023703}">
                      <ahyp:hlinkClr val="tx"/>
                    </a:ext>
                  </a:extLst>
                </a:hlinkClick>
              </a:rPr>
              <a:t>            type: string</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0">
                  <a:extLst>
                    <a:ext uri="{A12FA001-AC4F-418D-AE19-62706E023703}">
                      <ahyp:hlinkClr val="tx"/>
                    </a:ext>
                  </a:extLst>
                </a:hlinkClick>
              </a:rPr>
              <a:t>          description: The name of the city</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1">
                  <a:extLst>
                    <a:ext uri="{A12FA001-AC4F-418D-AE19-62706E023703}">
                      <ahyp:hlinkClr val="tx"/>
                    </a:ext>
                  </a:extLst>
                </a:hlinkClick>
              </a:rPr>
              <a:t>      responses:</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2">
                  <a:extLst>
                    <a:ext uri="{A12FA001-AC4F-418D-AE19-62706E023703}">
                      <ahyp:hlinkClr val="tx"/>
                    </a:ext>
                  </a:extLst>
                </a:hlinkClick>
              </a:rPr>
              <a:t>        '200':</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3">
                  <a:extLst>
                    <a:ext uri="{A12FA001-AC4F-418D-AE19-62706E023703}">
                      <ahyp:hlinkClr val="tx"/>
                    </a:ext>
                  </a:extLst>
                </a:hlinkClick>
              </a:rPr>
              <a:t>          description: Successful response</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4">
                  <a:extLst>
                    <a:ext uri="{A12FA001-AC4F-418D-AE19-62706E023703}">
                      <ahyp:hlinkClr val="tx"/>
                    </a:ext>
                  </a:extLst>
                </a:hlinkClick>
              </a:rPr>
              <a:t>          content:</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5">
                  <a:extLst>
                    <a:ext uri="{A12FA001-AC4F-418D-AE19-62706E023703}">
                      <ahyp:hlinkClr val="tx"/>
                    </a:ext>
                  </a:extLst>
                </a:hlinkClick>
              </a:rPr>
              <a:t>            application/json:</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6">
                  <a:extLst>
                    <a:ext uri="{A12FA001-AC4F-418D-AE19-62706E023703}">
                      <ahyp:hlinkClr val="tx"/>
                    </a:ext>
                  </a:extLst>
                </a:hlinkClick>
              </a:rPr>
              <a:t>              schema:</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7">
                  <a:extLst>
                    <a:ext uri="{A12FA001-AC4F-418D-AE19-62706E023703}">
                      <ahyp:hlinkClr val="tx"/>
                    </a:ext>
                  </a:extLst>
                </a:hlinkClick>
              </a:rPr>
              <a:t>                type: object</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8">
                  <a:extLst>
                    <a:ext uri="{A12FA001-AC4F-418D-AE19-62706E023703}">
                      <ahyp:hlinkClr val="tx"/>
                    </a:ext>
                  </a:extLst>
                </a:hlinkClick>
              </a:rPr>
              <a:t>                properties:</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89">
                  <a:extLst>
                    <a:ext uri="{A12FA001-AC4F-418D-AE19-62706E023703}">
                      <ahyp:hlinkClr val="tx"/>
                    </a:ext>
                  </a:extLst>
                </a:hlinkClick>
              </a:rPr>
              <a:t>                  temperature:</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90">
                  <a:extLst>
                    <a:ext uri="{A12FA001-AC4F-418D-AE19-62706E023703}">
                      <ahyp:hlinkClr val="tx"/>
                    </a:ext>
                  </a:extLst>
                </a:hlinkClick>
              </a:rPr>
              <a:t>                    type: number</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91">
                  <a:extLst>
                    <a:ext uri="{A12FA001-AC4F-418D-AE19-62706E023703}">
                      <ahyp:hlinkClr val="tx"/>
                    </a:ext>
                  </a:extLst>
                </a:hlinkClick>
              </a:rPr>
              <a:t>                    description: The current temperature</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92">
                  <a:extLst>
                    <a:ext uri="{A12FA001-AC4F-418D-AE19-62706E023703}">
                      <ahyp:hlinkClr val="tx"/>
                    </a:ext>
                  </a:extLst>
                </a:hlinkClick>
              </a:rPr>
              <a:t>                  description:</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93">
                  <a:extLst>
                    <a:ext uri="{A12FA001-AC4F-418D-AE19-62706E023703}">
                      <ahyp:hlinkClr val="tx"/>
                    </a:ext>
                  </a:extLst>
                </a:hlinkClick>
              </a:rPr>
              <a:t>                    type: string</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400">
                <a:solidFill>
                  <a:schemeClr val="dk2"/>
                </a:solidFill>
                <a:uFill>
                  <a:noFill/>
                </a:uFill>
                <a:latin typeface="Roboto Mono"/>
                <a:ea typeface="Roboto Mono"/>
                <a:cs typeface="Roboto Mono"/>
                <a:sym typeface="Roboto Mono"/>
                <a:hlinkClick r:id="rId94">
                  <a:extLst>
                    <a:ext uri="{A12FA001-AC4F-418D-AE19-62706E023703}">
                      <ahyp:hlinkClr val="tx"/>
                    </a:ext>
                  </a:extLst>
                </a:hlinkClick>
              </a:rPr>
              <a:t>                    description: A brief description of the weather conditions</a:t>
            </a:r>
            <a:endParaRPr sz="400">
              <a:solidFill>
                <a:schemeClr val="dk2"/>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400">
              <a:solidFill>
                <a:schemeClr val="dk2"/>
              </a:solidFill>
              <a:latin typeface="Roboto Mono"/>
              <a:ea typeface="Roboto Mono"/>
              <a:cs typeface="Roboto Mono"/>
              <a:sym typeface="Roboto Mono"/>
            </a:endParaRPr>
          </a:p>
          <a:p>
            <a:pPr indent="0" lvl="0" marL="0" rtl="0" algn="l">
              <a:spcBef>
                <a:spcPts val="0"/>
              </a:spcBef>
              <a:spcAft>
                <a:spcPts val="0"/>
              </a:spcAft>
              <a:buNone/>
            </a:pPr>
            <a:r>
              <a:t/>
            </a:r>
            <a:endParaRPr sz="400">
              <a:solidFill>
                <a:schemeClr val="dk2"/>
              </a:solidFill>
              <a:latin typeface="Roboto Mono"/>
              <a:ea typeface="Roboto Mono"/>
              <a:cs typeface="Roboto Mono"/>
              <a:sym typeface="Roboto Mono"/>
            </a:endParaRPr>
          </a:p>
        </p:txBody>
      </p:sp>
      <p:cxnSp>
        <p:nvCxnSpPr>
          <p:cNvPr id="4608" name="Google Shape;4608;p366"/>
          <p:cNvCxnSpPr>
            <a:stCxn id="4599" idx="2"/>
            <a:endCxn id="4606" idx="0"/>
          </p:cNvCxnSpPr>
          <p:nvPr/>
        </p:nvCxnSpPr>
        <p:spPr>
          <a:xfrm>
            <a:off x="8263100" y="3331450"/>
            <a:ext cx="1941000" cy="265200"/>
          </a:xfrm>
          <a:prstGeom prst="straightConnector1">
            <a:avLst/>
          </a:prstGeom>
          <a:noFill/>
          <a:ln cap="flat" cmpd="sng" w="9525">
            <a:solidFill>
              <a:schemeClr val="dk2"/>
            </a:solidFill>
            <a:prstDash val="dash"/>
            <a:round/>
            <a:headEnd len="med" w="med" type="none"/>
            <a:tailEnd len="med" w="med" type="none"/>
          </a:ln>
        </p:spPr>
      </p:cxnSp>
      <p:cxnSp>
        <p:nvCxnSpPr>
          <p:cNvPr id="4609" name="Google Shape;4609;p366"/>
          <p:cNvCxnSpPr>
            <a:stCxn id="4598" idx="2"/>
            <a:endCxn id="4607" idx="0"/>
          </p:cNvCxnSpPr>
          <p:nvPr/>
        </p:nvCxnSpPr>
        <p:spPr>
          <a:xfrm flipH="1">
            <a:off x="1897125" y="3331450"/>
            <a:ext cx="2209200" cy="234300"/>
          </a:xfrm>
          <a:prstGeom prst="straightConnector1">
            <a:avLst/>
          </a:prstGeom>
          <a:noFill/>
          <a:ln cap="flat" cmpd="sng" w="9525">
            <a:solidFill>
              <a:schemeClr val="dk2"/>
            </a:solidFill>
            <a:prstDash val="dash"/>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3" name="Shape 4613"/>
        <p:cNvGrpSpPr/>
        <p:nvPr/>
      </p:nvGrpSpPr>
      <p:grpSpPr>
        <a:xfrm>
          <a:off x="0" y="0"/>
          <a:ext cx="0" cy="0"/>
          <a:chOff x="0" y="0"/>
          <a:chExt cx="0" cy="0"/>
        </a:xfrm>
      </p:grpSpPr>
      <p:sp>
        <p:nvSpPr>
          <p:cNvPr id="4614" name="Google Shape;4614;p36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4615" name="Google Shape;4615;p367"/>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Camel Concepts and Constructs</a:t>
            </a:r>
            <a:endParaRPr/>
          </a:p>
        </p:txBody>
      </p:sp>
      <p:sp>
        <p:nvSpPr>
          <p:cNvPr id="4616" name="Google Shape;4616;p3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4617" name="Google Shape;4617;p367"/>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1" name="Shape 4621"/>
        <p:cNvGrpSpPr/>
        <p:nvPr/>
      </p:nvGrpSpPr>
      <p:grpSpPr>
        <a:xfrm>
          <a:off x="0" y="0"/>
          <a:ext cx="0" cy="0"/>
          <a:chOff x="0" y="0"/>
          <a:chExt cx="0" cy="0"/>
        </a:xfrm>
      </p:grpSpPr>
      <p:sp>
        <p:nvSpPr>
          <p:cNvPr id="4622" name="Google Shape;4622;p368"/>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Camel Route</a:t>
            </a:r>
            <a:endParaRPr sz="3600"/>
          </a:p>
        </p:txBody>
      </p:sp>
      <p:sp>
        <p:nvSpPr>
          <p:cNvPr id="4623" name="Google Shape;4623;p36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24" name="Google Shape;4624;p36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connect a source endpoint to a destination endpoint</a:t>
            </a:r>
            <a:endParaRPr sz="2000"/>
          </a:p>
        </p:txBody>
      </p:sp>
      <p:sp>
        <p:nvSpPr>
          <p:cNvPr id="4625" name="Google Shape;4625;p368"/>
          <p:cNvSpPr/>
          <p:nvPr/>
        </p:nvSpPr>
        <p:spPr>
          <a:xfrm>
            <a:off x="1517888" y="221155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Consumer</a:t>
            </a:r>
            <a:endParaRPr>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receives message from the </a:t>
            </a:r>
            <a:r>
              <a:rPr i="1" lang="en" sz="1000">
                <a:latin typeface="Red Hat Text"/>
                <a:ea typeface="Red Hat Text"/>
                <a:cs typeface="Red Hat Text"/>
                <a:sym typeface="Red Hat Text"/>
              </a:rPr>
              <a:t>Source Endpoint</a:t>
            </a:r>
            <a:endParaRPr i="1" sz="1000">
              <a:latin typeface="Red Hat Text"/>
              <a:ea typeface="Red Hat Text"/>
              <a:cs typeface="Red Hat Text"/>
              <a:sym typeface="Red Hat Text"/>
            </a:endParaRPr>
          </a:p>
        </p:txBody>
      </p:sp>
      <p:sp>
        <p:nvSpPr>
          <p:cNvPr id="4626" name="Google Shape;4626;p368"/>
          <p:cNvSpPr/>
          <p:nvPr/>
        </p:nvSpPr>
        <p:spPr>
          <a:xfrm>
            <a:off x="1517888" y="452685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Producer(s)</a:t>
            </a:r>
            <a:endParaRPr>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sends message to the </a:t>
            </a:r>
            <a:r>
              <a:rPr i="1" lang="en" sz="1000">
                <a:latin typeface="Red Hat Text"/>
                <a:ea typeface="Red Hat Text"/>
                <a:cs typeface="Red Hat Text"/>
                <a:sym typeface="Red Hat Text"/>
              </a:rPr>
              <a:t>Target Endpoint</a:t>
            </a:r>
            <a:endParaRPr i="1" sz="1000">
              <a:latin typeface="Red Hat Text"/>
              <a:ea typeface="Red Hat Text"/>
              <a:cs typeface="Red Hat Text"/>
              <a:sym typeface="Red Hat Text"/>
            </a:endParaRPr>
          </a:p>
        </p:txBody>
      </p:sp>
      <p:sp>
        <p:nvSpPr>
          <p:cNvPr id="4627" name="Google Shape;4627;p368"/>
          <p:cNvSpPr/>
          <p:nvPr/>
        </p:nvSpPr>
        <p:spPr>
          <a:xfrm>
            <a:off x="1131199" y="3369200"/>
            <a:ext cx="23604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Processors</a:t>
            </a:r>
            <a:endParaRPr>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handle EIPs, routing, transformation, mediation, enrichment, validation, interception</a:t>
            </a:r>
            <a:endParaRPr sz="1000">
              <a:latin typeface="Red Hat Text"/>
              <a:ea typeface="Red Hat Text"/>
              <a:cs typeface="Red Hat Text"/>
              <a:sym typeface="Red Hat Text"/>
            </a:endParaRPr>
          </a:p>
        </p:txBody>
      </p:sp>
      <p:sp>
        <p:nvSpPr>
          <p:cNvPr id="4628" name="Google Shape;4628;p368"/>
          <p:cNvSpPr txBox="1"/>
          <p:nvPr/>
        </p:nvSpPr>
        <p:spPr>
          <a:xfrm>
            <a:off x="4879950" y="2211550"/>
            <a:ext cx="5634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ed Hat Text Medium"/>
                <a:ea typeface="Red Hat Text Medium"/>
                <a:cs typeface="Red Hat Text Medium"/>
                <a:sym typeface="Red Hat Text Medium"/>
              </a:rPr>
              <a:t>Camel route</a:t>
            </a:r>
            <a:r>
              <a:rPr lang="en" sz="1200">
                <a:latin typeface="Red Hat Text"/>
                <a:ea typeface="Red Hat Text"/>
                <a:cs typeface="Red Hat Text"/>
                <a:sym typeface="Red Hat Text"/>
              </a:rPr>
              <a:t> describes the step-by-step movement of a Message from a source endpoint, through arbitrary types of decision-making routines (such as filters and routers) to a destination endpoint (if any)</a:t>
            </a:r>
            <a:endParaRPr sz="1200">
              <a:latin typeface="Red Hat Text"/>
              <a:ea typeface="Red Hat Text"/>
              <a:cs typeface="Red Hat Text"/>
              <a:sym typeface="Red Hat Text"/>
            </a:endParaRPr>
          </a:p>
        </p:txBody>
      </p:sp>
      <p:sp>
        <p:nvSpPr>
          <p:cNvPr id="4629" name="Google Shape;4629;p368"/>
          <p:cNvSpPr txBox="1"/>
          <p:nvPr/>
        </p:nvSpPr>
        <p:spPr>
          <a:xfrm>
            <a:off x="3159900" y="4633350"/>
            <a:ext cx="1196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ed Hat Text"/>
                <a:ea typeface="Red Hat Text"/>
                <a:cs typeface="Red Hat Text"/>
                <a:sym typeface="Red Hat Text"/>
              </a:rPr>
              <a:t>0, 1 or more Target endpoints</a:t>
            </a:r>
            <a:endParaRPr sz="1000">
              <a:latin typeface="Red Hat Text"/>
              <a:ea typeface="Red Hat Text"/>
              <a:cs typeface="Red Hat Text"/>
              <a:sym typeface="Red Hat Text"/>
            </a:endParaRPr>
          </a:p>
        </p:txBody>
      </p:sp>
      <p:cxnSp>
        <p:nvCxnSpPr>
          <p:cNvPr id="4630" name="Google Shape;4630;p368"/>
          <p:cNvCxnSpPr>
            <a:stCxn id="4625" idx="2"/>
            <a:endCxn id="4627" idx="0"/>
          </p:cNvCxnSpPr>
          <p:nvPr/>
        </p:nvCxnSpPr>
        <p:spPr>
          <a:xfrm>
            <a:off x="2311388" y="2917150"/>
            <a:ext cx="0" cy="452100"/>
          </a:xfrm>
          <a:prstGeom prst="straightConnector1">
            <a:avLst/>
          </a:prstGeom>
          <a:noFill/>
          <a:ln cap="flat" cmpd="sng" w="9525">
            <a:solidFill>
              <a:schemeClr val="dk2"/>
            </a:solidFill>
            <a:prstDash val="solid"/>
            <a:round/>
            <a:headEnd len="med" w="med" type="none"/>
            <a:tailEnd len="med" w="med" type="triangle"/>
          </a:ln>
        </p:spPr>
      </p:cxnSp>
      <p:cxnSp>
        <p:nvCxnSpPr>
          <p:cNvPr id="4631" name="Google Shape;4631;p368"/>
          <p:cNvCxnSpPr>
            <a:stCxn id="4627" idx="2"/>
            <a:endCxn id="4626" idx="0"/>
          </p:cNvCxnSpPr>
          <p:nvPr/>
        </p:nvCxnSpPr>
        <p:spPr>
          <a:xfrm>
            <a:off x="2311399" y="4074800"/>
            <a:ext cx="0" cy="452100"/>
          </a:xfrm>
          <a:prstGeom prst="straightConnector1">
            <a:avLst/>
          </a:prstGeom>
          <a:noFill/>
          <a:ln cap="flat" cmpd="sng" w="9525">
            <a:solidFill>
              <a:schemeClr val="dk2"/>
            </a:solidFill>
            <a:prstDash val="dash"/>
            <a:round/>
            <a:headEnd len="med" w="med" type="none"/>
            <a:tailEnd len="med" w="med" type="triangle"/>
          </a:ln>
        </p:spPr>
      </p:cxnSp>
      <p:sp>
        <p:nvSpPr>
          <p:cNvPr id="4632" name="Google Shape;4632;p368"/>
          <p:cNvSpPr txBox="1"/>
          <p:nvPr/>
        </p:nvSpPr>
        <p:spPr>
          <a:xfrm>
            <a:off x="3159900" y="2318050"/>
            <a:ext cx="119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ed Hat Text"/>
                <a:ea typeface="Red Hat Text"/>
                <a:cs typeface="Red Hat Text"/>
                <a:sym typeface="Red Hat Text"/>
              </a:rPr>
              <a:t>1 Source endpoint</a:t>
            </a:r>
            <a:endParaRPr sz="1000">
              <a:latin typeface="Red Hat Text"/>
              <a:ea typeface="Red Hat Text"/>
              <a:cs typeface="Red Hat Text"/>
              <a:sym typeface="Red Hat Text"/>
            </a:endParaRPr>
          </a:p>
        </p:txBody>
      </p:sp>
      <p:sp>
        <p:nvSpPr>
          <p:cNvPr id="4633" name="Google Shape;4633;p368"/>
          <p:cNvSpPr/>
          <p:nvPr/>
        </p:nvSpPr>
        <p:spPr>
          <a:xfrm>
            <a:off x="4924850" y="3616350"/>
            <a:ext cx="5562300" cy="2230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&lt;camel&gt;</a:t>
            </a:r>
            <a:r>
              <a:rPr lang="en" sz="1000">
                <a:solidFill>
                  <a:schemeClr val="dk1"/>
                </a:solidFill>
                <a:latin typeface="Roboto Mono"/>
                <a:ea typeface="Roboto Mono"/>
                <a:cs typeface="Roboto Mono"/>
                <a:sym typeface="Roboto Mono"/>
              </a:rPr>
              <a:t> </a:t>
            </a:r>
            <a:r>
              <a:rPr i="1" lang="en" sz="1000">
                <a:solidFill>
                  <a:schemeClr val="dk1"/>
                </a:solidFill>
                <a:latin typeface="Roboto Mono"/>
                <a:ea typeface="Roboto Mono"/>
                <a:cs typeface="Roboto Mono"/>
                <a:sym typeface="Roboto Mono"/>
              </a:rPr>
              <a:t>-- Camel context holds 1 to N routes</a:t>
            </a:r>
            <a:endParaRPr i="1" sz="10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&lt;route&gt;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&lt;from uri="timer:sec?period=1000"/&gt;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&lt;setBody&gt;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&lt;simple&gt;Hello Camel from ${routeId}&lt;/simple&gt;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&lt;/setBody&gt;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&lt;log message="${body}"/&gt;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Clr>
                <a:schemeClr val="dk1"/>
              </a:buClr>
              <a:buSzPts val="1100"/>
              <a:buFont typeface="Arial"/>
              <a:buNone/>
            </a:pPr>
            <a:r>
              <a:rPr lang="en" sz="1200">
                <a:solidFill>
                  <a:schemeClr val="dk1"/>
                </a:solidFill>
                <a:latin typeface="Roboto Mono"/>
                <a:ea typeface="Roboto Mono"/>
                <a:cs typeface="Roboto Mono"/>
                <a:sym typeface="Roboto Mono"/>
              </a:rPr>
              <a:t>    &lt;/route&gt;</a:t>
            </a:r>
            <a:endParaRPr sz="1200">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sz="1200">
                <a:solidFill>
                  <a:schemeClr val="dk1"/>
                </a:solidFill>
                <a:latin typeface="Roboto Mono"/>
                <a:ea typeface="Roboto Mono"/>
                <a:cs typeface="Roboto Mono"/>
                <a:sym typeface="Roboto Mono"/>
              </a:rPr>
              <a:t>&lt;/camel&gt;</a:t>
            </a:r>
            <a:endParaRPr sz="1200">
              <a:solidFill>
                <a:schemeClr val="dk1"/>
              </a:solidFill>
              <a:latin typeface="Roboto Mono"/>
              <a:ea typeface="Roboto Mono"/>
              <a:cs typeface="Roboto Mono"/>
              <a:sym typeface="Roboto Mono"/>
            </a:endParaRPr>
          </a:p>
        </p:txBody>
      </p:sp>
      <p:sp>
        <p:nvSpPr>
          <p:cNvPr id="4634" name="Google Shape;4634;p368"/>
          <p:cNvSpPr txBox="1"/>
          <p:nvPr/>
        </p:nvSpPr>
        <p:spPr>
          <a:xfrm>
            <a:off x="9472539" y="3585022"/>
            <a:ext cx="109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latin typeface="Red Hat Text"/>
                <a:ea typeface="Red Hat Text"/>
                <a:cs typeface="Red Hat Text"/>
                <a:sym typeface="Red Hat Text"/>
              </a:rPr>
              <a:t>&lt;XML DSL&gt;</a:t>
            </a:r>
            <a:endParaRPr sz="1200">
              <a:solidFill>
                <a:schemeClr val="dk2"/>
              </a:solidFill>
              <a:latin typeface="Red Hat Text"/>
              <a:ea typeface="Red Hat Text"/>
              <a:cs typeface="Red Hat Text"/>
              <a:sym typeface="Red Hat Text"/>
            </a:endParaRPr>
          </a:p>
        </p:txBody>
      </p:sp>
      <p:sp>
        <p:nvSpPr>
          <p:cNvPr id="4635" name="Google Shape;4635;p368"/>
          <p:cNvSpPr txBox="1"/>
          <p:nvPr/>
        </p:nvSpPr>
        <p:spPr>
          <a:xfrm>
            <a:off x="4924850" y="3244350"/>
            <a:ext cx="5778900" cy="3693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1000"/>
              </a:spcAft>
              <a:buNone/>
            </a:pPr>
            <a:r>
              <a:rPr lang="en" sz="1200">
                <a:solidFill>
                  <a:schemeClr val="dk1"/>
                </a:solidFill>
                <a:latin typeface="Red Hat Text"/>
                <a:ea typeface="Red Hat Text"/>
                <a:cs typeface="Red Hat Text"/>
                <a:sym typeface="Red Hat Text"/>
              </a:rPr>
              <a:t>A </a:t>
            </a:r>
            <a:r>
              <a:rPr lang="en" sz="1200">
                <a:solidFill>
                  <a:schemeClr val="dk1"/>
                </a:solidFill>
                <a:latin typeface="Red Hat Text Medium"/>
                <a:ea typeface="Red Hat Text Medium"/>
                <a:cs typeface="Red Hat Text Medium"/>
                <a:sym typeface="Red Hat Text Medium"/>
              </a:rPr>
              <a:t>Camel DSL</a:t>
            </a:r>
            <a:r>
              <a:rPr lang="en" sz="1200">
                <a:solidFill>
                  <a:schemeClr val="dk1"/>
                </a:solidFill>
                <a:latin typeface="Red Hat Text"/>
                <a:ea typeface="Red Hat Text"/>
                <a:cs typeface="Red Hat Text"/>
                <a:sym typeface="Red Hat Text"/>
              </a:rPr>
              <a:t> wires endpoints and processors together to form routes</a:t>
            </a:r>
            <a:endParaRPr sz="1200">
              <a:latin typeface="Red Hat Text"/>
              <a:ea typeface="Red Hat Text"/>
              <a:cs typeface="Red Hat Text"/>
              <a:sym typeface="Red Hat Tex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9" name="Shape 4639"/>
        <p:cNvGrpSpPr/>
        <p:nvPr/>
      </p:nvGrpSpPr>
      <p:grpSpPr>
        <a:xfrm>
          <a:off x="0" y="0"/>
          <a:ext cx="0" cy="0"/>
          <a:chOff x="0" y="0"/>
          <a:chExt cx="0" cy="0"/>
        </a:xfrm>
      </p:grpSpPr>
      <p:sp>
        <p:nvSpPr>
          <p:cNvPr id="4640" name="Google Shape;4640;p369"/>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Example: Process and route XML orders</a:t>
            </a:r>
            <a:endParaRPr sz="3600"/>
          </a:p>
        </p:txBody>
      </p:sp>
      <p:sp>
        <p:nvSpPr>
          <p:cNvPr id="4641" name="Google Shape;4641;p36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42" name="Google Shape;4642;p369"/>
          <p:cNvSpPr/>
          <p:nvPr/>
        </p:nvSpPr>
        <p:spPr>
          <a:xfrm>
            <a:off x="2855263" y="1952675"/>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Customer Purchase</a:t>
            </a:r>
            <a:endParaRPr>
              <a:latin typeface="Red Hat Text"/>
              <a:ea typeface="Red Hat Text"/>
              <a:cs typeface="Red Hat Text"/>
              <a:sym typeface="Red Hat Text"/>
            </a:endParaRPr>
          </a:p>
        </p:txBody>
      </p:sp>
      <p:sp>
        <p:nvSpPr>
          <p:cNvPr id="4643" name="Google Shape;4643;p369"/>
          <p:cNvSpPr/>
          <p:nvPr/>
        </p:nvSpPr>
        <p:spPr>
          <a:xfrm>
            <a:off x="2855263" y="294125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Split Orders</a:t>
            </a:r>
            <a:endParaRPr>
              <a:latin typeface="Red Hat Text"/>
              <a:ea typeface="Red Hat Text"/>
              <a:cs typeface="Red Hat Text"/>
              <a:sym typeface="Red Hat Text"/>
            </a:endParaRPr>
          </a:p>
        </p:txBody>
      </p:sp>
      <p:sp>
        <p:nvSpPr>
          <p:cNvPr id="4644" name="Google Shape;4644;p369"/>
          <p:cNvSpPr/>
          <p:nvPr/>
        </p:nvSpPr>
        <p:spPr>
          <a:xfrm>
            <a:off x="2855263" y="3929825"/>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Route each order to its service</a:t>
            </a:r>
            <a:endParaRPr>
              <a:latin typeface="Red Hat Text"/>
              <a:ea typeface="Red Hat Text"/>
              <a:cs typeface="Red Hat Text"/>
              <a:sym typeface="Red Hat Text"/>
            </a:endParaRPr>
          </a:p>
        </p:txBody>
      </p:sp>
      <p:cxnSp>
        <p:nvCxnSpPr>
          <p:cNvPr id="4645" name="Google Shape;4645;p369"/>
          <p:cNvCxnSpPr>
            <a:stCxn id="4642" idx="2"/>
            <a:endCxn id="4643" idx="0"/>
          </p:cNvCxnSpPr>
          <p:nvPr/>
        </p:nvCxnSpPr>
        <p:spPr>
          <a:xfrm>
            <a:off x="3648763" y="2658275"/>
            <a:ext cx="0" cy="282900"/>
          </a:xfrm>
          <a:prstGeom prst="straightConnector1">
            <a:avLst/>
          </a:prstGeom>
          <a:noFill/>
          <a:ln cap="flat" cmpd="sng" w="9525">
            <a:solidFill>
              <a:srgbClr val="595959"/>
            </a:solidFill>
            <a:prstDash val="solid"/>
            <a:round/>
            <a:headEnd len="med" w="med" type="none"/>
            <a:tailEnd len="med" w="med" type="triangle"/>
          </a:ln>
        </p:spPr>
      </p:cxnSp>
      <p:cxnSp>
        <p:nvCxnSpPr>
          <p:cNvPr id="4646" name="Google Shape;4646;p369"/>
          <p:cNvCxnSpPr>
            <a:stCxn id="4643" idx="2"/>
            <a:endCxn id="4644" idx="0"/>
          </p:cNvCxnSpPr>
          <p:nvPr/>
        </p:nvCxnSpPr>
        <p:spPr>
          <a:xfrm>
            <a:off x="3648763" y="3646850"/>
            <a:ext cx="0" cy="282900"/>
          </a:xfrm>
          <a:prstGeom prst="straightConnector1">
            <a:avLst/>
          </a:prstGeom>
          <a:noFill/>
          <a:ln cap="flat" cmpd="sng" w="9525">
            <a:solidFill>
              <a:srgbClr val="595959"/>
            </a:solidFill>
            <a:prstDash val="solid"/>
            <a:round/>
            <a:headEnd len="med" w="med" type="none"/>
            <a:tailEnd len="med" w="med" type="triangle"/>
          </a:ln>
        </p:spPr>
      </p:cxnSp>
      <p:sp>
        <p:nvSpPr>
          <p:cNvPr id="4647" name="Google Shape;4647;p369"/>
          <p:cNvSpPr/>
          <p:nvPr/>
        </p:nvSpPr>
        <p:spPr>
          <a:xfrm>
            <a:off x="1900525" y="491840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Electronics</a:t>
            </a:r>
            <a:endParaRPr>
              <a:latin typeface="Red Hat Text"/>
              <a:ea typeface="Red Hat Text"/>
              <a:cs typeface="Red Hat Text"/>
              <a:sym typeface="Red Hat Text"/>
            </a:endParaRPr>
          </a:p>
        </p:txBody>
      </p:sp>
      <p:sp>
        <p:nvSpPr>
          <p:cNvPr id="4648" name="Google Shape;4648;p369"/>
          <p:cNvSpPr/>
          <p:nvPr/>
        </p:nvSpPr>
        <p:spPr>
          <a:xfrm>
            <a:off x="4315600" y="550760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Others</a:t>
            </a:r>
            <a:endParaRPr>
              <a:latin typeface="Red Hat Text"/>
              <a:ea typeface="Red Hat Text"/>
              <a:cs typeface="Red Hat Text"/>
              <a:sym typeface="Red Hat Text"/>
            </a:endParaRPr>
          </a:p>
        </p:txBody>
      </p:sp>
      <p:cxnSp>
        <p:nvCxnSpPr>
          <p:cNvPr id="4649" name="Google Shape;4649;p369"/>
          <p:cNvCxnSpPr>
            <a:stCxn id="4644" idx="2"/>
            <a:endCxn id="4647" idx="0"/>
          </p:cNvCxnSpPr>
          <p:nvPr/>
        </p:nvCxnSpPr>
        <p:spPr>
          <a:xfrm flipH="1">
            <a:off x="2694163" y="4635425"/>
            <a:ext cx="954600" cy="282900"/>
          </a:xfrm>
          <a:prstGeom prst="straightConnector1">
            <a:avLst/>
          </a:prstGeom>
          <a:noFill/>
          <a:ln cap="flat" cmpd="sng" w="9525">
            <a:solidFill>
              <a:schemeClr val="dk2"/>
            </a:solidFill>
            <a:prstDash val="solid"/>
            <a:round/>
            <a:headEnd len="med" w="med" type="none"/>
            <a:tailEnd len="med" w="med" type="triangle"/>
          </a:ln>
        </p:spPr>
      </p:cxnSp>
      <p:cxnSp>
        <p:nvCxnSpPr>
          <p:cNvPr id="4650" name="Google Shape;4650;p369"/>
          <p:cNvCxnSpPr>
            <a:stCxn id="4644" idx="2"/>
            <a:endCxn id="4648" idx="0"/>
          </p:cNvCxnSpPr>
          <p:nvPr/>
        </p:nvCxnSpPr>
        <p:spPr>
          <a:xfrm>
            <a:off x="3648763" y="4635425"/>
            <a:ext cx="1460400" cy="872100"/>
          </a:xfrm>
          <a:prstGeom prst="straightConnector1">
            <a:avLst/>
          </a:prstGeom>
          <a:noFill/>
          <a:ln cap="flat" cmpd="sng" w="9525">
            <a:solidFill>
              <a:schemeClr val="dk2"/>
            </a:solidFill>
            <a:prstDash val="solid"/>
            <a:round/>
            <a:headEnd len="med" w="med" type="none"/>
            <a:tailEnd len="med" w="med" type="triangle"/>
          </a:ln>
        </p:spPr>
      </p:cxnSp>
      <p:pic>
        <p:nvPicPr>
          <p:cNvPr id="4651" name="Google Shape;4651;p369"/>
          <p:cNvPicPr preferRelativeResize="0"/>
          <p:nvPr/>
        </p:nvPicPr>
        <p:blipFill>
          <a:blip r:embed="rId3">
            <a:alphaModFix/>
          </a:blip>
          <a:stretch>
            <a:fillRect/>
          </a:stretch>
        </p:blipFill>
        <p:spPr>
          <a:xfrm>
            <a:off x="1950860" y="4049263"/>
            <a:ext cx="743303" cy="466725"/>
          </a:xfrm>
          <a:prstGeom prst="rect">
            <a:avLst/>
          </a:prstGeom>
          <a:noFill/>
          <a:ln>
            <a:noFill/>
          </a:ln>
        </p:spPr>
      </p:pic>
      <p:pic>
        <p:nvPicPr>
          <p:cNvPr id="4652" name="Google Shape;4652;p369"/>
          <p:cNvPicPr preferRelativeResize="0"/>
          <p:nvPr/>
        </p:nvPicPr>
        <p:blipFill>
          <a:blip r:embed="rId4">
            <a:alphaModFix/>
          </a:blip>
          <a:stretch>
            <a:fillRect/>
          </a:stretch>
        </p:blipFill>
        <p:spPr>
          <a:xfrm>
            <a:off x="1950838" y="3060676"/>
            <a:ext cx="743336" cy="466725"/>
          </a:xfrm>
          <a:prstGeom prst="rect">
            <a:avLst/>
          </a:prstGeom>
          <a:noFill/>
          <a:ln>
            <a:noFill/>
          </a:ln>
        </p:spPr>
      </p:pic>
      <p:sp>
        <p:nvSpPr>
          <p:cNvPr id="4653" name="Google Shape;4653;p369"/>
          <p:cNvSpPr/>
          <p:nvPr/>
        </p:nvSpPr>
        <p:spPr>
          <a:xfrm>
            <a:off x="5445400" y="2244000"/>
            <a:ext cx="6205500" cy="1985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lnSpc>
                <a:spcPct val="100000"/>
              </a:lnSpc>
              <a:spcBef>
                <a:spcPts val="0"/>
              </a:spcBef>
              <a:spcAft>
                <a:spcPts val="0"/>
              </a:spcAft>
              <a:buNone/>
            </a:pPr>
            <a:r>
              <a:rPr lang="en">
                <a:solidFill>
                  <a:schemeClr val="dk1"/>
                </a:solidFill>
                <a:latin typeface="Roboto Mono"/>
                <a:ea typeface="Roboto Mono"/>
                <a:cs typeface="Roboto Mono"/>
                <a:sym typeface="Roboto Mono"/>
              </a:rPr>
              <a:t>from</a:t>
            </a:r>
            <a:r>
              <a:rPr lang="en">
                <a:solidFill>
                  <a:schemeClr val="dk2"/>
                </a:solidFill>
                <a:latin typeface="Roboto Mono"/>
                <a:ea typeface="Roboto Mono"/>
                <a:cs typeface="Roboto Mono"/>
                <a:sym typeface="Roboto Mono"/>
              </a:rPr>
              <a:t>("file:work/orders/input")</a:t>
            </a:r>
            <a:endParaRPr>
              <a:solidFill>
                <a:schemeClr val="dk2"/>
              </a:solidFill>
              <a:latin typeface="Roboto Mono"/>
              <a:ea typeface="Roboto Mono"/>
              <a:cs typeface="Roboto Mono"/>
              <a:sym typeface="Roboto Mono"/>
            </a:endParaRPr>
          </a:p>
          <a:p>
            <a:pPr indent="0" lvl="0" marL="114300" rtl="0" algn="l">
              <a:lnSpc>
                <a:spcPct val="100000"/>
              </a:lnSpc>
              <a:spcBef>
                <a:spcPts val="0"/>
              </a:spcBef>
              <a:spcAft>
                <a:spcPts val="0"/>
              </a:spcAft>
              <a:buNone/>
            </a:pPr>
            <a:r>
              <a:rPr lang="en">
                <a:solidFill>
                  <a:schemeClr val="dk2"/>
                </a:solidFill>
                <a:latin typeface="Roboto Mono"/>
                <a:ea typeface="Roboto Mono"/>
                <a:cs typeface="Roboto Mono"/>
                <a:sym typeface="Roboto Mono"/>
              </a:rPr>
              <a:t>  .</a:t>
            </a:r>
            <a:r>
              <a:rPr lang="en">
                <a:solidFill>
                  <a:schemeClr val="dk1"/>
                </a:solidFill>
                <a:latin typeface="Roboto Mono"/>
                <a:ea typeface="Roboto Mono"/>
                <a:cs typeface="Roboto Mono"/>
                <a:sym typeface="Roboto Mono"/>
              </a:rPr>
              <a:t>split</a:t>
            </a:r>
            <a:r>
              <a:rPr lang="en">
                <a:solidFill>
                  <a:schemeClr val="dk2"/>
                </a:solidFill>
                <a:latin typeface="Roboto Mono"/>
                <a:ea typeface="Roboto Mono"/>
                <a:cs typeface="Roboto Mono"/>
                <a:sym typeface="Roboto Mono"/>
              </a:rPr>
              <a:t>(xpath("//orders"))</a:t>
            </a:r>
            <a:endParaRPr>
              <a:solidFill>
                <a:schemeClr val="dk2"/>
              </a:solidFill>
              <a:latin typeface="Roboto Mono"/>
              <a:ea typeface="Roboto Mono"/>
              <a:cs typeface="Roboto Mono"/>
              <a:sym typeface="Roboto Mono"/>
            </a:endParaRPr>
          </a:p>
          <a:p>
            <a:pPr indent="0" lvl="0" marL="114300" rtl="0" algn="l">
              <a:lnSpc>
                <a:spcPct val="100000"/>
              </a:lnSpc>
              <a:spcBef>
                <a:spcPts val="0"/>
              </a:spcBef>
              <a:spcAft>
                <a:spcPts val="0"/>
              </a:spcAft>
              <a:buNone/>
            </a:pPr>
            <a:r>
              <a:rPr lang="en">
                <a:solidFill>
                  <a:schemeClr val="dk2"/>
                </a:solidFill>
                <a:latin typeface="Roboto Mono"/>
                <a:ea typeface="Roboto Mono"/>
                <a:cs typeface="Roboto Mono"/>
                <a:sym typeface="Roboto Mono"/>
              </a:rPr>
              <a:t>    .</a:t>
            </a:r>
            <a:r>
              <a:rPr lang="en">
                <a:solidFill>
                  <a:schemeClr val="dk1"/>
                </a:solidFill>
                <a:latin typeface="Roboto Mono"/>
                <a:ea typeface="Roboto Mono"/>
                <a:cs typeface="Roboto Mono"/>
                <a:sym typeface="Roboto Mono"/>
              </a:rPr>
              <a:t>choice</a:t>
            </a:r>
            <a:r>
              <a:rPr lang="en">
                <a:solidFill>
                  <a:schemeClr val="dk2"/>
                </a:solidFill>
                <a:latin typeface="Roboto Mono"/>
                <a:ea typeface="Roboto Mono"/>
                <a:cs typeface="Roboto Mono"/>
                <a:sym typeface="Roboto Mono"/>
              </a:rPr>
              <a:t>()</a:t>
            </a:r>
            <a:endParaRPr>
              <a:solidFill>
                <a:schemeClr val="dk2"/>
              </a:solidFill>
              <a:latin typeface="Roboto Mono"/>
              <a:ea typeface="Roboto Mono"/>
              <a:cs typeface="Roboto Mono"/>
              <a:sym typeface="Roboto Mono"/>
            </a:endParaRPr>
          </a:p>
          <a:p>
            <a:pPr indent="0" lvl="0" marL="114300" rtl="0" algn="l">
              <a:lnSpc>
                <a:spcPct val="100000"/>
              </a:lnSpc>
              <a:spcBef>
                <a:spcPts val="0"/>
              </a:spcBef>
              <a:spcAft>
                <a:spcPts val="0"/>
              </a:spcAft>
              <a:buNone/>
            </a:pPr>
            <a:r>
              <a:rPr lang="en">
                <a:solidFill>
                  <a:schemeClr val="dk2"/>
                </a:solidFill>
                <a:latin typeface="Roboto Mono"/>
                <a:ea typeface="Roboto Mono"/>
                <a:cs typeface="Roboto Mono"/>
                <a:sym typeface="Roboto Mono"/>
              </a:rPr>
              <a:t>	  .</a:t>
            </a:r>
            <a:r>
              <a:rPr lang="en">
                <a:solidFill>
                  <a:schemeClr val="dk1"/>
                </a:solidFill>
                <a:latin typeface="Roboto Mono"/>
                <a:ea typeface="Roboto Mono"/>
                <a:cs typeface="Roboto Mono"/>
                <a:sym typeface="Roboto Mono"/>
              </a:rPr>
              <a:t>when</a:t>
            </a:r>
            <a:r>
              <a:rPr lang="en">
                <a:solidFill>
                  <a:schemeClr val="dk2"/>
                </a:solidFill>
                <a:latin typeface="Roboto Mono"/>
                <a:ea typeface="Roboto Mono"/>
                <a:cs typeface="Roboto Mono"/>
                <a:sym typeface="Roboto Mono"/>
              </a:rPr>
              <a:t>(xpath("/order:order/order:type = 'E'"))</a:t>
            </a:r>
            <a:endParaRPr>
              <a:solidFill>
                <a:schemeClr val="dk2"/>
              </a:solidFill>
              <a:latin typeface="Roboto Mono"/>
              <a:ea typeface="Roboto Mono"/>
              <a:cs typeface="Roboto Mono"/>
              <a:sym typeface="Roboto Mono"/>
            </a:endParaRPr>
          </a:p>
          <a:p>
            <a:pPr indent="0" lvl="0" marL="114300" rtl="0" algn="l">
              <a:lnSpc>
                <a:spcPct val="100000"/>
              </a:lnSpc>
              <a:spcBef>
                <a:spcPts val="0"/>
              </a:spcBef>
              <a:spcAft>
                <a:spcPts val="0"/>
              </a:spcAft>
              <a:buNone/>
            </a:pPr>
            <a:r>
              <a:rPr lang="en">
                <a:solidFill>
                  <a:schemeClr val="dk2"/>
                </a:solidFill>
                <a:latin typeface="Roboto Mono"/>
                <a:ea typeface="Roboto Mono"/>
                <a:cs typeface="Roboto Mono"/>
                <a:sym typeface="Roboto Mono"/>
              </a:rPr>
              <a:t>	    .</a:t>
            </a:r>
            <a:r>
              <a:rPr lang="en">
                <a:solidFill>
                  <a:schemeClr val="dk1"/>
                </a:solidFill>
                <a:latin typeface="Roboto Mono"/>
                <a:ea typeface="Roboto Mono"/>
                <a:cs typeface="Roboto Mono"/>
                <a:sym typeface="Roboto Mono"/>
              </a:rPr>
              <a:t>to</a:t>
            </a:r>
            <a:r>
              <a:rPr lang="en">
                <a:solidFill>
                  <a:schemeClr val="dk2"/>
                </a:solidFill>
                <a:latin typeface="Roboto Mono"/>
                <a:ea typeface="Roboto Mono"/>
                <a:cs typeface="Roboto Mono"/>
                <a:sym typeface="Roboto Mono"/>
              </a:rPr>
              <a:t>("jms:queue:electronic/us")</a:t>
            </a:r>
            <a:endParaRPr>
              <a:solidFill>
                <a:schemeClr val="dk2"/>
              </a:solidFill>
              <a:latin typeface="Roboto Mono"/>
              <a:ea typeface="Roboto Mono"/>
              <a:cs typeface="Roboto Mono"/>
              <a:sym typeface="Roboto Mono"/>
            </a:endParaRPr>
          </a:p>
          <a:p>
            <a:pPr indent="0" lvl="0" marL="114300" rtl="0" algn="l">
              <a:lnSpc>
                <a:spcPct val="100000"/>
              </a:lnSpc>
              <a:spcBef>
                <a:spcPts val="0"/>
              </a:spcBef>
              <a:spcAft>
                <a:spcPts val="0"/>
              </a:spcAft>
              <a:buNone/>
            </a:pPr>
            <a:r>
              <a:rPr lang="en">
                <a:solidFill>
                  <a:schemeClr val="dk2"/>
                </a:solidFill>
                <a:latin typeface="Roboto Mono"/>
                <a:ea typeface="Roboto Mono"/>
                <a:cs typeface="Roboto Mono"/>
                <a:sym typeface="Roboto Mono"/>
              </a:rPr>
              <a:t>	  .</a:t>
            </a:r>
            <a:r>
              <a:rPr lang="en">
                <a:solidFill>
                  <a:schemeClr val="dk1"/>
                </a:solidFill>
                <a:latin typeface="Roboto Mono"/>
                <a:ea typeface="Roboto Mono"/>
                <a:cs typeface="Roboto Mono"/>
                <a:sym typeface="Roboto Mono"/>
              </a:rPr>
              <a:t>otherwise</a:t>
            </a:r>
            <a:r>
              <a:rPr lang="en">
                <a:solidFill>
                  <a:schemeClr val="dk2"/>
                </a:solidFill>
                <a:latin typeface="Roboto Mono"/>
                <a:ea typeface="Roboto Mono"/>
                <a:cs typeface="Roboto Mono"/>
                <a:sym typeface="Roboto Mono"/>
              </a:rPr>
              <a:t>()</a:t>
            </a:r>
            <a:endParaRPr>
              <a:solidFill>
                <a:schemeClr val="dk2"/>
              </a:solidFill>
              <a:latin typeface="Roboto Mono"/>
              <a:ea typeface="Roboto Mono"/>
              <a:cs typeface="Roboto Mono"/>
              <a:sym typeface="Roboto Mono"/>
            </a:endParaRPr>
          </a:p>
          <a:p>
            <a:pPr indent="0" lvl="0" marL="114300" rtl="0" algn="l">
              <a:lnSpc>
                <a:spcPct val="100000"/>
              </a:lnSpc>
              <a:spcBef>
                <a:spcPts val="0"/>
              </a:spcBef>
              <a:spcAft>
                <a:spcPts val="0"/>
              </a:spcAft>
              <a:buNone/>
            </a:pPr>
            <a:r>
              <a:rPr lang="en">
                <a:solidFill>
                  <a:schemeClr val="dk2"/>
                </a:solidFill>
                <a:latin typeface="Roboto Mono"/>
                <a:ea typeface="Roboto Mono"/>
                <a:cs typeface="Roboto Mono"/>
                <a:sym typeface="Roboto Mono"/>
              </a:rPr>
              <a:t>		.</a:t>
            </a:r>
            <a:r>
              <a:rPr lang="en">
                <a:solidFill>
                  <a:schemeClr val="dk1"/>
                </a:solidFill>
                <a:latin typeface="Roboto Mono"/>
                <a:ea typeface="Roboto Mono"/>
                <a:cs typeface="Roboto Mono"/>
                <a:sym typeface="Roboto Mono"/>
              </a:rPr>
              <a:t>to</a:t>
            </a:r>
            <a:r>
              <a:rPr lang="en">
                <a:solidFill>
                  <a:schemeClr val="dk2"/>
                </a:solidFill>
                <a:latin typeface="Roboto Mono"/>
                <a:ea typeface="Roboto Mono"/>
                <a:cs typeface="Roboto Mono"/>
                <a:sym typeface="Roboto Mono"/>
              </a:rPr>
              <a:t>(“jms:queue:other/us”);</a:t>
            </a:r>
            <a:endParaRPr>
              <a:solidFill>
                <a:schemeClr val="dk2"/>
              </a:solidFill>
              <a:latin typeface="Roboto Mono"/>
              <a:ea typeface="Roboto Mono"/>
              <a:cs typeface="Roboto Mono"/>
              <a:sym typeface="Roboto Mono"/>
            </a:endParaRPr>
          </a:p>
        </p:txBody>
      </p:sp>
      <p:cxnSp>
        <p:nvCxnSpPr>
          <p:cNvPr id="4654" name="Google Shape;4654;p369"/>
          <p:cNvCxnSpPr>
            <a:endCxn id="4642" idx="3"/>
          </p:cNvCxnSpPr>
          <p:nvPr/>
        </p:nvCxnSpPr>
        <p:spPr>
          <a:xfrm rot="10800000">
            <a:off x="4442263" y="2305475"/>
            <a:ext cx="1128000" cy="305400"/>
          </a:xfrm>
          <a:prstGeom prst="straightConnector1">
            <a:avLst/>
          </a:prstGeom>
          <a:noFill/>
          <a:ln cap="flat" cmpd="sng" w="19050">
            <a:solidFill>
              <a:srgbClr val="B7B7B7"/>
            </a:solidFill>
            <a:prstDash val="dash"/>
            <a:round/>
            <a:headEnd len="med" w="med" type="oval"/>
            <a:tailEnd len="med" w="med" type="none"/>
          </a:ln>
        </p:spPr>
      </p:cxnSp>
      <p:cxnSp>
        <p:nvCxnSpPr>
          <p:cNvPr id="4655" name="Google Shape;4655;p369"/>
          <p:cNvCxnSpPr>
            <a:endCxn id="4643" idx="3"/>
          </p:cNvCxnSpPr>
          <p:nvPr/>
        </p:nvCxnSpPr>
        <p:spPr>
          <a:xfrm flipH="1">
            <a:off x="4442263" y="2826950"/>
            <a:ext cx="1284300" cy="467100"/>
          </a:xfrm>
          <a:prstGeom prst="straightConnector1">
            <a:avLst/>
          </a:prstGeom>
          <a:noFill/>
          <a:ln cap="flat" cmpd="sng" w="19050">
            <a:solidFill>
              <a:srgbClr val="B7B7B7"/>
            </a:solidFill>
            <a:prstDash val="dash"/>
            <a:round/>
            <a:headEnd len="med" w="med" type="oval"/>
            <a:tailEnd len="med" w="med" type="none"/>
          </a:ln>
        </p:spPr>
      </p:cxnSp>
      <p:cxnSp>
        <p:nvCxnSpPr>
          <p:cNvPr id="4656" name="Google Shape;4656;p369"/>
          <p:cNvCxnSpPr>
            <a:endCxn id="4644" idx="3"/>
          </p:cNvCxnSpPr>
          <p:nvPr/>
        </p:nvCxnSpPr>
        <p:spPr>
          <a:xfrm flipH="1">
            <a:off x="4442263" y="3042725"/>
            <a:ext cx="1522500" cy="1239900"/>
          </a:xfrm>
          <a:prstGeom prst="straightConnector1">
            <a:avLst/>
          </a:prstGeom>
          <a:noFill/>
          <a:ln cap="flat" cmpd="sng" w="19050">
            <a:solidFill>
              <a:srgbClr val="B7B7B7"/>
            </a:solidFill>
            <a:prstDash val="dash"/>
            <a:round/>
            <a:headEnd len="med" w="med" type="oval"/>
            <a:tailEnd len="med" w="med" type="none"/>
          </a:ln>
        </p:spPr>
      </p:cxnSp>
      <p:cxnSp>
        <p:nvCxnSpPr>
          <p:cNvPr id="4657" name="Google Shape;4657;p369"/>
          <p:cNvCxnSpPr>
            <a:endCxn id="4648" idx="3"/>
          </p:cNvCxnSpPr>
          <p:nvPr/>
        </p:nvCxnSpPr>
        <p:spPr>
          <a:xfrm flipH="1">
            <a:off x="5902600" y="3917900"/>
            <a:ext cx="476100" cy="1942500"/>
          </a:xfrm>
          <a:prstGeom prst="straightConnector1">
            <a:avLst/>
          </a:prstGeom>
          <a:noFill/>
          <a:ln cap="flat" cmpd="sng" w="19050">
            <a:solidFill>
              <a:srgbClr val="B7B7B7"/>
            </a:solidFill>
            <a:prstDash val="dash"/>
            <a:round/>
            <a:headEnd len="med" w="med" type="oval"/>
            <a:tailEnd len="med" w="med" type="none"/>
          </a:ln>
        </p:spPr>
      </p:cxnSp>
      <p:cxnSp>
        <p:nvCxnSpPr>
          <p:cNvPr id="4658" name="Google Shape;4658;p369"/>
          <p:cNvCxnSpPr>
            <a:endCxn id="4647" idx="3"/>
          </p:cNvCxnSpPr>
          <p:nvPr/>
        </p:nvCxnSpPr>
        <p:spPr>
          <a:xfrm flipH="1">
            <a:off x="3487525" y="3482000"/>
            <a:ext cx="2752800" cy="1789200"/>
          </a:xfrm>
          <a:prstGeom prst="straightConnector1">
            <a:avLst/>
          </a:prstGeom>
          <a:noFill/>
          <a:ln cap="flat" cmpd="sng" w="19050">
            <a:solidFill>
              <a:srgbClr val="B7B7B7"/>
            </a:solidFill>
            <a:prstDash val="dash"/>
            <a:round/>
            <a:headEnd len="med" w="med" type="oval"/>
            <a:tailEnd len="med" w="med" type="none"/>
          </a:ln>
        </p:spPr>
      </p:cxnSp>
      <p:pic>
        <p:nvPicPr>
          <p:cNvPr id="4659" name="Google Shape;4659;p369"/>
          <p:cNvPicPr preferRelativeResize="0"/>
          <p:nvPr/>
        </p:nvPicPr>
        <p:blipFill rotWithShape="1">
          <a:blip r:embed="rId5">
            <a:alphaModFix/>
          </a:blip>
          <a:srcRect b="0" l="0" r="0" t="0"/>
          <a:stretch/>
        </p:blipFill>
        <p:spPr>
          <a:xfrm>
            <a:off x="1864742" y="2080481"/>
            <a:ext cx="458325" cy="458325"/>
          </a:xfrm>
          <a:prstGeom prst="rect">
            <a:avLst/>
          </a:prstGeom>
          <a:noFill/>
          <a:ln>
            <a:noFill/>
          </a:ln>
        </p:spPr>
      </p:pic>
      <p:sp>
        <p:nvSpPr>
          <p:cNvPr id="4660" name="Google Shape;4660;p369"/>
          <p:cNvSpPr txBox="1"/>
          <p:nvPr/>
        </p:nvSpPr>
        <p:spPr>
          <a:xfrm>
            <a:off x="2239429" y="2124975"/>
            <a:ext cx="573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ed Hat Text"/>
                <a:ea typeface="Red Hat Text"/>
                <a:cs typeface="Red Hat Text"/>
                <a:sym typeface="Red Hat Text"/>
              </a:rPr>
              <a:t>XML</a:t>
            </a:r>
            <a:endParaRPr sz="1200">
              <a:latin typeface="Red Hat Text"/>
              <a:ea typeface="Red Hat Text"/>
              <a:cs typeface="Red Hat Text"/>
              <a:sym typeface="Red Hat Text"/>
            </a:endParaRPr>
          </a:p>
        </p:txBody>
      </p:sp>
      <p:sp>
        <p:nvSpPr>
          <p:cNvPr id="4661" name="Google Shape;4661;p369"/>
          <p:cNvSpPr txBox="1"/>
          <p:nvPr/>
        </p:nvSpPr>
        <p:spPr>
          <a:xfrm>
            <a:off x="2887525" y="1583300"/>
            <a:ext cx="15225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latin typeface="Red Hat Text"/>
                <a:ea typeface="Red Hat Text"/>
                <a:cs typeface="Red Hat Text"/>
                <a:sym typeface="Red Hat Text"/>
              </a:rPr>
              <a:t>Source endpoint</a:t>
            </a:r>
            <a:endParaRPr i="1" sz="1200">
              <a:latin typeface="Red Hat Text"/>
              <a:ea typeface="Red Hat Text"/>
              <a:cs typeface="Red Hat Text"/>
              <a:sym typeface="Red Hat Text"/>
            </a:endParaRPr>
          </a:p>
        </p:txBody>
      </p:sp>
      <p:sp>
        <p:nvSpPr>
          <p:cNvPr id="4662" name="Google Shape;4662;p369"/>
          <p:cNvSpPr txBox="1"/>
          <p:nvPr/>
        </p:nvSpPr>
        <p:spPr>
          <a:xfrm>
            <a:off x="947654" y="3109396"/>
            <a:ext cx="10032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latin typeface="Red Hat Text"/>
                <a:ea typeface="Red Hat Text"/>
                <a:cs typeface="Red Hat Text"/>
                <a:sym typeface="Red Hat Text"/>
              </a:rPr>
              <a:t>Splitter EIP</a:t>
            </a:r>
            <a:endParaRPr sz="1200">
              <a:latin typeface="Red Hat Text"/>
              <a:ea typeface="Red Hat Text"/>
              <a:cs typeface="Red Hat Text"/>
              <a:sym typeface="Red Hat Text"/>
            </a:endParaRPr>
          </a:p>
        </p:txBody>
      </p:sp>
      <p:sp>
        <p:nvSpPr>
          <p:cNvPr id="4663" name="Google Shape;4663;p369"/>
          <p:cNvSpPr txBox="1"/>
          <p:nvPr/>
        </p:nvSpPr>
        <p:spPr>
          <a:xfrm>
            <a:off x="1999975" y="5624075"/>
            <a:ext cx="1388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latin typeface="Red Hat Text"/>
                <a:ea typeface="Red Hat Text"/>
                <a:cs typeface="Red Hat Text"/>
                <a:sym typeface="Red Hat Text"/>
              </a:rPr>
              <a:t>Target endpoint</a:t>
            </a:r>
            <a:endParaRPr i="1" sz="1200">
              <a:latin typeface="Red Hat Text"/>
              <a:ea typeface="Red Hat Text"/>
              <a:cs typeface="Red Hat Text"/>
              <a:sym typeface="Red Hat Text"/>
            </a:endParaRPr>
          </a:p>
        </p:txBody>
      </p:sp>
      <p:sp>
        <p:nvSpPr>
          <p:cNvPr id="4664" name="Google Shape;4664;p369"/>
          <p:cNvSpPr txBox="1"/>
          <p:nvPr/>
        </p:nvSpPr>
        <p:spPr>
          <a:xfrm>
            <a:off x="947654" y="4097984"/>
            <a:ext cx="10032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200">
                <a:latin typeface="Red Hat Text"/>
                <a:ea typeface="Red Hat Text"/>
                <a:cs typeface="Red Hat Text"/>
                <a:sym typeface="Red Hat Text"/>
              </a:rPr>
              <a:t>CBR EIP</a:t>
            </a:r>
            <a:endParaRPr sz="1200">
              <a:latin typeface="Red Hat Text"/>
              <a:ea typeface="Red Hat Text"/>
              <a:cs typeface="Red Hat Text"/>
              <a:sym typeface="Red Hat Text"/>
            </a:endParaRPr>
          </a:p>
        </p:txBody>
      </p:sp>
      <p:sp>
        <p:nvSpPr>
          <p:cNvPr id="4665" name="Google Shape;4665;p369"/>
          <p:cNvSpPr txBox="1"/>
          <p:nvPr/>
        </p:nvSpPr>
        <p:spPr>
          <a:xfrm>
            <a:off x="10485525" y="2258100"/>
            <a:ext cx="128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ed Hat Text"/>
                <a:ea typeface="Red Hat Text"/>
                <a:cs typeface="Red Hat Text"/>
                <a:sym typeface="Red Hat Text"/>
              </a:rPr>
              <a:t>&lt;Java DSL&gt;</a:t>
            </a:r>
            <a:endParaRPr>
              <a:solidFill>
                <a:schemeClr val="dk2"/>
              </a:solidFill>
              <a:latin typeface="Red Hat Text"/>
              <a:ea typeface="Red Hat Text"/>
              <a:cs typeface="Red Hat Text"/>
              <a:sym typeface="Red Hat Text"/>
            </a:endParaRPr>
          </a:p>
        </p:txBody>
      </p:sp>
      <p:sp>
        <p:nvSpPr>
          <p:cNvPr id="4666" name="Google Shape;4666;p369"/>
          <p:cNvSpPr txBox="1"/>
          <p:nvPr/>
        </p:nvSpPr>
        <p:spPr>
          <a:xfrm>
            <a:off x="4415050" y="6213200"/>
            <a:ext cx="1388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200">
                <a:latin typeface="Red Hat Text"/>
                <a:ea typeface="Red Hat Text"/>
                <a:cs typeface="Red Hat Text"/>
                <a:sym typeface="Red Hat Text"/>
              </a:rPr>
              <a:t>Target endpoint</a:t>
            </a:r>
            <a:endParaRPr i="1" sz="1200">
              <a:latin typeface="Red Hat Text"/>
              <a:ea typeface="Red Hat Text"/>
              <a:cs typeface="Red Hat Text"/>
              <a:sym typeface="Red Hat Tex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0" name="Shape 4670"/>
        <p:cNvGrpSpPr/>
        <p:nvPr/>
      </p:nvGrpSpPr>
      <p:grpSpPr>
        <a:xfrm>
          <a:off x="0" y="0"/>
          <a:ext cx="0" cy="0"/>
          <a:chOff x="0" y="0"/>
          <a:chExt cx="0" cy="0"/>
        </a:xfrm>
      </p:grpSpPr>
      <p:sp>
        <p:nvSpPr>
          <p:cNvPr id="4671" name="Google Shape;4671;p370"/>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Camel Components</a:t>
            </a:r>
            <a:endParaRPr sz="3600"/>
          </a:p>
        </p:txBody>
      </p:sp>
      <p:sp>
        <p:nvSpPr>
          <p:cNvPr id="4672" name="Google Shape;4672;p37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73" name="Google Shape;4673;p37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encapsulate APIs to enable it for routes.</a:t>
            </a:r>
            <a:endParaRPr sz="2000"/>
          </a:p>
        </p:txBody>
      </p:sp>
      <p:sp>
        <p:nvSpPr>
          <p:cNvPr id="4674" name="Google Shape;4674;p370"/>
          <p:cNvSpPr txBox="1"/>
          <p:nvPr/>
        </p:nvSpPr>
        <p:spPr>
          <a:xfrm>
            <a:off x="3951575" y="2050947"/>
            <a:ext cx="4289100" cy="10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highlight>
                  <a:srgbClr val="FEFEFE"/>
                </a:highlight>
                <a:latin typeface="Red Hat Text Medium"/>
                <a:ea typeface="Red Hat Text Medium"/>
                <a:cs typeface="Red Hat Text Medium"/>
                <a:sym typeface="Red Hat Text Medium"/>
              </a:rPr>
              <a:t>Endpoint URI</a:t>
            </a:r>
            <a:endParaRPr sz="1200">
              <a:solidFill>
                <a:schemeClr val="dk1"/>
              </a:solidFill>
              <a:highlight>
                <a:srgbClr val="FEFEFE"/>
              </a:highlight>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sz="1200">
              <a:solidFill>
                <a:schemeClr val="dk1"/>
              </a:solidFill>
              <a:highlight>
                <a:srgbClr val="FEFEFE"/>
              </a:highlight>
              <a:latin typeface="Red Hat Text"/>
              <a:ea typeface="Red Hat Text"/>
              <a:cs typeface="Red Hat Text"/>
              <a:sym typeface="Red Hat Text"/>
            </a:endParaRPr>
          </a:p>
          <a:p>
            <a:pPr indent="0" lvl="0" marL="0" rtl="0" algn="ctr">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component:resource[?options]</a:t>
            </a:r>
            <a:br>
              <a:rPr lang="en" sz="1150">
                <a:solidFill>
                  <a:schemeClr val="dk1"/>
                </a:solidFill>
                <a:highlight>
                  <a:srgbClr val="FEFEFE"/>
                </a:highlight>
                <a:latin typeface="Droid Sans Mono"/>
                <a:ea typeface="Droid Sans Mono"/>
                <a:cs typeface="Droid Sans Mono"/>
                <a:sym typeface="Droid Sans Mono"/>
              </a:rPr>
            </a:br>
            <a:endParaRPr sz="1150">
              <a:solidFill>
                <a:schemeClr val="dk1"/>
              </a:solidFill>
              <a:highlight>
                <a:srgbClr val="FEFEFE"/>
              </a:highlight>
              <a:latin typeface="Droid Sans Mono"/>
              <a:ea typeface="Droid Sans Mono"/>
              <a:cs typeface="Droid Sans Mono"/>
              <a:sym typeface="Droid Sans Mono"/>
            </a:endParaRPr>
          </a:p>
          <a:p>
            <a:pPr indent="0" lvl="0" marL="0" rtl="0" algn="ctr">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p:txBody>
      </p:sp>
      <p:sp>
        <p:nvSpPr>
          <p:cNvPr id="4675" name="Google Shape;4675;p370"/>
          <p:cNvSpPr txBox="1"/>
          <p:nvPr/>
        </p:nvSpPr>
        <p:spPr>
          <a:xfrm>
            <a:off x="2817925" y="3247725"/>
            <a:ext cx="2696100" cy="179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highlight>
                  <a:srgbClr val="FEFEFE"/>
                </a:highlight>
                <a:latin typeface="Red Hat Text Medium"/>
                <a:ea typeface="Red Hat Text Medium"/>
                <a:cs typeface="Red Hat Text Medium"/>
                <a:sym typeface="Red Hat Text Medium"/>
              </a:rPr>
              <a:t>Core</a:t>
            </a:r>
            <a:endParaRPr sz="1200">
              <a:solidFill>
                <a:schemeClr val="dk1"/>
              </a:solidFill>
              <a:highlight>
                <a:srgbClr val="FEFEFE"/>
              </a:highlight>
              <a:latin typeface="Red Hat Text Medium"/>
              <a:ea typeface="Red Hat Text Medium"/>
              <a:cs typeface="Red Hat Text Medium"/>
              <a:sym typeface="Red Hat Text Medium"/>
            </a:endParaRPr>
          </a:p>
          <a:p>
            <a:pPr indent="0" lvl="0" marL="0" rtl="0" algn="l">
              <a:spcBef>
                <a:spcPts val="0"/>
              </a:spcBef>
              <a:spcAft>
                <a:spcPts val="0"/>
              </a:spcAft>
              <a:buClr>
                <a:schemeClr val="dk1"/>
              </a:buClr>
              <a:buSzPts val="1100"/>
              <a:buFont typeface="Arial"/>
              <a:buNone/>
            </a:pPr>
            <a:r>
              <a:t/>
            </a:r>
            <a:endParaRPr sz="1200">
              <a:solidFill>
                <a:schemeClr val="dk1"/>
              </a:solidFill>
              <a:highlight>
                <a:srgbClr val="FEFEFE"/>
              </a:highlight>
              <a:latin typeface="Red Hat Text"/>
              <a:ea typeface="Red Hat Text"/>
              <a:cs typeface="Red Hat Text"/>
              <a:sym typeface="Red Hat Text"/>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direct:result</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timer:name?period=1000</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file:directoryName[?options]</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bean:Class?method=myMethod</a:t>
            </a:r>
            <a:endParaRPr sz="1150">
              <a:solidFill>
                <a:schemeClr val="dk1"/>
              </a:solidFill>
              <a:highlight>
                <a:srgbClr val="FEFEFE"/>
              </a:highlight>
              <a:latin typeface="Droid Sans Mono"/>
              <a:ea typeface="Droid Sans Mono"/>
              <a:cs typeface="Droid Sans Mono"/>
              <a:sym typeface="Droid Sans Mono"/>
            </a:endParaRPr>
          </a:p>
        </p:txBody>
      </p:sp>
      <p:sp>
        <p:nvSpPr>
          <p:cNvPr id="4676" name="Google Shape;4676;p370"/>
          <p:cNvSpPr txBox="1"/>
          <p:nvPr/>
        </p:nvSpPr>
        <p:spPr>
          <a:xfrm>
            <a:off x="7208000" y="3247725"/>
            <a:ext cx="4669500" cy="178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highlight>
                  <a:srgbClr val="FEFEFE"/>
                </a:highlight>
                <a:latin typeface="Red Hat Text Medium"/>
                <a:ea typeface="Red Hat Text Medium"/>
                <a:cs typeface="Red Hat Text Medium"/>
                <a:sym typeface="Red Hat Text Medium"/>
              </a:rPr>
              <a:t>1</a:t>
            </a:r>
            <a:r>
              <a:rPr lang="en" sz="1200">
                <a:solidFill>
                  <a:schemeClr val="dk1"/>
                </a:solidFill>
                <a:highlight>
                  <a:srgbClr val="FEFEFE"/>
                </a:highlight>
                <a:latin typeface="Red Hat Text Medium"/>
                <a:ea typeface="Red Hat Text Medium"/>
                <a:cs typeface="Red Hat Text Medium"/>
                <a:sym typeface="Red Hat Text Medium"/>
              </a:rPr>
              <a:t>00+ extra (dynamically loaded)</a:t>
            </a:r>
            <a:endParaRPr sz="1150">
              <a:solidFill>
                <a:schemeClr val="dk1"/>
              </a:solidFill>
              <a:highlight>
                <a:srgbClr val="FEFEFE"/>
              </a:highlight>
              <a:latin typeface="Red Hat Text Medium"/>
              <a:ea typeface="Red Hat Text Medium"/>
              <a:cs typeface="Red Hat Text Medium"/>
              <a:sym typeface="Red Hat Text Medium"/>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jms:queue:order</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kafka:myTopic</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sql:select * from orders where…[?options]</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t/>
            </a:r>
            <a:endParaRPr sz="1150">
              <a:solidFill>
                <a:schemeClr val="dk1"/>
              </a:solidFill>
              <a:highlight>
                <a:srgbClr val="FEFEFE"/>
              </a:highlight>
              <a:latin typeface="Droid Sans Mono"/>
              <a:ea typeface="Droid Sans Mono"/>
              <a:cs typeface="Droid Sans Mono"/>
              <a:sym typeface="Droid Sans Mono"/>
            </a:endParaRPr>
          </a:p>
          <a:p>
            <a:pPr indent="0" lvl="0" marL="0" rtl="0" algn="l">
              <a:spcBef>
                <a:spcPts val="0"/>
              </a:spcBef>
              <a:spcAft>
                <a:spcPts val="0"/>
              </a:spcAft>
              <a:buNone/>
            </a:pPr>
            <a:r>
              <a:rPr lang="en" sz="1150">
                <a:solidFill>
                  <a:schemeClr val="dk1"/>
                </a:solidFill>
                <a:highlight>
                  <a:srgbClr val="FEFEFE"/>
                </a:highlight>
                <a:latin typeface="Droid Sans Mono"/>
                <a:ea typeface="Droid Sans Mono"/>
                <a:cs typeface="Droid Sans Mono"/>
                <a:sym typeface="Droid Sans Mono"/>
              </a:rPr>
              <a:t>smtp://mycompany.mailserver:30[?options]</a:t>
            </a:r>
            <a:endParaRPr sz="1150">
              <a:solidFill>
                <a:schemeClr val="dk1"/>
              </a:solidFill>
              <a:highlight>
                <a:srgbClr val="FEFEFE"/>
              </a:highlight>
              <a:latin typeface="Droid Sans Mono"/>
              <a:ea typeface="Droid Sans Mono"/>
              <a:cs typeface="Droid Sans Mono"/>
              <a:sym typeface="Droid Sans Mono"/>
            </a:endParaRPr>
          </a:p>
        </p:txBody>
      </p:sp>
      <p:pic>
        <p:nvPicPr>
          <p:cNvPr id="4677" name="Google Shape;4677;p370"/>
          <p:cNvPicPr preferRelativeResize="0"/>
          <p:nvPr/>
        </p:nvPicPr>
        <p:blipFill rotWithShape="1">
          <a:blip r:embed="rId3">
            <a:alphaModFix/>
          </a:blip>
          <a:srcRect b="0" l="140" r="140" t="0"/>
          <a:stretch/>
        </p:blipFill>
        <p:spPr>
          <a:xfrm>
            <a:off x="5792963" y="3124988"/>
            <a:ext cx="606325" cy="6080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1" name="Shape 4681"/>
        <p:cNvGrpSpPr/>
        <p:nvPr/>
      </p:nvGrpSpPr>
      <p:grpSpPr>
        <a:xfrm>
          <a:off x="0" y="0"/>
          <a:ext cx="0" cy="0"/>
          <a:chOff x="0" y="0"/>
          <a:chExt cx="0" cy="0"/>
        </a:xfrm>
      </p:grpSpPr>
      <p:sp>
        <p:nvSpPr>
          <p:cNvPr id="4682" name="Google Shape;4682;p371"/>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Enterprise Integration Patterns</a:t>
            </a:r>
            <a:endParaRPr sz="3600"/>
          </a:p>
        </p:txBody>
      </p:sp>
      <p:sp>
        <p:nvSpPr>
          <p:cNvPr id="4683" name="Google Shape;4683;p37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684" name="Google Shape;4684;p37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Apache Camel Implementations</a:t>
            </a:r>
            <a:endParaRPr sz="2000"/>
          </a:p>
        </p:txBody>
      </p:sp>
      <p:sp>
        <p:nvSpPr>
          <p:cNvPr id="4685" name="Google Shape;4685;p371"/>
          <p:cNvSpPr/>
          <p:nvPr/>
        </p:nvSpPr>
        <p:spPr>
          <a:xfrm>
            <a:off x="8495175" y="2465975"/>
            <a:ext cx="1835700" cy="2524200"/>
          </a:xfrm>
          <a:prstGeom prst="rect">
            <a:avLst/>
          </a:prstGeom>
          <a:noFill/>
          <a:ln cap="flat" cmpd="sng" w="9525">
            <a:solidFill>
              <a:srgbClr val="D5D5D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Medium"/>
                <a:ea typeface="Red Hat Text Medium"/>
                <a:cs typeface="Red Hat Text Medium"/>
                <a:sym typeface="Red Hat Text Medium"/>
              </a:rPr>
              <a:t>Splitter</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l">
              <a:spcBef>
                <a:spcPts val="0"/>
              </a:spcBef>
              <a:spcAft>
                <a:spcPts val="0"/>
              </a:spcAft>
              <a:buNone/>
            </a:pPr>
            <a:r>
              <a:rPr lang="en">
                <a:latin typeface="Red Hat Text"/>
                <a:ea typeface="Red Hat Text"/>
                <a:cs typeface="Red Hat Text"/>
                <a:sym typeface="Red Hat Text"/>
              </a:rPr>
              <a:t>.split(</a:t>
            </a:r>
            <a:r>
              <a:rPr i="1" lang="en" sz="1200">
                <a:solidFill>
                  <a:schemeClr val="dk1"/>
                </a:solidFill>
                <a:latin typeface="Red Hat Text"/>
                <a:ea typeface="Red Hat Text"/>
                <a:cs typeface="Red Hat Text"/>
                <a:sym typeface="Red Hat Text"/>
              </a:rPr>
              <a:t>&lt;expression&gt;</a:t>
            </a:r>
            <a:r>
              <a:rPr lang="en">
                <a:latin typeface="Red Hat Text"/>
                <a:ea typeface="Red Hat Text"/>
                <a:cs typeface="Red Hat Text"/>
                <a:sym typeface="Red Hat Text"/>
              </a:rPr>
              <a:t>)</a:t>
            </a:r>
            <a:endParaRPr>
              <a:latin typeface="Red Hat Text"/>
              <a:ea typeface="Red Hat Text"/>
              <a:cs typeface="Red Hat Text"/>
              <a:sym typeface="Red Hat Text"/>
            </a:endParaRPr>
          </a:p>
        </p:txBody>
      </p:sp>
      <p:sp>
        <p:nvSpPr>
          <p:cNvPr id="4686" name="Google Shape;4686;p371"/>
          <p:cNvSpPr/>
          <p:nvPr/>
        </p:nvSpPr>
        <p:spPr>
          <a:xfrm>
            <a:off x="4091575" y="2465975"/>
            <a:ext cx="1835700" cy="2524200"/>
          </a:xfrm>
          <a:prstGeom prst="rect">
            <a:avLst/>
          </a:prstGeom>
          <a:noFill/>
          <a:ln cap="flat" cmpd="sng" w="9525">
            <a:solidFill>
              <a:srgbClr val="D5D5D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Medium"/>
                <a:ea typeface="Red Hat Text Medium"/>
                <a:cs typeface="Red Hat Text Medium"/>
                <a:sym typeface="Red Hat Text Medium"/>
              </a:rPr>
              <a:t>Filter</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l">
              <a:spcBef>
                <a:spcPts val="0"/>
              </a:spcBef>
              <a:spcAft>
                <a:spcPts val="0"/>
              </a:spcAft>
              <a:buNone/>
            </a:pPr>
            <a:r>
              <a:rPr lang="en">
                <a:latin typeface="Red Hat Text"/>
                <a:ea typeface="Red Hat Text"/>
                <a:cs typeface="Red Hat Text"/>
                <a:sym typeface="Red Hat Text"/>
              </a:rPr>
              <a:t>.filter(</a:t>
            </a:r>
            <a:r>
              <a:rPr i="1" lang="en" sz="1200">
                <a:latin typeface="Red Hat Text"/>
                <a:ea typeface="Red Hat Text"/>
                <a:cs typeface="Red Hat Text"/>
                <a:sym typeface="Red Hat Text"/>
              </a:rPr>
              <a:t>&lt;expression&gt;</a:t>
            </a:r>
            <a:r>
              <a:rPr lang="en">
                <a:latin typeface="Red Hat Text"/>
                <a:ea typeface="Red Hat Text"/>
                <a:cs typeface="Red Hat Text"/>
                <a:sym typeface="Red Hat Text"/>
              </a:rPr>
              <a:t>)</a:t>
            </a:r>
            <a:endParaRPr>
              <a:latin typeface="Red Hat Text"/>
              <a:ea typeface="Red Hat Text"/>
              <a:cs typeface="Red Hat Text"/>
              <a:sym typeface="Red Hat Text"/>
            </a:endParaRPr>
          </a:p>
          <a:p>
            <a:pPr indent="0" lvl="0" marL="0" rtl="0" algn="l">
              <a:spcBef>
                <a:spcPts val="0"/>
              </a:spcBef>
              <a:spcAft>
                <a:spcPts val="0"/>
              </a:spcAft>
              <a:buNone/>
            </a:pPr>
            <a:r>
              <a:rPr i="1" lang="en" sz="1200">
                <a:latin typeface="Red Hat Text"/>
                <a:ea typeface="Red Hat Text"/>
                <a:cs typeface="Red Hat Text"/>
                <a:sym typeface="Red Hat Text"/>
              </a:rPr>
              <a:t>    &lt;step(s)&gt;</a:t>
            </a:r>
            <a:endParaRPr i="1" sz="1200">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.end() </a:t>
            </a:r>
            <a:r>
              <a:rPr i="1" lang="en" sz="1200">
                <a:latin typeface="Red Hat Text"/>
                <a:ea typeface="Red Hat Text"/>
                <a:cs typeface="Red Hat Text"/>
                <a:sym typeface="Red Hat Text"/>
              </a:rPr>
              <a:t>-- optional</a:t>
            </a:r>
            <a:endParaRPr i="1" sz="1200">
              <a:latin typeface="Red Hat Text"/>
              <a:ea typeface="Red Hat Text"/>
              <a:cs typeface="Red Hat Text"/>
              <a:sym typeface="Red Hat Text"/>
            </a:endParaRPr>
          </a:p>
        </p:txBody>
      </p:sp>
      <p:sp>
        <p:nvSpPr>
          <p:cNvPr id="4687" name="Google Shape;4687;p371"/>
          <p:cNvSpPr/>
          <p:nvPr/>
        </p:nvSpPr>
        <p:spPr>
          <a:xfrm>
            <a:off x="2051325" y="2465975"/>
            <a:ext cx="1835700" cy="2524200"/>
          </a:xfrm>
          <a:prstGeom prst="rect">
            <a:avLst/>
          </a:prstGeom>
          <a:noFill/>
          <a:ln cap="flat" cmpd="sng" w="9525">
            <a:solidFill>
              <a:srgbClr val="D5D5D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Medium"/>
                <a:ea typeface="Red Hat Text Medium"/>
                <a:cs typeface="Red Hat Text Medium"/>
                <a:sym typeface="Red Hat Text Medium"/>
              </a:rPr>
              <a:t>Content-based Router</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l">
              <a:spcBef>
                <a:spcPts val="0"/>
              </a:spcBef>
              <a:spcAft>
                <a:spcPts val="0"/>
              </a:spcAft>
              <a:buNone/>
            </a:pPr>
            <a:r>
              <a:rPr lang="en">
                <a:latin typeface="Red Hat Text"/>
                <a:ea typeface="Red Hat Text"/>
                <a:cs typeface="Red Hat Text"/>
                <a:sym typeface="Red Hat Text"/>
              </a:rPr>
              <a:t>.choice()</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   .when(</a:t>
            </a:r>
            <a:r>
              <a:rPr i="1" lang="en" sz="1200">
                <a:solidFill>
                  <a:schemeClr val="dk1"/>
                </a:solidFill>
                <a:latin typeface="Red Hat Text"/>
                <a:ea typeface="Red Hat Text"/>
                <a:cs typeface="Red Hat Text"/>
                <a:sym typeface="Red Hat Text"/>
              </a:rPr>
              <a:t>&lt;expression&gt;</a:t>
            </a:r>
            <a:r>
              <a:rPr lang="en">
                <a:latin typeface="Red Hat Text"/>
                <a:ea typeface="Red Hat Text"/>
                <a:cs typeface="Red Hat Text"/>
                <a:sym typeface="Red Hat Text"/>
              </a:rPr>
              <a:t>)</a:t>
            </a:r>
            <a:endParaRPr>
              <a:latin typeface="Red Hat Text"/>
              <a:ea typeface="Red Hat Text"/>
              <a:cs typeface="Red Hat Text"/>
              <a:sym typeface="Red Hat Text"/>
            </a:endParaRPr>
          </a:p>
          <a:p>
            <a:pPr indent="0" lvl="0" marL="0" rtl="0" algn="l">
              <a:spcBef>
                <a:spcPts val="0"/>
              </a:spcBef>
              <a:spcAft>
                <a:spcPts val="0"/>
              </a:spcAft>
              <a:buNone/>
            </a:pPr>
            <a:r>
              <a:rPr i="1" lang="en" sz="1200">
                <a:latin typeface="Red Hat Text"/>
                <a:ea typeface="Red Hat Text"/>
                <a:cs typeface="Red Hat Text"/>
                <a:sym typeface="Red Hat Text"/>
              </a:rPr>
              <a:t>        &lt;steps&gt;</a:t>
            </a:r>
            <a:endParaRPr i="1" sz="1200">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    .otherwise()</a:t>
            </a:r>
            <a:endParaRPr>
              <a:latin typeface="Red Hat Text"/>
              <a:ea typeface="Red Hat Text"/>
              <a:cs typeface="Red Hat Text"/>
              <a:sym typeface="Red Hat Text"/>
            </a:endParaRPr>
          </a:p>
          <a:p>
            <a:pPr indent="0" lvl="0" marL="0" rtl="0" algn="l">
              <a:spcBef>
                <a:spcPts val="0"/>
              </a:spcBef>
              <a:spcAft>
                <a:spcPts val="0"/>
              </a:spcAft>
              <a:buNone/>
            </a:pPr>
            <a:r>
              <a:rPr i="1" lang="en" sz="1200">
                <a:latin typeface="Red Hat Text"/>
                <a:ea typeface="Red Hat Text"/>
                <a:cs typeface="Red Hat Text"/>
                <a:sym typeface="Red Hat Text"/>
              </a:rPr>
              <a:t>        &lt;steps&gt;</a:t>
            </a:r>
            <a:endParaRPr i="1" sz="1200">
              <a:latin typeface="Red Hat Text"/>
              <a:ea typeface="Red Hat Text"/>
              <a:cs typeface="Red Hat Text"/>
              <a:sym typeface="Red Hat Text"/>
            </a:endParaRPr>
          </a:p>
        </p:txBody>
      </p:sp>
      <p:sp>
        <p:nvSpPr>
          <p:cNvPr id="4688" name="Google Shape;4688;p371"/>
          <p:cNvSpPr/>
          <p:nvPr/>
        </p:nvSpPr>
        <p:spPr>
          <a:xfrm>
            <a:off x="6131825" y="2465975"/>
            <a:ext cx="2158800" cy="2524200"/>
          </a:xfrm>
          <a:prstGeom prst="rect">
            <a:avLst/>
          </a:prstGeom>
          <a:noFill/>
          <a:ln cap="flat" cmpd="sng" w="9525">
            <a:solidFill>
              <a:srgbClr val="D5D5D5"/>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Medium"/>
                <a:ea typeface="Red Hat Text Medium"/>
                <a:cs typeface="Red Hat Text Medium"/>
                <a:sym typeface="Red Hat Text Medium"/>
              </a:rPr>
              <a:t>Message Translator</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ctr">
              <a:spcBef>
                <a:spcPts val="0"/>
              </a:spcBef>
              <a:spcAft>
                <a:spcPts val="0"/>
              </a:spcAft>
              <a:buNone/>
            </a:pPr>
            <a:r>
              <a:t/>
            </a:r>
            <a:endParaRPr>
              <a:latin typeface="Red Hat Text Medium"/>
              <a:ea typeface="Red Hat Text Medium"/>
              <a:cs typeface="Red Hat Text Medium"/>
              <a:sym typeface="Red Hat Text Medium"/>
            </a:endParaRPr>
          </a:p>
          <a:p>
            <a:pPr indent="0" lvl="0" marL="0" rtl="0" algn="l">
              <a:spcBef>
                <a:spcPts val="0"/>
              </a:spcBef>
              <a:spcAft>
                <a:spcPts val="0"/>
              </a:spcAft>
              <a:buNone/>
            </a:pPr>
            <a:r>
              <a:rPr lang="en">
                <a:latin typeface="Red Hat Text"/>
                <a:ea typeface="Red Hat Text"/>
                <a:cs typeface="Red Hat Text"/>
                <a:sym typeface="Red Hat Text"/>
              </a:rPr>
              <a:t>.setBody(</a:t>
            </a:r>
            <a:r>
              <a:rPr i="1" lang="en" sz="1200">
                <a:solidFill>
                  <a:schemeClr val="dk1"/>
                </a:solidFill>
                <a:latin typeface="Red Hat Text"/>
                <a:ea typeface="Red Hat Text"/>
                <a:cs typeface="Red Hat Text"/>
                <a:sym typeface="Red Hat Text"/>
              </a:rPr>
              <a:t>&lt;expression&gt;</a:t>
            </a:r>
            <a:r>
              <a:rPr lang="en">
                <a:latin typeface="Red Hat Text"/>
                <a:ea typeface="Red Hat Text"/>
                <a:cs typeface="Red Hat Text"/>
                <a:sym typeface="Red Hat Text"/>
              </a:rPr>
              <a:t>)</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.transform(</a:t>
            </a:r>
            <a:r>
              <a:rPr i="1" lang="en" sz="1200">
                <a:solidFill>
                  <a:schemeClr val="dk1"/>
                </a:solidFill>
                <a:latin typeface="Red Hat Text"/>
                <a:ea typeface="Red Hat Text"/>
                <a:cs typeface="Red Hat Text"/>
                <a:sym typeface="Red Hat Text"/>
              </a:rPr>
              <a:t>&lt;expression&gt;</a:t>
            </a:r>
            <a:r>
              <a:rPr lang="en">
                <a:latin typeface="Red Hat Text"/>
                <a:ea typeface="Red Hat Text"/>
                <a:cs typeface="Red Hat Text"/>
                <a:sym typeface="Red Hat Text"/>
              </a:rPr>
              <a:t>)</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.bean(</a:t>
            </a:r>
            <a:r>
              <a:rPr i="1" lang="en" sz="1200">
                <a:latin typeface="Red Hat Text"/>
                <a:ea typeface="Red Hat Text"/>
                <a:cs typeface="Red Hat Text"/>
                <a:sym typeface="Red Hat Text"/>
              </a:rPr>
              <a:t>&lt;customBean&gt;</a:t>
            </a:r>
            <a:r>
              <a:rPr lang="en">
                <a:latin typeface="Red Hat Text"/>
                <a:ea typeface="Red Hat Text"/>
                <a:cs typeface="Red Hat Text"/>
                <a:sym typeface="Red Hat Text"/>
              </a:rPr>
              <a:t>)</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.to() </a:t>
            </a:r>
            <a:r>
              <a:rPr i="1" lang="en" sz="1200">
                <a:latin typeface="Red Hat Text"/>
                <a:ea typeface="Red Hat Text"/>
                <a:cs typeface="Red Hat Text"/>
                <a:sym typeface="Red Hat Text"/>
              </a:rPr>
              <a:t>-- xslt, jslt, ..</a:t>
            </a:r>
            <a:endParaRPr i="1" sz="1200">
              <a:latin typeface="Red Hat Text"/>
              <a:ea typeface="Red Hat Text"/>
              <a:cs typeface="Red Hat Text"/>
              <a:sym typeface="Red Hat Text"/>
            </a:endParaRPr>
          </a:p>
        </p:txBody>
      </p:sp>
      <p:sp>
        <p:nvSpPr>
          <p:cNvPr id="4689" name="Google Shape;4689;p371"/>
          <p:cNvSpPr txBox="1"/>
          <p:nvPr/>
        </p:nvSpPr>
        <p:spPr>
          <a:xfrm>
            <a:off x="2012225" y="5250875"/>
            <a:ext cx="816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And more at </a:t>
            </a:r>
            <a:r>
              <a:rPr lang="en" u="sng">
                <a:solidFill>
                  <a:schemeClr val="hlink"/>
                </a:solidFill>
                <a:latin typeface="Red Hat Text"/>
                <a:ea typeface="Red Hat Text"/>
                <a:cs typeface="Red Hat Text"/>
                <a:sym typeface="Red Hat Text"/>
                <a:hlinkClick r:id="rId3"/>
              </a:rPr>
              <a:t>https://camel.apache.org/components/4.4.x/eips/enterprise-integration-patterns.html</a:t>
            </a:r>
            <a:r>
              <a:rPr lang="en">
                <a:latin typeface="Red Hat Text"/>
                <a:ea typeface="Red Hat Text"/>
                <a:cs typeface="Red Hat Text"/>
                <a:sym typeface="Red Hat Text"/>
              </a:rPr>
              <a:t> </a:t>
            </a:r>
            <a:endParaRPr>
              <a:latin typeface="Red Hat Text"/>
              <a:ea typeface="Red Hat Text"/>
              <a:cs typeface="Red Hat Text"/>
              <a:sym typeface="Red Hat Text"/>
            </a:endParaRPr>
          </a:p>
        </p:txBody>
      </p:sp>
      <p:pic>
        <p:nvPicPr>
          <p:cNvPr id="4690" name="Google Shape;4690;p371"/>
          <p:cNvPicPr preferRelativeResize="0"/>
          <p:nvPr/>
        </p:nvPicPr>
        <p:blipFill rotWithShape="1">
          <a:blip r:embed="rId4">
            <a:alphaModFix/>
          </a:blip>
          <a:srcRect b="12825" l="9599" r="13056" t="12825"/>
          <a:stretch/>
        </p:blipFill>
        <p:spPr>
          <a:xfrm>
            <a:off x="2656163" y="3128100"/>
            <a:ext cx="626025" cy="601800"/>
          </a:xfrm>
          <a:prstGeom prst="rect">
            <a:avLst/>
          </a:prstGeom>
          <a:noFill/>
          <a:ln>
            <a:noFill/>
          </a:ln>
        </p:spPr>
      </p:pic>
      <p:pic>
        <p:nvPicPr>
          <p:cNvPr id="4691" name="Google Shape;4691;p371"/>
          <p:cNvPicPr preferRelativeResize="0"/>
          <p:nvPr/>
        </p:nvPicPr>
        <p:blipFill rotWithShape="1">
          <a:blip r:embed="rId5">
            <a:alphaModFix/>
          </a:blip>
          <a:srcRect b="0" l="0" r="0" t="0"/>
          <a:stretch/>
        </p:blipFill>
        <p:spPr>
          <a:xfrm>
            <a:off x="4696413" y="3115994"/>
            <a:ext cx="626025" cy="626007"/>
          </a:xfrm>
          <a:prstGeom prst="rect">
            <a:avLst/>
          </a:prstGeom>
          <a:noFill/>
          <a:ln>
            <a:noFill/>
          </a:ln>
        </p:spPr>
      </p:pic>
      <p:pic>
        <p:nvPicPr>
          <p:cNvPr id="4692" name="Google Shape;4692;p371"/>
          <p:cNvPicPr preferRelativeResize="0"/>
          <p:nvPr/>
        </p:nvPicPr>
        <p:blipFill rotWithShape="1">
          <a:blip r:embed="rId6">
            <a:alphaModFix/>
          </a:blip>
          <a:srcRect b="0" l="0" r="0" t="0"/>
          <a:stretch/>
        </p:blipFill>
        <p:spPr>
          <a:xfrm>
            <a:off x="9100002" y="3115996"/>
            <a:ext cx="626025" cy="626007"/>
          </a:xfrm>
          <a:prstGeom prst="rect">
            <a:avLst/>
          </a:prstGeom>
          <a:noFill/>
          <a:ln>
            <a:noFill/>
          </a:ln>
        </p:spPr>
      </p:pic>
      <p:pic>
        <p:nvPicPr>
          <p:cNvPr id="4693" name="Google Shape;4693;p371"/>
          <p:cNvPicPr preferRelativeResize="0"/>
          <p:nvPr/>
        </p:nvPicPr>
        <p:blipFill rotWithShape="1">
          <a:blip r:embed="rId7">
            <a:alphaModFix/>
          </a:blip>
          <a:srcRect b="140" l="0" r="0" t="140"/>
          <a:stretch/>
        </p:blipFill>
        <p:spPr>
          <a:xfrm>
            <a:off x="6664425" y="3024900"/>
            <a:ext cx="494438" cy="626000"/>
          </a:xfrm>
          <a:prstGeom prst="rect">
            <a:avLst/>
          </a:prstGeom>
          <a:noFill/>
          <a:ln>
            <a:noFill/>
          </a:ln>
        </p:spPr>
      </p:pic>
      <p:pic>
        <p:nvPicPr>
          <p:cNvPr id="4694" name="Google Shape;4694;p371"/>
          <p:cNvPicPr preferRelativeResize="0"/>
          <p:nvPr/>
        </p:nvPicPr>
        <p:blipFill rotWithShape="1">
          <a:blip r:embed="rId7">
            <a:alphaModFix/>
          </a:blip>
          <a:srcRect b="140" l="0" r="0" t="140"/>
          <a:stretch/>
        </p:blipFill>
        <p:spPr>
          <a:xfrm>
            <a:off x="7263575" y="3024912"/>
            <a:ext cx="494438" cy="626000"/>
          </a:xfrm>
          <a:prstGeom prst="rect">
            <a:avLst/>
          </a:prstGeom>
          <a:noFill/>
          <a:ln>
            <a:noFill/>
          </a:ln>
        </p:spPr>
      </p:pic>
      <p:cxnSp>
        <p:nvCxnSpPr>
          <p:cNvPr id="4695" name="Google Shape;4695;p371"/>
          <p:cNvCxnSpPr/>
          <p:nvPr/>
        </p:nvCxnSpPr>
        <p:spPr>
          <a:xfrm flipH="1" rot="10800000">
            <a:off x="6982000" y="3210638"/>
            <a:ext cx="461700" cy="245700"/>
          </a:xfrm>
          <a:prstGeom prst="straightConnector1">
            <a:avLst/>
          </a:prstGeom>
          <a:noFill/>
          <a:ln cap="flat" cmpd="sng" w="19050">
            <a:solidFill>
              <a:schemeClr val="accent1"/>
            </a:solidFill>
            <a:prstDash val="solid"/>
            <a:round/>
            <a:headEnd len="med" w="med" type="none"/>
            <a:tailEnd len="med" w="med" type="none"/>
          </a:ln>
        </p:spPr>
      </p:cxnSp>
      <p:cxnSp>
        <p:nvCxnSpPr>
          <p:cNvPr id="4696" name="Google Shape;4696;p371"/>
          <p:cNvCxnSpPr/>
          <p:nvPr/>
        </p:nvCxnSpPr>
        <p:spPr>
          <a:xfrm rot="10800000">
            <a:off x="6982000" y="3215050"/>
            <a:ext cx="461700" cy="24570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0" name="Shape 4700"/>
        <p:cNvGrpSpPr/>
        <p:nvPr/>
      </p:nvGrpSpPr>
      <p:grpSpPr>
        <a:xfrm>
          <a:off x="0" y="0"/>
          <a:ext cx="0" cy="0"/>
          <a:chOff x="0" y="0"/>
          <a:chExt cx="0" cy="0"/>
        </a:xfrm>
      </p:grpSpPr>
      <p:sp>
        <p:nvSpPr>
          <p:cNvPr id="4701" name="Google Shape;4701;p372"/>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Message Exchange Pattern (MEP)</a:t>
            </a:r>
            <a:endParaRPr sz="3600"/>
          </a:p>
        </p:txBody>
      </p:sp>
      <p:sp>
        <p:nvSpPr>
          <p:cNvPr id="4702" name="Google Shape;4702;p37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03" name="Google Shape;4703;p372"/>
          <p:cNvSpPr txBox="1"/>
          <p:nvPr/>
        </p:nvSpPr>
        <p:spPr>
          <a:xfrm>
            <a:off x="3670050" y="2453763"/>
            <a:ext cx="1422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ed Hat Text"/>
                <a:ea typeface="Red Hat Text"/>
                <a:cs typeface="Red Hat Text"/>
                <a:sym typeface="Red Hat Text"/>
              </a:rPr>
              <a:t>Message ID</a:t>
            </a:r>
            <a:endParaRPr sz="1200">
              <a:latin typeface="Red Hat Text"/>
              <a:ea typeface="Red Hat Text"/>
              <a:cs typeface="Red Hat Text"/>
              <a:sym typeface="Red Hat Text"/>
            </a:endParaRPr>
          </a:p>
          <a:p>
            <a:pPr indent="0" lvl="0" marL="0" rtl="0" algn="l">
              <a:spcBef>
                <a:spcPts val="0"/>
              </a:spcBef>
              <a:spcAft>
                <a:spcPts val="0"/>
              </a:spcAft>
              <a:buNone/>
            </a:pPr>
            <a:r>
              <a:rPr lang="en" sz="1200">
                <a:latin typeface="Red Hat Text"/>
                <a:ea typeface="Red Hat Text"/>
                <a:cs typeface="Red Hat Text"/>
                <a:sym typeface="Red Hat Text"/>
              </a:rPr>
              <a:t>Body</a:t>
            </a:r>
            <a:endParaRPr sz="1200">
              <a:latin typeface="Red Hat Text"/>
              <a:ea typeface="Red Hat Text"/>
              <a:cs typeface="Red Hat Text"/>
              <a:sym typeface="Red Hat Text"/>
            </a:endParaRPr>
          </a:p>
          <a:p>
            <a:pPr indent="0" lvl="0" marL="0" rtl="0" algn="l">
              <a:spcBef>
                <a:spcPts val="0"/>
              </a:spcBef>
              <a:spcAft>
                <a:spcPts val="0"/>
              </a:spcAft>
              <a:buNone/>
            </a:pPr>
            <a:r>
              <a:rPr lang="en" sz="1200">
                <a:latin typeface="Red Hat Text"/>
                <a:ea typeface="Red Hat Text"/>
                <a:cs typeface="Red Hat Text"/>
                <a:sym typeface="Red Hat Text"/>
              </a:rPr>
              <a:t>Headers</a:t>
            </a:r>
            <a:endParaRPr sz="1200">
              <a:latin typeface="Red Hat Text"/>
              <a:ea typeface="Red Hat Text"/>
              <a:cs typeface="Red Hat Text"/>
              <a:sym typeface="Red Hat Text"/>
            </a:endParaRPr>
          </a:p>
        </p:txBody>
      </p:sp>
      <p:sp>
        <p:nvSpPr>
          <p:cNvPr id="4704" name="Google Shape;4704;p372"/>
          <p:cNvSpPr/>
          <p:nvPr/>
        </p:nvSpPr>
        <p:spPr>
          <a:xfrm>
            <a:off x="4913025" y="2068874"/>
            <a:ext cx="1988100" cy="18948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Text"/>
                <a:ea typeface="Red Hat Text"/>
                <a:cs typeface="Red Hat Text"/>
                <a:sym typeface="Red Hat Text"/>
              </a:rPr>
              <a:t>InOnly</a:t>
            </a:r>
            <a:endParaRPr sz="1200">
              <a:latin typeface="Red Hat Text"/>
              <a:ea typeface="Red Hat Text"/>
              <a:cs typeface="Red Hat Text"/>
              <a:sym typeface="Red Hat Text"/>
            </a:endParaRPr>
          </a:p>
          <a:p>
            <a:pPr indent="0" lvl="0" marL="0" rtl="0" algn="ctr">
              <a:spcBef>
                <a:spcPts val="0"/>
              </a:spcBef>
              <a:spcAft>
                <a:spcPts val="0"/>
              </a:spcAft>
              <a:buNone/>
            </a:pPr>
            <a:r>
              <a:rPr lang="en" sz="1100">
                <a:solidFill>
                  <a:schemeClr val="dk2"/>
                </a:solidFill>
                <a:latin typeface="Red Hat Text"/>
                <a:ea typeface="Red Hat Text"/>
                <a:cs typeface="Red Hat Text"/>
                <a:sym typeface="Red Hat Text"/>
              </a:rPr>
              <a:t>&lt;Event&gt;</a:t>
            </a:r>
            <a:endParaRPr sz="1100">
              <a:solidFill>
                <a:schemeClr val="dk2"/>
              </a:solidFill>
              <a:latin typeface="Red Hat Text"/>
              <a:ea typeface="Red Hat Text"/>
              <a:cs typeface="Red Hat Text"/>
              <a:sym typeface="Red Hat Text"/>
            </a:endParaRPr>
          </a:p>
        </p:txBody>
      </p:sp>
      <p:sp>
        <p:nvSpPr>
          <p:cNvPr id="4705" name="Google Shape;4705;p372"/>
          <p:cNvSpPr/>
          <p:nvPr/>
        </p:nvSpPr>
        <p:spPr>
          <a:xfrm>
            <a:off x="7335825" y="2068950"/>
            <a:ext cx="2881200" cy="1894800"/>
          </a:xfrm>
          <a:prstGeom prst="rect">
            <a:avLst/>
          </a:prstGeom>
          <a:noFill/>
          <a:ln cap="flat" cmpd="sng" w="9525">
            <a:solidFill>
              <a:schemeClr val="dk2"/>
            </a:solidFill>
            <a:prstDash val="dash"/>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Red Hat Text"/>
                <a:ea typeface="Red Hat Text"/>
                <a:cs typeface="Red Hat Text"/>
                <a:sym typeface="Red Hat Text"/>
              </a:rPr>
              <a:t>InOut</a:t>
            </a:r>
            <a:endParaRPr sz="1200">
              <a:latin typeface="Red Hat Text"/>
              <a:ea typeface="Red Hat Text"/>
              <a:cs typeface="Red Hat Text"/>
              <a:sym typeface="Red Hat Text"/>
            </a:endParaRPr>
          </a:p>
          <a:p>
            <a:pPr indent="0" lvl="0" marL="0" rtl="0" algn="ctr">
              <a:spcBef>
                <a:spcPts val="0"/>
              </a:spcBef>
              <a:spcAft>
                <a:spcPts val="0"/>
              </a:spcAft>
              <a:buNone/>
            </a:pPr>
            <a:r>
              <a:rPr lang="en" sz="1100">
                <a:solidFill>
                  <a:schemeClr val="dk2"/>
                </a:solidFill>
                <a:latin typeface="Red Hat Text"/>
                <a:ea typeface="Red Hat Text"/>
                <a:cs typeface="Red Hat Text"/>
                <a:sym typeface="Red Hat Text"/>
              </a:rPr>
              <a:t>&lt;Request-Reply&gt;</a:t>
            </a:r>
            <a:endParaRPr sz="1100">
              <a:solidFill>
                <a:schemeClr val="dk2"/>
              </a:solidFill>
              <a:latin typeface="Red Hat Text"/>
              <a:ea typeface="Red Hat Text"/>
              <a:cs typeface="Red Hat Text"/>
              <a:sym typeface="Red Hat Text"/>
            </a:endParaRPr>
          </a:p>
        </p:txBody>
      </p:sp>
      <p:sp>
        <p:nvSpPr>
          <p:cNvPr id="4706" name="Google Shape;4706;p372"/>
          <p:cNvSpPr/>
          <p:nvPr/>
        </p:nvSpPr>
        <p:spPr>
          <a:xfrm>
            <a:off x="5498650" y="2779763"/>
            <a:ext cx="856200" cy="607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In Message</a:t>
            </a:r>
            <a:endParaRPr sz="1000">
              <a:latin typeface="Red Hat Text"/>
              <a:ea typeface="Red Hat Text"/>
              <a:cs typeface="Red Hat Text"/>
              <a:sym typeface="Red Hat Text"/>
            </a:endParaRPr>
          </a:p>
          <a:p>
            <a:pPr indent="0" lvl="0" marL="0" rtl="0" algn="ctr">
              <a:spcBef>
                <a:spcPts val="0"/>
              </a:spcBef>
              <a:spcAft>
                <a:spcPts val="0"/>
              </a:spcAft>
              <a:buNone/>
            </a:pPr>
            <a:r>
              <a:rPr lang="en" sz="1000">
                <a:solidFill>
                  <a:schemeClr val="dk2"/>
                </a:solidFill>
                <a:latin typeface="Red Hat Text"/>
                <a:ea typeface="Red Hat Text"/>
                <a:cs typeface="Red Hat Text"/>
                <a:sym typeface="Red Hat Text"/>
              </a:rPr>
              <a:t>(Request)</a:t>
            </a:r>
            <a:endParaRPr sz="1000">
              <a:solidFill>
                <a:schemeClr val="dk2"/>
              </a:solidFill>
              <a:latin typeface="Red Hat Text"/>
              <a:ea typeface="Red Hat Text"/>
              <a:cs typeface="Red Hat Text"/>
              <a:sym typeface="Red Hat Text"/>
            </a:endParaRPr>
          </a:p>
        </p:txBody>
      </p:sp>
      <p:sp>
        <p:nvSpPr>
          <p:cNvPr id="4707" name="Google Shape;4707;p372"/>
          <p:cNvSpPr/>
          <p:nvPr/>
        </p:nvSpPr>
        <p:spPr>
          <a:xfrm>
            <a:off x="7442088" y="2771563"/>
            <a:ext cx="856200" cy="607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In</a:t>
            </a:r>
            <a:endParaRPr sz="10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Message</a:t>
            </a:r>
            <a:endParaRPr sz="1000">
              <a:latin typeface="Red Hat Text"/>
              <a:ea typeface="Red Hat Text"/>
              <a:cs typeface="Red Hat Text"/>
              <a:sym typeface="Red Hat Text"/>
            </a:endParaRPr>
          </a:p>
          <a:p>
            <a:pPr indent="0" lvl="0" marL="0" rtl="0" algn="ctr">
              <a:spcBef>
                <a:spcPts val="0"/>
              </a:spcBef>
              <a:spcAft>
                <a:spcPts val="0"/>
              </a:spcAft>
              <a:buNone/>
            </a:pPr>
            <a:r>
              <a:rPr lang="en" sz="1000">
                <a:solidFill>
                  <a:schemeClr val="dk2"/>
                </a:solidFill>
                <a:latin typeface="Red Hat Text"/>
                <a:ea typeface="Red Hat Text"/>
                <a:cs typeface="Red Hat Text"/>
                <a:sym typeface="Red Hat Text"/>
              </a:rPr>
              <a:t>(Request)</a:t>
            </a:r>
            <a:endParaRPr sz="1000">
              <a:solidFill>
                <a:schemeClr val="dk2"/>
              </a:solidFill>
              <a:latin typeface="Red Hat Text"/>
              <a:ea typeface="Red Hat Text"/>
              <a:cs typeface="Red Hat Text"/>
              <a:sym typeface="Red Hat Text"/>
            </a:endParaRPr>
          </a:p>
        </p:txBody>
      </p:sp>
      <p:sp>
        <p:nvSpPr>
          <p:cNvPr id="4708" name="Google Shape;4708;p372"/>
          <p:cNvSpPr/>
          <p:nvPr/>
        </p:nvSpPr>
        <p:spPr>
          <a:xfrm>
            <a:off x="8361463" y="2771563"/>
            <a:ext cx="856200" cy="607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Out Message</a:t>
            </a:r>
            <a:endParaRPr sz="1000">
              <a:latin typeface="Red Hat Text"/>
              <a:ea typeface="Red Hat Text"/>
              <a:cs typeface="Red Hat Text"/>
              <a:sym typeface="Red Hat Text"/>
            </a:endParaRPr>
          </a:p>
          <a:p>
            <a:pPr indent="0" lvl="0" marL="0" rtl="0" algn="ctr">
              <a:spcBef>
                <a:spcPts val="0"/>
              </a:spcBef>
              <a:spcAft>
                <a:spcPts val="0"/>
              </a:spcAft>
              <a:buNone/>
            </a:pPr>
            <a:r>
              <a:rPr lang="en" sz="1000">
                <a:solidFill>
                  <a:schemeClr val="dk2"/>
                </a:solidFill>
                <a:latin typeface="Red Hat Text"/>
                <a:ea typeface="Red Hat Text"/>
                <a:cs typeface="Red Hat Text"/>
                <a:sym typeface="Red Hat Text"/>
              </a:rPr>
              <a:t>(Reply)</a:t>
            </a:r>
            <a:endParaRPr sz="1000">
              <a:solidFill>
                <a:schemeClr val="dk2"/>
              </a:solidFill>
              <a:latin typeface="Red Hat Text"/>
              <a:ea typeface="Red Hat Text"/>
              <a:cs typeface="Red Hat Text"/>
              <a:sym typeface="Red Hat Text"/>
            </a:endParaRPr>
          </a:p>
        </p:txBody>
      </p:sp>
      <p:pic>
        <p:nvPicPr>
          <p:cNvPr id="4709" name="Google Shape;4709;p372"/>
          <p:cNvPicPr preferRelativeResize="0"/>
          <p:nvPr/>
        </p:nvPicPr>
        <p:blipFill rotWithShape="1">
          <a:blip r:embed="rId3">
            <a:alphaModFix/>
          </a:blip>
          <a:srcRect b="0" l="0" r="0" t="0"/>
          <a:stretch/>
        </p:blipFill>
        <p:spPr>
          <a:xfrm>
            <a:off x="1512970" y="2771575"/>
            <a:ext cx="547416" cy="547400"/>
          </a:xfrm>
          <a:prstGeom prst="rect">
            <a:avLst/>
          </a:prstGeom>
          <a:noFill/>
          <a:ln>
            <a:noFill/>
          </a:ln>
        </p:spPr>
      </p:pic>
      <p:sp>
        <p:nvSpPr>
          <p:cNvPr id="4710" name="Google Shape;4710;p372"/>
          <p:cNvSpPr txBox="1"/>
          <p:nvPr/>
        </p:nvSpPr>
        <p:spPr>
          <a:xfrm>
            <a:off x="937825" y="3240913"/>
            <a:ext cx="1697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Binary data</a:t>
            </a:r>
            <a:endParaRPr sz="1000">
              <a:latin typeface="Red Hat Text"/>
              <a:ea typeface="Red Hat Text"/>
              <a:cs typeface="Red Hat Text"/>
              <a:sym typeface="Red Hat Text"/>
            </a:endParaRPr>
          </a:p>
        </p:txBody>
      </p:sp>
      <p:pic>
        <p:nvPicPr>
          <p:cNvPr id="4711" name="Google Shape;4711;p372"/>
          <p:cNvPicPr preferRelativeResize="0"/>
          <p:nvPr/>
        </p:nvPicPr>
        <p:blipFill rotWithShape="1">
          <a:blip r:embed="rId4">
            <a:alphaModFix/>
          </a:blip>
          <a:srcRect b="0" l="0" r="0" t="0"/>
          <a:stretch/>
        </p:blipFill>
        <p:spPr>
          <a:xfrm>
            <a:off x="1557505" y="2039818"/>
            <a:ext cx="458325" cy="458325"/>
          </a:xfrm>
          <a:prstGeom prst="rect">
            <a:avLst/>
          </a:prstGeom>
          <a:noFill/>
          <a:ln>
            <a:noFill/>
          </a:ln>
        </p:spPr>
      </p:pic>
      <p:sp>
        <p:nvSpPr>
          <p:cNvPr id="4712" name="Google Shape;4712;p372"/>
          <p:cNvSpPr txBox="1"/>
          <p:nvPr/>
        </p:nvSpPr>
        <p:spPr>
          <a:xfrm>
            <a:off x="937813" y="2402256"/>
            <a:ext cx="1697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XML data</a:t>
            </a:r>
            <a:endParaRPr sz="1000">
              <a:latin typeface="Red Hat Text"/>
              <a:ea typeface="Red Hat Text"/>
              <a:cs typeface="Red Hat Text"/>
              <a:sym typeface="Red Hat Text"/>
            </a:endParaRPr>
          </a:p>
        </p:txBody>
      </p:sp>
      <p:pic>
        <p:nvPicPr>
          <p:cNvPr id="4713" name="Google Shape;4713;p372"/>
          <p:cNvPicPr preferRelativeResize="0"/>
          <p:nvPr/>
        </p:nvPicPr>
        <p:blipFill rotWithShape="1">
          <a:blip r:embed="rId5">
            <a:alphaModFix/>
          </a:blip>
          <a:srcRect b="0" l="0" r="0" t="0"/>
          <a:stretch/>
        </p:blipFill>
        <p:spPr>
          <a:xfrm>
            <a:off x="2671978" y="2837707"/>
            <a:ext cx="458325" cy="458325"/>
          </a:xfrm>
          <a:prstGeom prst="rect">
            <a:avLst/>
          </a:prstGeom>
          <a:noFill/>
          <a:ln>
            <a:noFill/>
          </a:ln>
        </p:spPr>
      </p:pic>
      <p:sp>
        <p:nvSpPr>
          <p:cNvPr id="4714" name="Google Shape;4714;p372"/>
          <p:cNvSpPr txBox="1"/>
          <p:nvPr/>
        </p:nvSpPr>
        <p:spPr>
          <a:xfrm>
            <a:off x="2027896" y="3236696"/>
            <a:ext cx="169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Non-structured </a:t>
            </a:r>
            <a:endParaRPr sz="1200">
              <a:latin typeface="Red Hat Text"/>
              <a:ea typeface="Red Hat Text"/>
              <a:cs typeface="Red Hat Text"/>
              <a:sym typeface="Red Hat Text"/>
            </a:endParaRPr>
          </a:p>
          <a:p>
            <a:pPr indent="0" lvl="0" marL="0" rtl="0" algn="ctr">
              <a:spcBef>
                <a:spcPts val="0"/>
              </a:spcBef>
              <a:spcAft>
                <a:spcPts val="0"/>
              </a:spcAft>
              <a:buNone/>
            </a:pPr>
            <a:r>
              <a:rPr lang="en" sz="1200">
                <a:latin typeface="Red Hat Text"/>
                <a:ea typeface="Red Hat Text"/>
                <a:cs typeface="Red Hat Text"/>
                <a:sym typeface="Red Hat Text"/>
              </a:rPr>
              <a:t>data</a:t>
            </a:r>
            <a:endParaRPr sz="1000">
              <a:latin typeface="Red Hat Text"/>
              <a:ea typeface="Red Hat Text"/>
              <a:cs typeface="Red Hat Text"/>
              <a:sym typeface="Red Hat Text"/>
            </a:endParaRPr>
          </a:p>
        </p:txBody>
      </p:sp>
      <p:pic>
        <p:nvPicPr>
          <p:cNvPr id="4715" name="Google Shape;4715;p372"/>
          <p:cNvPicPr preferRelativeResize="0"/>
          <p:nvPr/>
        </p:nvPicPr>
        <p:blipFill rotWithShape="1">
          <a:blip r:embed="rId6">
            <a:alphaModFix/>
          </a:blip>
          <a:srcRect b="140" l="0" r="0" t="140"/>
          <a:stretch/>
        </p:blipFill>
        <p:spPr>
          <a:xfrm>
            <a:off x="2668700" y="2039813"/>
            <a:ext cx="458325" cy="458325"/>
          </a:xfrm>
          <a:prstGeom prst="rect">
            <a:avLst/>
          </a:prstGeom>
          <a:noFill/>
          <a:ln>
            <a:noFill/>
          </a:ln>
        </p:spPr>
      </p:pic>
      <p:sp>
        <p:nvSpPr>
          <p:cNvPr id="4716" name="Google Shape;4716;p372"/>
          <p:cNvSpPr txBox="1"/>
          <p:nvPr/>
        </p:nvSpPr>
        <p:spPr>
          <a:xfrm>
            <a:off x="2705413" y="2068875"/>
            <a:ext cx="3849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accent1"/>
                </a:solidFill>
                <a:latin typeface="Red Hat Display"/>
                <a:ea typeface="Red Hat Display"/>
                <a:cs typeface="Red Hat Display"/>
                <a:sym typeface="Red Hat Display"/>
              </a:rPr>
              <a:t>{;}</a:t>
            </a:r>
            <a:endParaRPr b="1" sz="1300">
              <a:solidFill>
                <a:schemeClr val="accent1"/>
              </a:solidFill>
              <a:latin typeface="Red Hat Display"/>
              <a:ea typeface="Red Hat Display"/>
              <a:cs typeface="Red Hat Display"/>
              <a:sym typeface="Red Hat Display"/>
            </a:endParaRPr>
          </a:p>
        </p:txBody>
      </p:sp>
      <p:sp>
        <p:nvSpPr>
          <p:cNvPr id="4717" name="Google Shape;4717;p372"/>
          <p:cNvSpPr txBox="1"/>
          <p:nvPr/>
        </p:nvSpPr>
        <p:spPr>
          <a:xfrm>
            <a:off x="2050138" y="2415138"/>
            <a:ext cx="1697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JSON data</a:t>
            </a:r>
            <a:endParaRPr sz="1000">
              <a:latin typeface="Red Hat Text"/>
              <a:ea typeface="Red Hat Text"/>
              <a:cs typeface="Red Hat Text"/>
              <a:sym typeface="Red Hat Text"/>
            </a:endParaRPr>
          </a:p>
        </p:txBody>
      </p:sp>
      <p:cxnSp>
        <p:nvCxnSpPr>
          <p:cNvPr id="4718" name="Google Shape;4718;p372"/>
          <p:cNvCxnSpPr>
            <a:endCxn id="4706" idx="1"/>
          </p:cNvCxnSpPr>
          <p:nvPr/>
        </p:nvCxnSpPr>
        <p:spPr>
          <a:xfrm>
            <a:off x="4382650" y="2850563"/>
            <a:ext cx="1116000" cy="233100"/>
          </a:xfrm>
          <a:prstGeom prst="straightConnector1">
            <a:avLst/>
          </a:prstGeom>
          <a:noFill/>
          <a:ln cap="flat" cmpd="sng" w="9525">
            <a:solidFill>
              <a:schemeClr val="dk2"/>
            </a:solidFill>
            <a:prstDash val="solid"/>
            <a:round/>
            <a:headEnd len="med" w="med" type="none"/>
            <a:tailEnd len="med" w="med" type="oval"/>
          </a:ln>
        </p:spPr>
      </p:cxnSp>
      <p:sp>
        <p:nvSpPr>
          <p:cNvPr id="4719" name="Google Shape;4719;p372"/>
          <p:cNvSpPr/>
          <p:nvPr/>
        </p:nvSpPr>
        <p:spPr>
          <a:xfrm>
            <a:off x="5288950" y="3508613"/>
            <a:ext cx="1266000" cy="2823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ed Hat Text"/>
                <a:ea typeface="Red Hat Text"/>
                <a:cs typeface="Red Hat Text"/>
                <a:sym typeface="Red Hat Text"/>
              </a:rPr>
              <a:t>Temporary data</a:t>
            </a:r>
            <a:endParaRPr sz="1000">
              <a:solidFill>
                <a:schemeClr val="dk2"/>
              </a:solidFill>
              <a:latin typeface="Red Hat Text"/>
              <a:ea typeface="Red Hat Text"/>
              <a:cs typeface="Red Hat Text"/>
              <a:sym typeface="Red Hat Text"/>
            </a:endParaRPr>
          </a:p>
        </p:txBody>
      </p:sp>
      <p:sp>
        <p:nvSpPr>
          <p:cNvPr id="4720" name="Google Shape;4720;p372"/>
          <p:cNvSpPr/>
          <p:nvPr/>
        </p:nvSpPr>
        <p:spPr>
          <a:xfrm>
            <a:off x="8156575" y="3508613"/>
            <a:ext cx="1266000" cy="282300"/>
          </a:xfrm>
          <a:prstGeom prst="rect">
            <a:avLst/>
          </a:prstGeom>
          <a:no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ed Hat Text"/>
                <a:ea typeface="Red Hat Text"/>
                <a:cs typeface="Red Hat Text"/>
                <a:sym typeface="Red Hat Text"/>
              </a:rPr>
              <a:t>Temporary data</a:t>
            </a:r>
            <a:endParaRPr sz="1000">
              <a:solidFill>
                <a:schemeClr val="dk2"/>
              </a:solidFill>
              <a:latin typeface="Red Hat Text"/>
              <a:ea typeface="Red Hat Text"/>
              <a:cs typeface="Red Hat Text"/>
              <a:sym typeface="Red Hat Text"/>
            </a:endParaRPr>
          </a:p>
        </p:txBody>
      </p:sp>
      <p:sp>
        <p:nvSpPr>
          <p:cNvPr id="4721" name="Google Shape;4721;p372"/>
          <p:cNvSpPr/>
          <p:nvPr/>
        </p:nvSpPr>
        <p:spPr>
          <a:xfrm>
            <a:off x="9280838" y="2771563"/>
            <a:ext cx="856200" cy="6078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Fault Message</a:t>
            </a:r>
            <a:endParaRPr sz="1000">
              <a:latin typeface="Red Hat Text"/>
              <a:ea typeface="Red Hat Text"/>
              <a:cs typeface="Red Hat Text"/>
              <a:sym typeface="Red Hat Text"/>
            </a:endParaRPr>
          </a:p>
          <a:p>
            <a:pPr indent="0" lvl="0" marL="0" rtl="0" algn="ctr">
              <a:spcBef>
                <a:spcPts val="0"/>
              </a:spcBef>
              <a:spcAft>
                <a:spcPts val="0"/>
              </a:spcAft>
              <a:buNone/>
            </a:pPr>
            <a:r>
              <a:rPr lang="en" sz="1000">
                <a:solidFill>
                  <a:schemeClr val="dk2"/>
                </a:solidFill>
                <a:latin typeface="Red Hat Text"/>
                <a:ea typeface="Red Hat Text"/>
                <a:cs typeface="Red Hat Text"/>
                <a:sym typeface="Red Hat Text"/>
              </a:rPr>
              <a:t>(Exception)</a:t>
            </a:r>
            <a:endParaRPr sz="1000">
              <a:solidFill>
                <a:schemeClr val="dk2"/>
              </a:solidFill>
              <a:latin typeface="Red Hat Text"/>
              <a:ea typeface="Red Hat Text"/>
              <a:cs typeface="Red Hat Text"/>
              <a:sym typeface="Red Hat Text"/>
            </a:endParaRPr>
          </a:p>
        </p:txBody>
      </p:sp>
      <p:sp>
        <p:nvSpPr>
          <p:cNvPr id="4722" name="Google Shape;4722;p372"/>
          <p:cNvSpPr txBox="1"/>
          <p:nvPr/>
        </p:nvSpPr>
        <p:spPr>
          <a:xfrm>
            <a:off x="4913025" y="4278375"/>
            <a:ext cx="1988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Mono"/>
                <a:ea typeface="Roboto Mono"/>
                <a:cs typeface="Roboto Mono"/>
                <a:sym typeface="Roboto Mono"/>
              </a:rPr>
              <a:t>?exchangePattern=InOnly</a:t>
            </a:r>
            <a:endParaRPr sz="1000">
              <a:latin typeface="Roboto Mono"/>
              <a:ea typeface="Roboto Mono"/>
              <a:cs typeface="Roboto Mono"/>
              <a:sym typeface="Roboto Mono"/>
            </a:endParaRPr>
          </a:p>
        </p:txBody>
      </p:sp>
      <p:sp>
        <p:nvSpPr>
          <p:cNvPr id="4723" name="Google Shape;4723;p372"/>
          <p:cNvSpPr txBox="1"/>
          <p:nvPr/>
        </p:nvSpPr>
        <p:spPr>
          <a:xfrm>
            <a:off x="7782375" y="4278375"/>
            <a:ext cx="1988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Mono"/>
                <a:ea typeface="Roboto Mono"/>
                <a:cs typeface="Roboto Mono"/>
                <a:sym typeface="Roboto Mono"/>
              </a:rPr>
              <a:t>?exchangePattern=InOut</a:t>
            </a:r>
            <a:endParaRPr sz="1000">
              <a:latin typeface="Roboto Mono"/>
              <a:ea typeface="Roboto Mono"/>
              <a:cs typeface="Roboto Mono"/>
              <a:sym typeface="Roboto Mono"/>
            </a:endParaRPr>
          </a:p>
        </p:txBody>
      </p:sp>
      <p:sp>
        <p:nvSpPr>
          <p:cNvPr id="4724" name="Google Shape;4724;p372"/>
          <p:cNvSpPr/>
          <p:nvPr/>
        </p:nvSpPr>
        <p:spPr>
          <a:xfrm>
            <a:off x="2343913" y="519695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Consumer</a:t>
            </a:r>
            <a:endParaRPr>
              <a:latin typeface="Red Hat Text"/>
              <a:ea typeface="Red Hat Text"/>
              <a:cs typeface="Red Hat Text"/>
              <a:sym typeface="Red Hat Text"/>
            </a:endParaRPr>
          </a:p>
        </p:txBody>
      </p:sp>
      <p:sp>
        <p:nvSpPr>
          <p:cNvPr id="4725" name="Google Shape;4725;p372"/>
          <p:cNvSpPr/>
          <p:nvPr/>
        </p:nvSpPr>
        <p:spPr>
          <a:xfrm>
            <a:off x="4355000" y="519695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Processor(s)</a:t>
            </a:r>
            <a:endParaRPr>
              <a:latin typeface="Red Hat Text"/>
              <a:ea typeface="Red Hat Text"/>
              <a:cs typeface="Red Hat Text"/>
              <a:sym typeface="Red Hat Text"/>
            </a:endParaRPr>
          </a:p>
        </p:txBody>
      </p:sp>
      <p:sp>
        <p:nvSpPr>
          <p:cNvPr id="4726" name="Google Shape;4726;p372"/>
          <p:cNvSpPr/>
          <p:nvPr/>
        </p:nvSpPr>
        <p:spPr>
          <a:xfrm>
            <a:off x="7951188" y="5200500"/>
            <a:ext cx="1587000" cy="705600"/>
          </a:xfrm>
          <a:prstGeom prst="roundRect">
            <a:avLst>
              <a:gd fmla="val 16667" name="adj"/>
            </a:avLst>
          </a:prstGeom>
          <a:no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Throw away out</a:t>
            </a:r>
            <a:endParaRPr>
              <a:latin typeface="Red Hat Text"/>
              <a:ea typeface="Red Hat Text"/>
              <a:cs typeface="Red Hat Text"/>
              <a:sym typeface="Red Hat Text"/>
            </a:endParaRPr>
          </a:p>
        </p:txBody>
      </p:sp>
      <p:sp>
        <p:nvSpPr>
          <p:cNvPr id="4727" name="Google Shape;4727;p372"/>
          <p:cNvSpPr/>
          <p:nvPr/>
        </p:nvSpPr>
        <p:spPr>
          <a:xfrm>
            <a:off x="6441400" y="5200500"/>
            <a:ext cx="705600" cy="705600"/>
          </a:xfrm>
          <a:prstGeom prst="diamond">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4728" name="Google Shape;4728;p372"/>
          <p:cNvSpPr txBox="1"/>
          <p:nvPr/>
        </p:nvSpPr>
        <p:spPr>
          <a:xfrm>
            <a:off x="6366100" y="5272700"/>
            <a:ext cx="8562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MEP</a:t>
            </a:r>
            <a:endParaRPr sz="1200">
              <a:latin typeface="Red Hat Text"/>
              <a:ea typeface="Red Hat Text"/>
              <a:cs typeface="Red Hat Text"/>
              <a:sym typeface="Red Hat Text"/>
            </a:endParaRPr>
          </a:p>
          <a:p>
            <a:pPr indent="0" lvl="0" marL="0" rtl="0" algn="ctr">
              <a:spcBef>
                <a:spcPts val="0"/>
              </a:spcBef>
              <a:spcAft>
                <a:spcPts val="0"/>
              </a:spcAft>
              <a:buNone/>
            </a:pPr>
            <a:r>
              <a:rPr lang="en" sz="1200">
                <a:latin typeface="Red Hat Text"/>
                <a:ea typeface="Red Hat Text"/>
                <a:cs typeface="Red Hat Text"/>
                <a:sym typeface="Red Hat Text"/>
              </a:rPr>
              <a:t>type</a:t>
            </a:r>
            <a:endParaRPr sz="1200">
              <a:latin typeface="Red Hat Text"/>
              <a:ea typeface="Red Hat Text"/>
              <a:cs typeface="Red Hat Text"/>
              <a:sym typeface="Red Hat Text"/>
            </a:endParaRPr>
          </a:p>
        </p:txBody>
      </p:sp>
      <p:cxnSp>
        <p:nvCxnSpPr>
          <p:cNvPr id="4729" name="Google Shape;4729;p372"/>
          <p:cNvCxnSpPr>
            <a:stCxn id="4727" idx="2"/>
            <a:endCxn id="4724" idx="2"/>
          </p:cNvCxnSpPr>
          <p:nvPr/>
        </p:nvCxnSpPr>
        <p:spPr>
          <a:xfrm flipH="1" rot="5400000">
            <a:off x="4964050" y="4075950"/>
            <a:ext cx="3600" cy="3656700"/>
          </a:xfrm>
          <a:prstGeom prst="bentConnector3">
            <a:avLst>
              <a:gd fmla="val -10391667" name="adj1"/>
            </a:avLst>
          </a:prstGeom>
          <a:noFill/>
          <a:ln cap="flat" cmpd="sng" w="9525">
            <a:solidFill>
              <a:schemeClr val="dk2"/>
            </a:solidFill>
            <a:prstDash val="solid"/>
            <a:round/>
            <a:headEnd len="med" w="med" type="none"/>
            <a:tailEnd len="med" w="med" type="triangle"/>
          </a:ln>
        </p:spPr>
      </p:cxnSp>
      <p:cxnSp>
        <p:nvCxnSpPr>
          <p:cNvPr id="4730" name="Google Shape;4730;p372"/>
          <p:cNvCxnSpPr>
            <a:stCxn id="4724" idx="3"/>
            <a:endCxn id="4725" idx="1"/>
          </p:cNvCxnSpPr>
          <p:nvPr/>
        </p:nvCxnSpPr>
        <p:spPr>
          <a:xfrm>
            <a:off x="3930913" y="5549750"/>
            <a:ext cx="424200" cy="0"/>
          </a:xfrm>
          <a:prstGeom prst="straightConnector1">
            <a:avLst/>
          </a:prstGeom>
          <a:noFill/>
          <a:ln cap="flat" cmpd="sng" w="9525">
            <a:solidFill>
              <a:schemeClr val="dk2"/>
            </a:solidFill>
            <a:prstDash val="solid"/>
            <a:round/>
            <a:headEnd len="med" w="med" type="none"/>
            <a:tailEnd len="med" w="med" type="triangle"/>
          </a:ln>
        </p:spPr>
      </p:cxnSp>
      <p:cxnSp>
        <p:nvCxnSpPr>
          <p:cNvPr id="4731" name="Google Shape;4731;p372"/>
          <p:cNvCxnSpPr>
            <a:stCxn id="4725" idx="3"/>
            <a:endCxn id="4728" idx="1"/>
          </p:cNvCxnSpPr>
          <p:nvPr/>
        </p:nvCxnSpPr>
        <p:spPr>
          <a:xfrm>
            <a:off x="5942000" y="5549750"/>
            <a:ext cx="424200" cy="0"/>
          </a:xfrm>
          <a:prstGeom prst="straightConnector1">
            <a:avLst/>
          </a:prstGeom>
          <a:noFill/>
          <a:ln cap="flat" cmpd="sng" w="9525">
            <a:solidFill>
              <a:schemeClr val="dk2"/>
            </a:solidFill>
            <a:prstDash val="solid"/>
            <a:round/>
            <a:headEnd len="med" w="med" type="none"/>
            <a:tailEnd len="med" w="med" type="triangle"/>
          </a:ln>
        </p:spPr>
      </p:cxnSp>
      <p:cxnSp>
        <p:nvCxnSpPr>
          <p:cNvPr id="4732" name="Google Shape;4732;p372"/>
          <p:cNvCxnSpPr>
            <a:stCxn id="4728" idx="3"/>
            <a:endCxn id="4726" idx="1"/>
          </p:cNvCxnSpPr>
          <p:nvPr/>
        </p:nvCxnSpPr>
        <p:spPr>
          <a:xfrm>
            <a:off x="7222300" y="5549750"/>
            <a:ext cx="729000" cy="3600"/>
          </a:xfrm>
          <a:prstGeom prst="straightConnector1">
            <a:avLst/>
          </a:prstGeom>
          <a:noFill/>
          <a:ln cap="flat" cmpd="sng" w="9525">
            <a:solidFill>
              <a:schemeClr val="dk2"/>
            </a:solidFill>
            <a:prstDash val="solid"/>
            <a:round/>
            <a:headEnd len="med" w="med" type="none"/>
            <a:tailEnd len="med" w="med" type="triangle"/>
          </a:ln>
        </p:spPr>
      </p:cxnSp>
      <p:sp>
        <p:nvSpPr>
          <p:cNvPr id="4733" name="Google Shape;4733;p372"/>
          <p:cNvSpPr txBox="1"/>
          <p:nvPr/>
        </p:nvSpPr>
        <p:spPr>
          <a:xfrm>
            <a:off x="6774375" y="5887975"/>
            <a:ext cx="85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InOut</a:t>
            </a:r>
            <a:endParaRPr>
              <a:latin typeface="Red Hat Text"/>
              <a:ea typeface="Red Hat Text"/>
              <a:cs typeface="Red Hat Text"/>
              <a:sym typeface="Red Hat Text"/>
            </a:endParaRPr>
          </a:p>
        </p:txBody>
      </p:sp>
      <p:sp>
        <p:nvSpPr>
          <p:cNvPr id="4734" name="Google Shape;4734;p372"/>
          <p:cNvSpPr txBox="1"/>
          <p:nvPr/>
        </p:nvSpPr>
        <p:spPr>
          <a:xfrm>
            <a:off x="7158700" y="5180725"/>
            <a:ext cx="85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InOnly</a:t>
            </a:r>
            <a:endParaRPr>
              <a:latin typeface="Red Hat Text"/>
              <a:ea typeface="Red Hat Text"/>
              <a:cs typeface="Red Hat Text"/>
              <a:sym typeface="Red Hat Tex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8" name="Shape 4738"/>
        <p:cNvGrpSpPr/>
        <p:nvPr/>
      </p:nvGrpSpPr>
      <p:grpSpPr>
        <a:xfrm>
          <a:off x="0" y="0"/>
          <a:ext cx="0" cy="0"/>
          <a:chOff x="0" y="0"/>
          <a:chExt cx="0" cy="0"/>
        </a:xfrm>
      </p:grpSpPr>
      <p:sp>
        <p:nvSpPr>
          <p:cNvPr id="4739" name="Google Shape;4739;p373"/>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Conditional processing and data extraction</a:t>
            </a:r>
            <a:endParaRPr sz="3600"/>
          </a:p>
        </p:txBody>
      </p:sp>
      <p:sp>
        <p:nvSpPr>
          <p:cNvPr id="4740" name="Google Shape;4740;p37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41" name="Google Shape;4741;p37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with Expression languages</a:t>
            </a:r>
            <a:endParaRPr sz="2000"/>
          </a:p>
        </p:txBody>
      </p:sp>
      <p:sp>
        <p:nvSpPr>
          <p:cNvPr id="4742" name="Google Shape;4742;p373"/>
          <p:cNvSpPr txBox="1"/>
          <p:nvPr/>
        </p:nvSpPr>
        <p:spPr>
          <a:xfrm>
            <a:off x="1190900" y="2452025"/>
            <a:ext cx="210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1"/>
                </a:solidFill>
                <a:latin typeface="Red Hat Text Medium"/>
                <a:ea typeface="Red Hat Text Medium"/>
                <a:cs typeface="Red Hat Text Medium"/>
                <a:sym typeface="Red Hat Text Medium"/>
              </a:rPr>
              <a:t>Simple language</a:t>
            </a:r>
            <a:endParaRPr>
              <a:solidFill>
                <a:schemeClr val="accent1"/>
              </a:solidFill>
              <a:latin typeface="Red Hat Text Medium"/>
              <a:ea typeface="Red Hat Text Medium"/>
              <a:cs typeface="Red Hat Text Medium"/>
              <a:sym typeface="Red Hat Text Medium"/>
            </a:endParaRPr>
          </a:p>
        </p:txBody>
      </p:sp>
      <p:sp>
        <p:nvSpPr>
          <p:cNvPr id="4743" name="Google Shape;4743;p373"/>
          <p:cNvSpPr txBox="1"/>
          <p:nvPr/>
        </p:nvSpPr>
        <p:spPr>
          <a:xfrm>
            <a:off x="1190900" y="3608275"/>
            <a:ext cx="210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1"/>
                </a:solidFill>
                <a:latin typeface="Red Hat Text Medium"/>
                <a:ea typeface="Red Hat Text Medium"/>
                <a:cs typeface="Red Hat Text Medium"/>
                <a:sym typeface="Red Hat Text Medium"/>
              </a:rPr>
              <a:t>XPath</a:t>
            </a:r>
            <a:endParaRPr>
              <a:solidFill>
                <a:schemeClr val="accent1"/>
              </a:solidFill>
              <a:latin typeface="Red Hat Text Medium"/>
              <a:ea typeface="Red Hat Text Medium"/>
              <a:cs typeface="Red Hat Text Medium"/>
              <a:sym typeface="Red Hat Text Medium"/>
            </a:endParaRPr>
          </a:p>
        </p:txBody>
      </p:sp>
      <p:sp>
        <p:nvSpPr>
          <p:cNvPr id="4744" name="Google Shape;4744;p373"/>
          <p:cNvSpPr txBox="1"/>
          <p:nvPr/>
        </p:nvSpPr>
        <p:spPr>
          <a:xfrm>
            <a:off x="1190900" y="4764513"/>
            <a:ext cx="210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1"/>
                </a:solidFill>
                <a:latin typeface="Red Hat Text Medium"/>
                <a:ea typeface="Red Hat Text Medium"/>
                <a:cs typeface="Red Hat Text Medium"/>
                <a:sym typeface="Red Hat Text Medium"/>
              </a:rPr>
              <a:t>JSONPath</a:t>
            </a:r>
            <a:endParaRPr>
              <a:solidFill>
                <a:schemeClr val="accent1"/>
              </a:solidFill>
              <a:latin typeface="Red Hat Text Medium"/>
              <a:ea typeface="Red Hat Text Medium"/>
              <a:cs typeface="Red Hat Text Medium"/>
              <a:sym typeface="Red Hat Text Medium"/>
            </a:endParaRPr>
          </a:p>
        </p:txBody>
      </p:sp>
      <p:sp>
        <p:nvSpPr>
          <p:cNvPr id="4745" name="Google Shape;4745;p373"/>
          <p:cNvSpPr txBox="1"/>
          <p:nvPr/>
        </p:nvSpPr>
        <p:spPr>
          <a:xfrm>
            <a:off x="7449875" y="1830975"/>
            <a:ext cx="4505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Red Hat Text"/>
                <a:ea typeface="Red Hat Text"/>
                <a:cs typeface="Red Hat Text"/>
                <a:sym typeface="Red Hat Text"/>
              </a:rPr>
              <a:t>when routing, filtering and transforming</a:t>
            </a:r>
            <a:endParaRPr>
              <a:solidFill>
                <a:schemeClr val="dk1"/>
              </a:solidFill>
              <a:latin typeface="Red Hat Text"/>
              <a:ea typeface="Red Hat Text"/>
              <a:cs typeface="Red Hat Text"/>
              <a:sym typeface="Red Hat Text"/>
            </a:endParaRPr>
          </a:p>
        </p:txBody>
      </p:sp>
      <p:sp>
        <p:nvSpPr>
          <p:cNvPr id="4746" name="Google Shape;4746;p373"/>
          <p:cNvSpPr txBox="1"/>
          <p:nvPr/>
        </p:nvSpPr>
        <p:spPr>
          <a:xfrm>
            <a:off x="3473925" y="2452025"/>
            <a:ext cx="450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Text"/>
                <a:ea typeface="Red Hat Text"/>
                <a:cs typeface="Red Hat Text"/>
                <a:sym typeface="Red Hat Text"/>
              </a:rPr>
              <a:t>for basic expressions and conditions</a:t>
            </a:r>
            <a:endParaRPr>
              <a:solidFill>
                <a:schemeClr val="dk1"/>
              </a:solidFill>
              <a:latin typeface="Red Hat Text"/>
              <a:ea typeface="Red Hat Text"/>
              <a:cs typeface="Red Hat Text"/>
              <a:sym typeface="Red Hat Text"/>
            </a:endParaRPr>
          </a:p>
        </p:txBody>
      </p:sp>
      <p:sp>
        <p:nvSpPr>
          <p:cNvPr id="4747" name="Google Shape;4747;p373"/>
          <p:cNvSpPr txBox="1"/>
          <p:nvPr/>
        </p:nvSpPr>
        <p:spPr>
          <a:xfrm>
            <a:off x="3473925" y="3608275"/>
            <a:ext cx="450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Text"/>
                <a:ea typeface="Red Hat Text"/>
                <a:cs typeface="Red Hat Text"/>
                <a:sym typeface="Red Hat Text"/>
              </a:rPr>
              <a:t>for navigating and extracting parts of XML documents</a:t>
            </a:r>
            <a:endParaRPr>
              <a:solidFill>
                <a:schemeClr val="dk1"/>
              </a:solidFill>
              <a:latin typeface="Red Hat Text"/>
              <a:ea typeface="Red Hat Text"/>
              <a:cs typeface="Red Hat Text"/>
              <a:sym typeface="Red Hat Text"/>
            </a:endParaRPr>
          </a:p>
        </p:txBody>
      </p:sp>
      <p:sp>
        <p:nvSpPr>
          <p:cNvPr id="4748" name="Google Shape;4748;p373"/>
          <p:cNvSpPr txBox="1"/>
          <p:nvPr/>
        </p:nvSpPr>
        <p:spPr>
          <a:xfrm>
            <a:off x="3473925" y="4764525"/>
            <a:ext cx="450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Red Hat Text"/>
                <a:ea typeface="Red Hat Text"/>
                <a:cs typeface="Red Hat Text"/>
                <a:sym typeface="Red Hat Text"/>
              </a:rPr>
              <a:t>for navigating and extracting parts of JSON structures</a:t>
            </a:r>
            <a:endParaRPr>
              <a:solidFill>
                <a:schemeClr val="dk1"/>
              </a:solidFill>
              <a:latin typeface="Red Hat Text"/>
              <a:ea typeface="Red Hat Text"/>
              <a:cs typeface="Red Hat Text"/>
              <a:sym typeface="Red Hat Text"/>
            </a:endParaRPr>
          </a:p>
        </p:txBody>
      </p:sp>
      <p:sp>
        <p:nvSpPr>
          <p:cNvPr id="4749" name="Google Shape;4749;p373"/>
          <p:cNvSpPr txBox="1"/>
          <p:nvPr/>
        </p:nvSpPr>
        <p:spPr>
          <a:xfrm>
            <a:off x="3473925" y="2849200"/>
            <a:ext cx="783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.choice().when(simple("</a:t>
            </a:r>
            <a:r>
              <a:rPr lang="en" sz="1200">
                <a:latin typeface="Roboto Mono Medium"/>
                <a:ea typeface="Roboto Mono Medium"/>
                <a:cs typeface="Roboto Mono Medium"/>
                <a:sym typeface="Roboto Mono Medium"/>
              </a:rPr>
              <a:t>${body} contains 'Camel'</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.filter(</a:t>
            </a:r>
            <a:r>
              <a:rPr lang="en" sz="1200">
                <a:solidFill>
                  <a:schemeClr val="dk1"/>
                </a:solidFill>
                <a:latin typeface="Roboto Mono"/>
                <a:ea typeface="Roboto Mono"/>
                <a:cs typeface="Roboto Mono"/>
                <a:sym typeface="Roboto Mono"/>
              </a:rPr>
              <a:t>simple("</a:t>
            </a:r>
            <a:r>
              <a:rPr lang="en" sz="1200">
                <a:solidFill>
                  <a:schemeClr val="dk1"/>
                </a:solidFill>
                <a:latin typeface="Roboto Mono Medium"/>
                <a:ea typeface="Roboto Mono Medium"/>
                <a:cs typeface="Roboto Mono Medium"/>
                <a:sym typeface="Roboto Mono Medium"/>
              </a:rPr>
              <a:t>${header.type'} == 'gold'</a:t>
            </a:r>
            <a:r>
              <a:rPr lang="en" sz="1200">
                <a:solidFill>
                  <a:schemeClr val="dk1"/>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.setBody(</a:t>
            </a:r>
            <a:r>
              <a:rPr lang="en" sz="1200">
                <a:solidFill>
                  <a:schemeClr val="dk1"/>
                </a:solidFill>
                <a:latin typeface="Roboto Mono"/>
                <a:ea typeface="Roboto Mono"/>
                <a:cs typeface="Roboto Mono"/>
                <a:sym typeface="Roboto Mono"/>
              </a:rPr>
              <a:t>simple("</a:t>
            </a:r>
            <a:r>
              <a:rPr lang="en" sz="1200">
                <a:solidFill>
                  <a:schemeClr val="dk1"/>
                </a:solidFill>
                <a:latin typeface="Roboto Mono Medium"/>
                <a:ea typeface="Roboto Mono Medium"/>
                <a:cs typeface="Roboto Mono Medium"/>
                <a:sym typeface="Roboto Mono Medium"/>
              </a:rPr>
              <a:t>The today is ${date:now:yyyyMMdd} and it is a great day.</a:t>
            </a:r>
            <a:r>
              <a:rPr lang="en" sz="1200">
                <a:solidFill>
                  <a:schemeClr val="dk1"/>
                </a:solidFill>
                <a:latin typeface="Roboto Mono"/>
                <a:ea typeface="Roboto Mono"/>
                <a:cs typeface="Roboto Mono"/>
                <a:sym typeface="Roboto Mono"/>
              </a:rPr>
              <a:t>")</a:t>
            </a:r>
            <a:r>
              <a:rPr lang="en" sz="1200">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4750" name="Google Shape;4750;p373"/>
          <p:cNvSpPr txBox="1"/>
          <p:nvPr/>
        </p:nvSpPr>
        <p:spPr>
          <a:xfrm>
            <a:off x="3473925" y="5181875"/>
            <a:ext cx="783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.choice().when(jsonpath("</a:t>
            </a:r>
            <a:r>
              <a:rPr lang="en" sz="1200">
                <a:latin typeface="Roboto Mono Medium"/>
                <a:ea typeface="Roboto Mono Medium"/>
                <a:cs typeface="Roboto Mono Medium"/>
                <a:sym typeface="Roboto Mono Medium"/>
              </a:rPr>
              <a:t>$.orderType == 'Online'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200">
                <a:latin typeface="Roboto Mono"/>
                <a:ea typeface="Roboto Mono"/>
                <a:cs typeface="Roboto Mono"/>
                <a:sym typeface="Roboto Mono"/>
              </a:rPr>
              <a:t>.filter(jsonpath("</a:t>
            </a:r>
            <a:r>
              <a:rPr lang="en" sz="1200">
                <a:latin typeface="Roboto Mono Medium"/>
                <a:ea typeface="Roboto Mono Medium"/>
                <a:cs typeface="Roboto Mono Medium"/>
                <a:sym typeface="Roboto Mono Medium"/>
              </a:rPr>
              <a:t>$.isActive == true</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.setBody(jsonpath("</a:t>
            </a:r>
            <a:r>
              <a:rPr lang="en" sz="1200">
                <a:latin typeface="Roboto Mono Medium"/>
                <a:ea typeface="Roboto Mono Medium"/>
                <a:cs typeface="Roboto Mono Medium"/>
                <a:sym typeface="Roboto Mono Medium"/>
              </a:rPr>
              <a:t>$.customer.name</a:t>
            </a:r>
            <a:r>
              <a:rPr lang="en" sz="1200">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4751" name="Google Shape;4751;p373"/>
          <p:cNvSpPr txBox="1"/>
          <p:nvPr/>
        </p:nvSpPr>
        <p:spPr>
          <a:xfrm>
            <a:off x="3473925" y="4008475"/>
            <a:ext cx="7833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.choice().when(xpath("</a:t>
            </a:r>
            <a:r>
              <a:rPr lang="en" sz="1200">
                <a:latin typeface="Roboto Mono Medium"/>
                <a:ea typeface="Roboto Mono Medium"/>
                <a:cs typeface="Roboto Mono Medium"/>
                <a:sym typeface="Roboto Mono Medium"/>
              </a:rPr>
              <a:t>/customer/type = 'Premium'</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.filter(xpath("</a:t>
            </a:r>
            <a:r>
              <a:rPr lang="en" sz="1200">
                <a:latin typeface="Roboto Mono Medium"/>
                <a:ea typeface="Roboto Mono Medium"/>
                <a:cs typeface="Roboto Mono Medium"/>
                <a:sym typeface="Roboto Mono Medium"/>
              </a:rPr>
              <a:t>/person[@name='James']</a:t>
            </a: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.setBody(xpath("</a:t>
            </a:r>
            <a:r>
              <a:rPr lang="en" sz="1200">
                <a:latin typeface="Roboto Mono Medium"/>
                <a:ea typeface="Roboto Mono Medium"/>
                <a:cs typeface="Roboto Mono Medium"/>
                <a:sym typeface="Roboto Mono Medium"/>
              </a:rPr>
              <a:t>/customer/name/text()</a:t>
            </a:r>
            <a:r>
              <a:rPr lang="en" sz="1200">
                <a:latin typeface="Roboto Mono"/>
                <a:ea typeface="Roboto Mono"/>
                <a:cs typeface="Roboto Mono"/>
                <a:sym typeface="Roboto Mono"/>
              </a:rPr>
              <a:t>"))</a:t>
            </a:r>
            <a:endParaRPr sz="1200">
              <a:latin typeface="Roboto Mono"/>
              <a:ea typeface="Roboto Mono"/>
              <a:cs typeface="Roboto Mono"/>
              <a:sym typeface="Roboto Mono"/>
            </a:endParaRPr>
          </a:p>
        </p:txBody>
      </p:sp>
      <p:sp>
        <p:nvSpPr>
          <p:cNvPr id="4752" name="Google Shape;4752;p373"/>
          <p:cNvSpPr txBox="1"/>
          <p:nvPr/>
        </p:nvSpPr>
        <p:spPr>
          <a:xfrm>
            <a:off x="2102400" y="6101525"/>
            <a:ext cx="816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And more at </a:t>
            </a:r>
            <a:r>
              <a:rPr lang="en" u="sng">
                <a:solidFill>
                  <a:schemeClr val="hlink"/>
                </a:solidFill>
                <a:latin typeface="Red Hat Text"/>
                <a:ea typeface="Red Hat Text"/>
                <a:cs typeface="Red Hat Text"/>
                <a:sym typeface="Red Hat Text"/>
                <a:hlinkClick r:id="rId3"/>
              </a:rPr>
              <a:t>https://camel.apache.org/components/4.4.x/languages/index.html</a:t>
            </a:r>
            <a:r>
              <a:rPr lang="en">
                <a:latin typeface="Red Hat Text"/>
                <a:ea typeface="Red Hat Text"/>
                <a:cs typeface="Red Hat Text"/>
                <a:sym typeface="Red Hat Text"/>
              </a:rPr>
              <a:t> </a:t>
            </a:r>
            <a:endParaRPr>
              <a:latin typeface="Red Hat Text"/>
              <a:ea typeface="Red Hat Text"/>
              <a:cs typeface="Red Hat Text"/>
              <a:sym typeface="Red Hat Text"/>
            </a:endParaRPr>
          </a:p>
        </p:txBody>
      </p:sp>
      <p:pic>
        <p:nvPicPr>
          <p:cNvPr id="4753" name="Google Shape;4753;p373"/>
          <p:cNvPicPr preferRelativeResize="0"/>
          <p:nvPr/>
        </p:nvPicPr>
        <p:blipFill rotWithShape="1">
          <a:blip r:embed="rId4">
            <a:alphaModFix/>
          </a:blip>
          <a:srcRect b="0" l="0" r="0" t="0"/>
          <a:stretch/>
        </p:blipFill>
        <p:spPr>
          <a:xfrm>
            <a:off x="7514251" y="221100"/>
            <a:ext cx="590550" cy="590550"/>
          </a:xfrm>
          <a:prstGeom prst="rect">
            <a:avLst/>
          </a:prstGeom>
          <a:noFill/>
          <a:ln>
            <a:noFill/>
          </a:ln>
        </p:spPr>
      </p:pic>
      <p:pic>
        <p:nvPicPr>
          <p:cNvPr id="4754" name="Google Shape;4754;p373"/>
          <p:cNvPicPr preferRelativeResize="0"/>
          <p:nvPr/>
        </p:nvPicPr>
        <p:blipFill rotWithShape="1">
          <a:blip r:embed="rId5">
            <a:alphaModFix/>
          </a:blip>
          <a:srcRect b="0" l="0" r="0" t="0"/>
          <a:stretch/>
        </p:blipFill>
        <p:spPr>
          <a:xfrm>
            <a:off x="4379627" y="221121"/>
            <a:ext cx="590550" cy="5905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8" name="Shape 4758"/>
        <p:cNvGrpSpPr/>
        <p:nvPr/>
      </p:nvGrpSpPr>
      <p:grpSpPr>
        <a:xfrm>
          <a:off x="0" y="0"/>
          <a:ext cx="0" cy="0"/>
          <a:chOff x="0" y="0"/>
          <a:chExt cx="0" cy="0"/>
        </a:xfrm>
      </p:grpSpPr>
      <p:sp>
        <p:nvSpPr>
          <p:cNvPr id="4759" name="Google Shape;4759;p374"/>
          <p:cNvSpPr txBox="1"/>
          <p:nvPr>
            <p:ph idx="9" type="subTitle"/>
          </p:nvPr>
        </p:nvSpPr>
        <p:spPr>
          <a:xfrm>
            <a:off x="885125" y="1653550"/>
            <a:ext cx="10422000" cy="2919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Data Format Transformations</a:t>
            </a:r>
            <a:endParaRPr sz="2000"/>
          </a:p>
        </p:txBody>
      </p:sp>
      <p:sp>
        <p:nvSpPr>
          <p:cNvPr id="4760" name="Google Shape;4760;p37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61" name="Google Shape;4761;p374"/>
          <p:cNvSpPr txBox="1"/>
          <p:nvPr>
            <p:ph idx="3" type="subTitle"/>
          </p:nvPr>
        </p:nvSpPr>
        <p:spPr>
          <a:xfrm>
            <a:off x="4468400" y="4261750"/>
            <a:ext cx="3255300" cy="12744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1300"/>
              <a:t>Convert messages to and from various data formats (e.g., JSON, XML, CSV) to Java objects, facilitating the exchange of data between components that expect different formats</a:t>
            </a:r>
            <a:endParaRPr sz="1300"/>
          </a:p>
        </p:txBody>
      </p:sp>
      <p:sp>
        <p:nvSpPr>
          <p:cNvPr id="4762" name="Google Shape;4762;p374"/>
          <p:cNvSpPr txBox="1"/>
          <p:nvPr>
            <p:ph idx="4" type="subTitle"/>
          </p:nvPr>
        </p:nvSpPr>
        <p:spPr>
          <a:xfrm>
            <a:off x="8048000" y="3772525"/>
            <a:ext cx="3255300" cy="321900"/>
          </a:xfrm>
          <a:prstGeom prst="rect">
            <a:avLst/>
          </a:prstGeom>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a:t>Advanced Transformations</a:t>
            </a:r>
            <a:endParaRPr/>
          </a:p>
        </p:txBody>
      </p:sp>
      <p:sp>
        <p:nvSpPr>
          <p:cNvPr id="4763" name="Google Shape;4763;p374"/>
          <p:cNvSpPr txBox="1"/>
          <p:nvPr>
            <p:ph idx="2" type="subTitle"/>
          </p:nvPr>
        </p:nvSpPr>
        <p:spPr>
          <a:xfrm>
            <a:off x="4468300" y="3772525"/>
            <a:ext cx="3255300" cy="3219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(De)Serialization</a:t>
            </a:r>
            <a:endParaRPr/>
          </a:p>
        </p:txBody>
      </p:sp>
      <p:sp>
        <p:nvSpPr>
          <p:cNvPr id="4764" name="Google Shape;4764;p374"/>
          <p:cNvSpPr txBox="1"/>
          <p:nvPr>
            <p:ph idx="5" type="subTitle"/>
          </p:nvPr>
        </p:nvSpPr>
        <p:spPr>
          <a:xfrm>
            <a:off x="8048100" y="4261750"/>
            <a:ext cx="3255300" cy="11874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1300"/>
              <a:t>Perform complex data transformations that go beyond simple format conversions or basic manipulations.</a:t>
            </a:r>
            <a:endParaRPr sz="1300"/>
          </a:p>
        </p:txBody>
      </p:sp>
      <p:sp>
        <p:nvSpPr>
          <p:cNvPr id="4765" name="Google Shape;4765;p374"/>
          <p:cNvSpPr txBox="1"/>
          <p:nvPr>
            <p:ph idx="6" type="subTitle"/>
          </p:nvPr>
        </p:nvSpPr>
        <p:spPr>
          <a:xfrm>
            <a:off x="888600" y="3772525"/>
            <a:ext cx="3255300" cy="3219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r>
              <a:rPr lang="en"/>
              <a:t>Data Type Converters</a:t>
            </a:r>
            <a:endParaRPr/>
          </a:p>
        </p:txBody>
      </p:sp>
      <p:sp>
        <p:nvSpPr>
          <p:cNvPr id="4766" name="Google Shape;4766;p374"/>
          <p:cNvSpPr txBox="1"/>
          <p:nvPr>
            <p:ph idx="7" type="subTitle"/>
          </p:nvPr>
        </p:nvSpPr>
        <p:spPr>
          <a:xfrm>
            <a:off x="888675" y="4261750"/>
            <a:ext cx="3255300" cy="1187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300">
                <a:solidFill>
                  <a:schemeClr val="dk1"/>
                </a:solidFill>
              </a:rPr>
              <a:t>Automatic or explicit conversion of message bodies and headers from one type to another. Built-in converters significantly reduce the need for custom conversion logic</a:t>
            </a:r>
            <a:endParaRPr sz="1300">
              <a:solidFill>
                <a:schemeClr val="dk1"/>
              </a:solidFill>
            </a:endParaRPr>
          </a:p>
          <a:p>
            <a:pPr indent="0" lvl="0" marL="0" rtl="0" algn="ctr">
              <a:spcBef>
                <a:spcPts val="500"/>
              </a:spcBef>
              <a:spcAft>
                <a:spcPts val="500"/>
              </a:spcAft>
              <a:buNone/>
            </a:pPr>
            <a:r>
              <a:t/>
            </a:r>
            <a:endParaRPr sz="1200"/>
          </a:p>
        </p:txBody>
      </p:sp>
      <p:sp>
        <p:nvSpPr>
          <p:cNvPr id="4767" name="Google Shape;4767;p374"/>
          <p:cNvSpPr txBox="1"/>
          <p:nvPr>
            <p:ph type="title"/>
          </p:nvPr>
        </p:nvSpPr>
        <p:spPr>
          <a:xfrm>
            <a:off x="885050" y="11003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400"/>
              <a:t>Convert message content from one format to another</a:t>
            </a:r>
            <a:endParaRPr sz="3400"/>
          </a:p>
        </p:txBody>
      </p:sp>
      <p:pic>
        <p:nvPicPr>
          <p:cNvPr id="4768" name="Google Shape;4768;p374"/>
          <p:cNvPicPr preferRelativeResize="0"/>
          <p:nvPr/>
        </p:nvPicPr>
        <p:blipFill rotWithShape="1">
          <a:blip r:embed="rId3">
            <a:alphaModFix/>
          </a:blip>
          <a:srcRect b="0" l="0" r="0" t="0"/>
          <a:stretch/>
        </p:blipFill>
        <p:spPr>
          <a:xfrm>
            <a:off x="2084351" y="2557312"/>
            <a:ext cx="863988" cy="863986"/>
          </a:xfrm>
          <a:prstGeom prst="rect">
            <a:avLst/>
          </a:prstGeom>
          <a:noFill/>
          <a:ln>
            <a:noFill/>
          </a:ln>
        </p:spPr>
      </p:pic>
      <p:sp>
        <p:nvSpPr>
          <p:cNvPr id="4769" name="Google Shape;4769;p374"/>
          <p:cNvSpPr txBox="1"/>
          <p:nvPr/>
        </p:nvSpPr>
        <p:spPr>
          <a:xfrm>
            <a:off x="4378075" y="5773800"/>
            <a:ext cx="424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Mono"/>
                <a:ea typeface="Roboto Mono"/>
                <a:cs typeface="Roboto Mono"/>
                <a:sym typeface="Roboto Mono"/>
              </a:rPr>
              <a:t>.mashal().jaxb()</a:t>
            </a:r>
            <a:r>
              <a:rPr i="1" lang="en" sz="1200">
                <a:latin typeface="Roboto Mono"/>
                <a:ea typeface="Roboto Mono"/>
                <a:cs typeface="Roboto Mono"/>
                <a:sym typeface="Roboto Mono"/>
              </a:rPr>
              <a:t> – XML to Pojo</a:t>
            </a:r>
            <a:endParaRPr i="1" sz="1200">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.unmarshal().jaxb()</a:t>
            </a:r>
            <a:r>
              <a:rPr i="1" lang="en" sz="1200">
                <a:latin typeface="Roboto Mono"/>
                <a:ea typeface="Roboto Mono"/>
                <a:cs typeface="Roboto Mono"/>
                <a:sym typeface="Roboto Mono"/>
              </a:rPr>
              <a:t> – Pojo to XML</a:t>
            </a:r>
            <a:endParaRPr i="1" sz="1200">
              <a:latin typeface="Roboto Mono"/>
              <a:ea typeface="Roboto Mono"/>
              <a:cs typeface="Roboto Mono"/>
              <a:sym typeface="Roboto Mono"/>
            </a:endParaRPr>
          </a:p>
        </p:txBody>
      </p:sp>
      <p:sp>
        <p:nvSpPr>
          <p:cNvPr id="4770" name="Google Shape;4770;p374"/>
          <p:cNvSpPr txBox="1"/>
          <p:nvPr/>
        </p:nvSpPr>
        <p:spPr>
          <a:xfrm>
            <a:off x="1078575" y="5773800"/>
            <a:ext cx="3024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Mono"/>
                <a:ea typeface="Roboto Mono"/>
                <a:cs typeface="Roboto Mono"/>
                <a:sym typeface="Roboto Mono"/>
              </a:rPr>
              <a:t>.convertBodyTo(</a:t>
            </a:r>
            <a:r>
              <a:rPr i="1" lang="en" sz="1200">
                <a:solidFill>
                  <a:schemeClr val="dk1"/>
                </a:solidFill>
                <a:latin typeface="Roboto Mono"/>
                <a:ea typeface="Roboto Mono"/>
                <a:cs typeface="Roboto Mono"/>
                <a:sym typeface="Roboto Mono"/>
              </a:rPr>
              <a:t>String.class</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.transform(</a:t>
            </a:r>
            <a:r>
              <a:rPr i="1" lang="en" sz="1200">
                <a:latin typeface="Roboto Mono"/>
                <a:ea typeface="Roboto Mono"/>
                <a:cs typeface="Roboto Mono"/>
                <a:sym typeface="Roboto Mono"/>
              </a:rPr>
              <a:t>&lt;dataType&gt;</a:t>
            </a:r>
            <a:r>
              <a:rPr lang="en">
                <a:latin typeface="Roboto Mono"/>
                <a:ea typeface="Roboto Mono"/>
                <a:cs typeface="Roboto Mono"/>
                <a:sym typeface="Roboto Mono"/>
              </a:rPr>
              <a:t>)</a:t>
            </a:r>
            <a:endParaRPr>
              <a:latin typeface="Roboto Mono"/>
              <a:ea typeface="Roboto Mono"/>
              <a:cs typeface="Roboto Mono"/>
              <a:sym typeface="Roboto Mono"/>
            </a:endParaRPr>
          </a:p>
        </p:txBody>
      </p:sp>
      <p:sp>
        <p:nvSpPr>
          <p:cNvPr id="4771" name="Google Shape;4771;p374"/>
          <p:cNvSpPr txBox="1"/>
          <p:nvPr/>
        </p:nvSpPr>
        <p:spPr>
          <a:xfrm>
            <a:off x="8279000" y="5196250"/>
            <a:ext cx="30243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Mono"/>
                <a:ea typeface="Roboto Mono"/>
                <a:cs typeface="Roboto Mono"/>
                <a:sym typeface="Roboto Mono"/>
              </a:rPr>
              <a:t>XML➡XML – XSLT</a:t>
            </a:r>
            <a:endParaRPr>
              <a:latin typeface="Roboto Mono"/>
              <a:ea typeface="Roboto Mono"/>
              <a:cs typeface="Roboto Mono"/>
              <a:sym typeface="Roboto Mono"/>
            </a:endParaRPr>
          </a:p>
          <a:p>
            <a:pPr indent="0" lvl="0" marL="0" rtl="0" algn="l">
              <a:spcBef>
                <a:spcPts val="0"/>
              </a:spcBef>
              <a:spcAft>
                <a:spcPts val="0"/>
              </a:spcAft>
              <a:buNone/>
            </a:pPr>
            <a:r>
              <a:rPr lang="en">
                <a:latin typeface="Roboto Mono"/>
                <a:ea typeface="Roboto Mono"/>
                <a:cs typeface="Roboto Mono"/>
                <a:sym typeface="Roboto Mono"/>
              </a:rPr>
              <a:t>JSON</a:t>
            </a:r>
            <a:r>
              <a:rPr lang="en">
                <a:solidFill>
                  <a:schemeClr val="dk1"/>
                </a:solidFill>
                <a:latin typeface="Roboto Mono"/>
                <a:ea typeface="Roboto Mono"/>
                <a:cs typeface="Roboto Mono"/>
                <a:sym typeface="Roboto Mono"/>
              </a:rPr>
              <a:t>➡JSON – JSLT</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XML⬅➡JSON – XSLT|XJ</a:t>
            </a:r>
            <a:endParaRPr>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a:solidFill>
                  <a:schemeClr val="dk1"/>
                </a:solidFill>
                <a:latin typeface="Roboto Mono"/>
                <a:ea typeface="Roboto Mono"/>
                <a:cs typeface="Roboto Mono"/>
                <a:sym typeface="Roboto Mono"/>
              </a:rPr>
              <a:t>Custom processor</a:t>
            </a:r>
            <a:endParaRPr>
              <a:solidFill>
                <a:schemeClr val="dk1"/>
              </a:solidFill>
              <a:latin typeface="Roboto Mono"/>
              <a:ea typeface="Roboto Mono"/>
              <a:cs typeface="Roboto Mono"/>
              <a:sym typeface="Roboto Mono"/>
            </a:endParaRPr>
          </a:p>
        </p:txBody>
      </p:sp>
      <p:pic>
        <p:nvPicPr>
          <p:cNvPr id="4772" name="Google Shape;4772;p374"/>
          <p:cNvPicPr preferRelativeResize="0"/>
          <p:nvPr/>
        </p:nvPicPr>
        <p:blipFill rotWithShape="1">
          <a:blip r:embed="rId4">
            <a:alphaModFix/>
          </a:blip>
          <a:srcRect b="0" l="0" r="0" t="0"/>
          <a:stretch/>
        </p:blipFill>
        <p:spPr>
          <a:xfrm>
            <a:off x="5664008" y="2557300"/>
            <a:ext cx="863988" cy="863986"/>
          </a:xfrm>
          <a:prstGeom prst="rect">
            <a:avLst/>
          </a:prstGeom>
          <a:noFill/>
          <a:ln>
            <a:noFill/>
          </a:ln>
        </p:spPr>
      </p:pic>
      <p:pic>
        <p:nvPicPr>
          <p:cNvPr id="4773" name="Google Shape;4773;p374"/>
          <p:cNvPicPr preferRelativeResize="0"/>
          <p:nvPr/>
        </p:nvPicPr>
        <p:blipFill rotWithShape="1">
          <a:blip r:embed="rId5">
            <a:alphaModFix/>
          </a:blip>
          <a:srcRect b="0" l="0" r="0" t="0"/>
          <a:stretch/>
        </p:blipFill>
        <p:spPr>
          <a:xfrm>
            <a:off x="9359150" y="2557300"/>
            <a:ext cx="864000" cy="863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7" name="Shape 4777"/>
        <p:cNvGrpSpPr/>
        <p:nvPr/>
      </p:nvGrpSpPr>
      <p:grpSpPr>
        <a:xfrm>
          <a:off x="0" y="0"/>
          <a:ext cx="0" cy="0"/>
          <a:chOff x="0" y="0"/>
          <a:chExt cx="0" cy="0"/>
        </a:xfrm>
      </p:grpSpPr>
      <p:sp>
        <p:nvSpPr>
          <p:cNvPr id="4778" name="Google Shape;4778;p375"/>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Ensure messages meet specified criteria</a:t>
            </a:r>
            <a:endParaRPr sz="3600"/>
          </a:p>
        </p:txBody>
      </p:sp>
      <p:sp>
        <p:nvSpPr>
          <p:cNvPr id="4779" name="Google Shape;4779;p37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80" name="Google Shape;4780;p37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Data Format Validation</a:t>
            </a:r>
            <a:endParaRPr sz="2000"/>
          </a:p>
        </p:txBody>
      </p:sp>
      <p:sp>
        <p:nvSpPr>
          <p:cNvPr id="4781" name="Google Shape;4781;p375"/>
          <p:cNvSpPr txBox="1"/>
          <p:nvPr/>
        </p:nvSpPr>
        <p:spPr>
          <a:xfrm>
            <a:off x="4163175" y="3824138"/>
            <a:ext cx="4224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.to("validator:messageSchema.xsd")</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.to("direct:valid")</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.onException(ValidationException.class)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.handled(true)</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.to("direct:invalid");</a:t>
            </a:r>
            <a:endParaRPr sz="1200">
              <a:latin typeface="Roboto Mono"/>
              <a:ea typeface="Roboto Mono"/>
              <a:cs typeface="Roboto Mono"/>
              <a:sym typeface="Roboto Mono"/>
            </a:endParaRPr>
          </a:p>
        </p:txBody>
      </p:sp>
      <p:sp>
        <p:nvSpPr>
          <p:cNvPr id="4782" name="Google Shape;4782;p375"/>
          <p:cNvSpPr txBox="1"/>
          <p:nvPr/>
        </p:nvSpPr>
        <p:spPr>
          <a:xfrm>
            <a:off x="4163175" y="5481750"/>
            <a:ext cx="4224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.to("json-validator:messageSchema.json")</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.to("direct:valid")</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.onException(ValidationException.class)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.handled(true)</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.to("direct:invalid");</a:t>
            </a:r>
            <a:endParaRPr sz="1200">
              <a:latin typeface="Roboto Mono"/>
              <a:ea typeface="Roboto Mono"/>
              <a:cs typeface="Roboto Mono"/>
              <a:sym typeface="Roboto Mono"/>
            </a:endParaRPr>
          </a:p>
        </p:txBody>
      </p:sp>
      <p:sp>
        <p:nvSpPr>
          <p:cNvPr id="4783" name="Google Shape;4783;p375"/>
          <p:cNvSpPr txBox="1"/>
          <p:nvPr/>
        </p:nvSpPr>
        <p:spPr>
          <a:xfrm>
            <a:off x="4163175" y="2178750"/>
            <a:ext cx="5541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.validate().simple("${body} regex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.to("direct:validEmails")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.onException(PredicateValidationException.class)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.handled(true)</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.to("direct:invalidEmails");</a:t>
            </a:r>
            <a:endParaRPr sz="1200">
              <a:latin typeface="Roboto Mono"/>
              <a:ea typeface="Roboto Mono"/>
              <a:cs typeface="Roboto Mono"/>
              <a:sym typeface="Roboto Mono"/>
            </a:endParaRPr>
          </a:p>
        </p:txBody>
      </p:sp>
      <p:sp>
        <p:nvSpPr>
          <p:cNvPr id="4784" name="Google Shape;4784;p375"/>
          <p:cNvSpPr txBox="1"/>
          <p:nvPr/>
        </p:nvSpPr>
        <p:spPr>
          <a:xfrm>
            <a:off x="1190900" y="1842425"/>
            <a:ext cx="210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1"/>
                </a:solidFill>
                <a:latin typeface="Red Hat Text Medium"/>
                <a:ea typeface="Red Hat Text Medium"/>
                <a:cs typeface="Red Hat Text Medium"/>
                <a:sym typeface="Red Hat Text Medium"/>
              </a:rPr>
              <a:t>Validate EIP</a:t>
            </a:r>
            <a:endParaRPr>
              <a:solidFill>
                <a:schemeClr val="accent1"/>
              </a:solidFill>
              <a:latin typeface="Red Hat Text Medium"/>
              <a:ea typeface="Red Hat Text Medium"/>
              <a:cs typeface="Red Hat Text Medium"/>
              <a:sym typeface="Red Hat Text Medium"/>
            </a:endParaRPr>
          </a:p>
        </p:txBody>
      </p:sp>
      <p:sp>
        <p:nvSpPr>
          <p:cNvPr id="4785" name="Google Shape;4785;p375"/>
          <p:cNvSpPr txBox="1"/>
          <p:nvPr/>
        </p:nvSpPr>
        <p:spPr>
          <a:xfrm>
            <a:off x="447775" y="3423950"/>
            <a:ext cx="28503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1"/>
                </a:solidFill>
                <a:latin typeface="Red Hat Text Medium"/>
                <a:ea typeface="Red Hat Text Medium"/>
                <a:cs typeface="Red Hat Text Medium"/>
                <a:sym typeface="Red Hat Text Medium"/>
              </a:rPr>
              <a:t>XML Schema Definition (XSD)</a:t>
            </a:r>
            <a:endParaRPr>
              <a:solidFill>
                <a:schemeClr val="accent1"/>
              </a:solidFill>
              <a:latin typeface="Red Hat Text Medium"/>
              <a:ea typeface="Red Hat Text Medium"/>
              <a:cs typeface="Red Hat Text Medium"/>
              <a:sym typeface="Red Hat Text Medium"/>
            </a:endParaRPr>
          </a:p>
        </p:txBody>
      </p:sp>
      <p:sp>
        <p:nvSpPr>
          <p:cNvPr id="4786" name="Google Shape;4786;p375"/>
          <p:cNvSpPr txBox="1"/>
          <p:nvPr/>
        </p:nvSpPr>
        <p:spPr>
          <a:xfrm>
            <a:off x="1190900" y="5069313"/>
            <a:ext cx="21072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solidFill>
                  <a:schemeClr val="accent1"/>
                </a:solidFill>
                <a:latin typeface="Red Hat Text Medium"/>
                <a:ea typeface="Red Hat Text Medium"/>
                <a:cs typeface="Red Hat Text Medium"/>
                <a:sym typeface="Red Hat Text Medium"/>
              </a:rPr>
              <a:t>JSON Schema</a:t>
            </a:r>
            <a:endParaRPr>
              <a:solidFill>
                <a:schemeClr val="accent1"/>
              </a:solidFill>
              <a:latin typeface="Red Hat Text Medium"/>
              <a:ea typeface="Red Hat Text Medium"/>
              <a:cs typeface="Red Hat Text Medium"/>
              <a:sym typeface="Red Hat Text Medium"/>
            </a:endParaRPr>
          </a:p>
        </p:txBody>
      </p:sp>
      <p:sp>
        <p:nvSpPr>
          <p:cNvPr id="4787" name="Google Shape;4787;p375"/>
          <p:cNvSpPr txBox="1"/>
          <p:nvPr/>
        </p:nvSpPr>
        <p:spPr>
          <a:xfrm>
            <a:off x="3473925" y="1842425"/>
            <a:ext cx="4505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Text"/>
                <a:ea typeface="Red Hat Text"/>
                <a:cs typeface="Red Hat Text"/>
                <a:sym typeface="Red Hat Text"/>
              </a:rPr>
              <a:t>for basic expressions and conditions</a:t>
            </a:r>
            <a:endParaRPr>
              <a:solidFill>
                <a:schemeClr val="dk1"/>
              </a:solidFill>
              <a:latin typeface="Red Hat Text"/>
              <a:ea typeface="Red Hat Text"/>
              <a:cs typeface="Red Hat Text"/>
              <a:sym typeface="Red Hat Text"/>
            </a:endParaRPr>
          </a:p>
        </p:txBody>
      </p:sp>
      <p:sp>
        <p:nvSpPr>
          <p:cNvPr id="4788" name="Google Shape;4788;p375"/>
          <p:cNvSpPr txBox="1"/>
          <p:nvPr/>
        </p:nvSpPr>
        <p:spPr>
          <a:xfrm>
            <a:off x="3473925" y="3423950"/>
            <a:ext cx="6109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Text"/>
                <a:ea typeface="Red Hat Text"/>
                <a:cs typeface="Red Hat Text"/>
                <a:sym typeface="Red Hat Text"/>
              </a:rPr>
              <a:t>defines required structure and constraints of XML messages</a:t>
            </a:r>
            <a:endParaRPr>
              <a:solidFill>
                <a:schemeClr val="dk1"/>
              </a:solidFill>
              <a:latin typeface="Red Hat Text"/>
              <a:ea typeface="Red Hat Text"/>
              <a:cs typeface="Red Hat Text"/>
              <a:sym typeface="Red Hat Text"/>
            </a:endParaRPr>
          </a:p>
        </p:txBody>
      </p:sp>
      <p:sp>
        <p:nvSpPr>
          <p:cNvPr id="4789" name="Google Shape;4789;p375"/>
          <p:cNvSpPr txBox="1"/>
          <p:nvPr/>
        </p:nvSpPr>
        <p:spPr>
          <a:xfrm>
            <a:off x="3473925" y="5069325"/>
            <a:ext cx="623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Red Hat Text"/>
                <a:ea typeface="Red Hat Text"/>
                <a:cs typeface="Red Hat Text"/>
                <a:sym typeface="Red Hat Text"/>
              </a:rPr>
              <a:t>defines required structure and constraints of the JSON messages</a:t>
            </a:r>
            <a:endParaRPr>
              <a:solidFill>
                <a:schemeClr val="dk1"/>
              </a:solidFill>
              <a:latin typeface="Red Hat Text"/>
              <a:ea typeface="Red Hat Text"/>
              <a:cs typeface="Red Hat Text"/>
              <a:sym typeface="Red Hat Tex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3" name="Shape 4793"/>
        <p:cNvGrpSpPr/>
        <p:nvPr/>
      </p:nvGrpSpPr>
      <p:grpSpPr>
        <a:xfrm>
          <a:off x="0" y="0"/>
          <a:ext cx="0" cy="0"/>
          <a:chOff x="0" y="0"/>
          <a:chExt cx="0" cy="0"/>
        </a:xfrm>
      </p:grpSpPr>
      <p:sp>
        <p:nvSpPr>
          <p:cNvPr id="4794" name="Google Shape;4794;p376"/>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Custom processing using Beans</a:t>
            </a:r>
            <a:endParaRPr sz="3600"/>
          </a:p>
        </p:txBody>
      </p:sp>
      <p:sp>
        <p:nvSpPr>
          <p:cNvPr id="4795" name="Google Shape;4795;p37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796" name="Google Shape;4796;p376"/>
          <p:cNvSpPr txBox="1"/>
          <p:nvPr>
            <p:ph idx="4" type="body"/>
          </p:nvPr>
        </p:nvSpPr>
        <p:spPr>
          <a:xfrm>
            <a:off x="2438450" y="1742425"/>
            <a:ext cx="7315200" cy="15087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a:t>Extend routing logic with custom Java code</a:t>
            </a:r>
            <a:endParaRPr/>
          </a:p>
          <a:p>
            <a:pPr indent="-317500" lvl="0" marL="457200" rtl="0" algn="l">
              <a:spcBef>
                <a:spcPts val="0"/>
              </a:spcBef>
              <a:spcAft>
                <a:spcPts val="0"/>
              </a:spcAft>
              <a:buSzPts val="1400"/>
              <a:buChar char="▸"/>
            </a:pPr>
            <a:r>
              <a:rPr lang="en"/>
              <a:t>For complex integrations, custom transformations and business logic implementations</a:t>
            </a:r>
            <a:endParaRPr/>
          </a:p>
          <a:p>
            <a:pPr indent="-317500" lvl="0" marL="457200" rtl="0" algn="l">
              <a:spcBef>
                <a:spcPts val="0"/>
              </a:spcBef>
              <a:spcAft>
                <a:spcPts val="0"/>
              </a:spcAft>
              <a:buSzPts val="1400"/>
              <a:buChar char="▸"/>
            </a:pPr>
            <a:r>
              <a:rPr lang="en"/>
              <a:t>Binding annotations - body, exchange, header, variable, …</a:t>
            </a:r>
            <a:endParaRPr/>
          </a:p>
          <a:p>
            <a:pPr indent="-317500" lvl="0" marL="457200" rtl="0" algn="l">
              <a:spcBef>
                <a:spcPts val="0"/>
              </a:spcBef>
              <a:spcAft>
                <a:spcPts val="0"/>
              </a:spcAft>
              <a:buSzPts val="1400"/>
              <a:buChar char="▸"/>
            </a:pPr>
            <a:r>
              <a:rPr lang="en"/>
              <a:t>Bind or lookup beans in Registry</a:t>
            </a:r>
            <a:endParaRPr/>
          </a:p>
        </p:txBody>
      </p:sp>
      <p:sp>
        <p:nvSpPr>
          <p:cNvPr id="4797" name="Google Shape;4797;p376"/>
          <p:cNvSpPr txBox="1"/>
          <p:nvPr/>
        </p:nvSpPr>
        <p:spPr>
          <a:xfrm>
            <a:off x="2788350" y="3251125"/>
            <a:ext cx="7015200" cy="258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public class MyBean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public String process(String body)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return body.toUpperCase();</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public boolean isGoldCustomer(Exchange exchange)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.bean(MyBean.class, "process")</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.bean(OrderService.class) </a:t>
            </a:r>
            <a:r>
              <a:rPr i="1" lang="en" sz="1200">
                <a:latin typeface="Roboto Mono"/>
                <a:ea typeface="Roboto Mono"/>
                <a:cs typeface="Roboto Mono"/>
                <a:sym typeface="Roboto Mono"/>
              </a:rPr>
              <a:t>-- calls a method annotated with @Handler</a:t>
            </a:r>
            <a:endParaRPr i="1"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.filter().method(MyBean.class, "isGoldCustomer")</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.bean("foo") </a:t>
            </a:r>
            <a:r>
              <a:rPr i="1" lang="en" sz="1200">
                <a:latin typeface="Roboto Mono"/>
                <a:ea typeface="Roboto Mono"/>
                <a:cs typeface="Roboto Mono"/>
                <a:sym typeface="Roboto Mono"/>
              </a:rPr>
              <a:t>-- call a bean from Registry</a:t>
            </a:r>
            <a:endParaRPr i="1" sz="1200">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1" name="Shape 4801"/>
        <p:cNvGrpSpPr/>
        <p:nvPr/>
      </p:nvGrpSpPr>
      <p:grpSpPr>
        <a:xfrm>
          <a:off x="0" y="0"/>
          <a:ext cx="0" cy="0"/>
          <a:chOff x="0" y="0"/>
          <a:chExt cx="0" cy="0"/>
        </a:xfrm>
      </p:grpSpPr>
      <p:sp>
        <p:nvSpPr>
          <p:cNvPr id="4802" name="Google Shape;4802;p377"/>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Make applications externally configurable</a:t>
            </a:r>
            <a:endParaRPr sz="3600"/>
          </a:p>
        </p:txBody>
      </p:sp>
      <p:sp>
        <p:nvSpPr>
          <p:cNvPr id="4803" name="Google Shape;4803;p37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04" name="Google Shape;4804;p37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and define placeholders instead of the actual values</a:t>
            </a:r>
            <a:endParaRPr sz="2000"/>
          </a:p>
        </p:txBody>
      </p:sp>
      <p:sp>
        <p:nvSpPr>
          <p:cNvPr id="4805" name="Google Shape;4805;p377"/>
          <p:cNvSpPr txBox="1"/>
          <p:nvPr>
            <p:ph idx="4" type="body"/>
          </p:nvPr>
        </p:nvSpPr>
        <p:spPr>
          <a:xfrm>
            <a:off x="885125" y="2874038"/>
            <a:ext cx="2649000" cy="1675800"/>
          </a:xfrm>
          <a:prstGeom prst="rect">
            <a:avLst/>
          </a:prstGeom>
        </p:spPr>
        <p:txBody>
          <a:bodyPr anchorCtr="0" anchor="t" bIns="0" lIns="0" spcFirstLastPara="1" rIns="0" wrap="square" tIns="0">
            <a:noAutofit/>
          </a:bodyPr>
          <a:lstStyle/>
          <a:p>
            <a:pPr indent="0" lvl="0" marL="0" rtl="0" algn="l">
              <a:spcBef>
                <a:spcPts val="1000"/>
              </a:spcBef>
              <a:spcAft>
                <a:spcPts val="1000"/>
              </a:spcAft>
              <a:buNone/>
            </a:pPr>
            <a:r>
              <a:rPr lang="en">
                <a:latin typeface="Roboto Mono"/>
                <a:ea typeface="Roboto Mono"/>
                <a:cs typeface="Roboto Mono"/>
                <a:sym typeface="Roboto Mono"/>
              </a:rPr>
              <a:t>db.host = 127.0.0.1</a:t>
            </a:r>
            <a:br>
              <a:rPr lang="en">
                <a:latin typeface="Roboto Mono"/>
                <a:ea typeface="Roboto Mono"/>
                <a:cs typeface="Roboto Mono"/>
                <a:sym typeface="Roboto Mono"/>
              </a:rPr>
            </a:br>
            <a:r>
              <a:rPr lang="en">
                <a:latin typeface="Roboto Mono"/>
                <a:ea typeface="Roboto Mono"/>
                <a:cs typeface="Roboto Mono"/>
                <a:sym typeface="Roboto Mono"/>
              </a:rPr>
              <a:t>db.port = 8080</a:t>
            </a:r>
            <a:br>
              <a:rPr lang="en">
                <a:latin typeface="Roboto Mono"/>
                <a:ea typeface="Roboto Mono"/>
                <a:cs typeface="Roboto Mono"/>
                <a:sym typeface="Roboto Mono"/>
              </a:rPr>
            </a:br>
            <a:r>
              <a:rPr lang="en">
                <a:latin typeface="Roboto Mono"/>
                <a:ea typeface="Roboto Mono"/>
                <a:cs typeface="Roboto Mono"/>
                <a:sym typeface="Roboto Mono"/>
              </a:rPr>
              <a:t>db.user = ibek</a:t>
            </a:r>
            <a:br>
              <a:rPr lang="en">
                <a:latin typeface="Roboto Mono"/>
                <a:ea typeface="Roboto Mono"/>
                <a:cs typeface="Roboto Mono"/>
                <a:sym typeface="Roboto Mono"/>
              </a:rPr>
            </a:br>
            <a:r>
              <a:rPr lang="en">
                <a:latin typeface="Roboto Mono"/>
                <a:ea typeface="Roboto Mono"/>
                <a:cs typeface="Roboto Mono"/>
                <a:sym typeface="Roboto Mono"/>
              </a:rPr>
              <a:t>db.pwd = 12345</a:t>
            </a:r>
            <a:br>
              <a:rPr lang="en">
                <a:latin typeface="Roboto Mono"/>
                <a:ea typeface="Roboto Mono"/>
                <a:cs typeface="Roboto Mono"/>
                <a:sym typeface="Roboto Mono"/>
              </a:rPr>
            </a:br>
            <a:r>
              <a:rPr lang="en">
                <a:latin typeface="Roboto Mono"/>
                <a:ea typeface="Roboto Mono"/>
                <a:cs typeface="Roboto Mono"/>
                <a:sym typeface="Roboto Mono"/>
              </a:rPr>
              <a:t>file.path = file.json</a:t>
            </a:r>
            <a:endParaRPr>
              <a:latin typeface="Roboto Mono"/>
              <a:ea typeface="Roboto Mono"/>
              <a:cs typeface="Roboto Mono"/>
              <a:sym typeface="Roboto Mono"/>
            </a:endParaRPr>
          </a:p>
        </p:txBody>
      </p:sp>
      <p:sp>
        <p:nvSpPr>
          <p:cNvPr id="4806" name="Google Shape;4806;p377"/>
          <p:cNvSpPr txBox="1"/>
          <p:nvPr/>
        </p:nvSpPr>
        <p:spPr>
          <a:xfrm>
            <a:off x="1475075" y="5236925"/>
            <a:ext cx="82191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in </a:t>
            </a:r>
            <a:r>
              <a:rPr lang="en" sz="1600">
                <a:latin typeface="Red Hat Text Medium"/>
                <a:ea typeface="Red Hat Text Medium"/>
                <a:cs typeface="Red Hat Text Medium"/>
                <a:sym typeface="Red Hat Text Medium"/>
              </a:rPr>
              <a:t>properties file, environment variables, configmaps, secrets</a:t>
            </a:r>
            <a:r>
              <a:rPr lang="en" sz="1600">
                <a:latin typeface="Red Hat Text"/>
                <a:ea typeface="Red Hat Text"/>
                <a:cs typeface="Red Hat Text"/>
                <a:sym typeface="Red Hat Text"/>
              </a:rPr>
              <a:t>, etc.</a:t>
            </a:r>
            <a:endParaRPr sz="1600">
              <a:latin typeface="Red Hat Text"/>
              <a:ea typeface="Red Hat Text"/>
              <a:cs typeface="Red Hat Text"/>
              <a:sym typeface="Red Hat Text"/>
            </a:endParaRPr>
          </a:p>
          <a:p>
            <a:pPr indent="0" lvl="0" marL="0" rtl="0" algn="l">
              <a:spcBef>
                <a:spcPts val="0"/>
              </a:spcBef>
              <a:spcAft>
                <a:spcPts val="0"/>
              </a:spcAft>
              <a:buNone/>
            </a:pPr>
            <a:r>
              <a:t/>
            </a:r>
            <a:endParaRPr sz="1600">
              <a:latin typeface="Red Hat Text"/>
              <a:ea typeface="Red Hat Text"/>
              <a:cs typeface="Red Hat Text"/>
              <a:sym typeface="Red Hat Text"/>
            </a:endParaRPr>
          </a:p>
          <a:p>
            <a:pPr indent="0" lvl="0" marL="0" rtl="0" algn="l">
              <a:spcBef>
                <a:spcPts val="0"/>
              </a:spcBef>
              <a:spcAft>
                <a:spcPts val="0"/>
              </a:spcAft>
              <a:buNone/>
            </a:pPr>
            <a:r>
              <a:rPr lang="en" sz="1600">
                <a:latin typeface="Red Hat Text"/>
                <a:ea typeface="Red Hat Text"/>
                <a:cs typeface="Red Hat Text"/>
                <a:sym typeface="Red Hat Text"/>
              </a:rPr>
              <a:t>Placeholder functions - </a:t>
            </a:r>
            <a:r>
              <a:rPr lang="en" sz="1600">
                <a:latin typeface="Roboto Mono"/>
                <a:ea typeface="Roboto Mono"/>
                <a:cs typeface="Roboto Mono"/>
                <a:sym typeface="Roboto Mono"/>
              </a:rPr>
              <a:t>env, sys (jvm properties), bean, service</a:t>
            </a:r>
            <a:endParaRPr sz="1600">
              <a:latin typeface="Roboto Mono"/>
              <a:ea typeface="Roboto Mono"/>
              <a:cs typeface="Roboto Mono"/>
              <a:sym typeface="Roboto Mono"/>
            </a:endParaRPr>
          </a:p>
          <a:p>
            <a:pPr indent="0" lvl="0" marL="0" rtl="0" algn="l">
              <a:spcBef>
                <a:spcPts val="0"/>
              </a:spcBef>
              <a:spcAft>
                <a:spcPts val="0"/>
              </a:spcAft>
              <a:buNone/>
            </a:pPr>
            <a:r>
              <a:rPr lang="en" sz="1600">
                <a:latin typeface="Red Hat Text"/>
                <a:ea typeface="Red Hat Text"/>
                <a:cs typeface="Red Hat Text"/>
                <a:sym typeface="Red Hat Text"/>
              </a:rPr>
              <a:t>Kubernetes placeholder functions - </a:t>
            </a:r>
            <a:r>
              <a:rPr lang="en" sz="1600">
                <a:latin typeface="Roboto Mono"/>
                <a:ea typeface="Roboto Mono"/>
                <a:cs typeface="Roboto Mono"/>
                <a:sym typeface="Roboto Mono"/>
              </a:rPr>
              <a:t>configmap, secret</a:t>
            </a:r>
            <a:endParaRPr sz="1600">
              <a:latin typeface="Roboto Mono"/>
              <a:ea typeface="Roboto Mono"/>
              <a:cs typeface="Roboto Mono"/>
              <a:sym typeface="Roboto Mono"/>
            </a:endParaRPr>
          </a:p>
        </p:txBody>
      </p:sp>
      <p:sp>
        <p:nvSpPr>
          <p:cNvPr id="4807" name="Google Shape;4807;p377"/>
          <p:cNvSpPr txBox="1"/>
          <p:nvPr>
            <p:ph idx="4" type="body"/>
          </p:nvPr>
        </p:nvSpPr>
        <p:spPr>
          <a:xfrm>
            <a:off x="3953575" y="2375350"/>
            <a:ext cx="7936500" cy="2970300"/>
          </a:xfrm>
          <a:prstGeom prst="rect">
            <a:avLst/>
          </a:prstGeom>
        </p:spPr>
        <p:txBody>
          <a:bodyPr anchorCtr="0" anchor="t" bIns="0" lIns="0" spcFirstLastPara="1" rIns="0" wrap="square" tIns="0">
            <a:noAutofit/>
          </a:bodyPr>
          <a:lstStyle/>
          <a:p>
            <a:pPr indent="0" lvl="0" marL="0" rtl="0" algn="l">
              <a:spcBef>
                <a:spcPts val="1000"/>
              </a:spcBef>
              <a:spcAft>
                <a:spcPts val="0"/>
              </a:spcAft>
              <a:buClr>
                <a:schemeClr val="dk1"/>
              </a:buClr>
              <a:buSzPts val="1100"/>
              <a:buFont typeface="Arial"/>
              <a:buNone/>
            </a:pPr>
            <a:r>
              <a:rPr lang="en">
                <a:latin typeface="Roboto Mono"/>
                <a:ea typeface="Roboto Mono"/>
                <a:cs typeface="Roboto Mono"/>
                <a:sym typeface="Roboto Mono"/>
              </a:rPr>
              <a:t>.to("file:foo?fileName=</a:t>
            </a:r>
            <a:r>
              <a:rPr lang="en">
                <a:latin typeface="Roboto Mono Medium"/>
                <a:ea typeface="Roboto Mono Medium"/>
                <a:cs typeface="Roboto Mono Medium"/>
                <a:sym typeface="Roboto Mono Medium"/>
              </a:rPr>
              <a:t>{{file.path:/some/path}}</a:t>
            </a:r>
            <a:r>
              <a:rPr lang="en">
                <a:latin typeface="Roboto Mono"/>
                <a:ea typeface="Roboto Mono"/>
                <a:cs typeface="Roboto Mono"/>
                <a:sym typeface="Roboto Mono"/>
              </a:rPr>
              <a:t>") -- with default value</a:t>
            </a:r>
            <a:endParaRPr>
              <a:latin typeface="Roboto Mono"/>
              <a:ea typeface="Roboto Mono"/>
              <a:cs typeface="Roboto Mono"/>
              <a:sym typeface="Roboto Mono"/>
            </a:endParaRPr>
          </a:p>
          <a:p>
            <a:pPr indent="0" lvl="0" marL="0" rtl="0" algn="l">
              <a:spcBef>
                <a:spcPts val="1000"/>
              </a:spcBef>
              <a:spcAft>
                <a:spcPts val="0"/>
              </a:spcAft>
              <a:buNone/>
            </a:pPr>
            <a:r>
              <a:rPr lang="en">
                <a:latin typeface="Roboto Mono"/>
                <a:ea typeface="Roboto Mono"/>
                <a:cs typeface="Roboto Mono"/>
                <a:sym typeface="Roboto Mono"/>
              </a:rPr>
              <a:t>.to("file:foo?bufferSize=</a:t>
            </a:r>
            <a:r>
              <a:rPr lang="en">
                <a:latin typeface="Roboto Mono Medium"/>
                <a:ea typeface="Roboto Mono Medium"/>
                <a:cs typeface="Roboto Mono Medium"/>
                <a:sym typeface="Roboto Mono Medium"/>
              </a:rPr>
              <a:t>{{?myBufferSize}}</a:t>
            </a:r>
            <a:r>
              <a:rPr lang="en">
                <a:latin typeface="Roboto Mono"/>
                <a:ea typeface="Roboto Mono"/>
                <a:cs typeface="Roboto Mono"/>
                <a:sym typeface="Roboto Mono"/>
              </a:rPr>
              <a:t>") -- optional</a:t>
            </a:r>
            <a:endParaRPr>
              <a:latin typeface="Roboto Mono"/>
              <a:ea typeface="Roboto Mono"/>
              <a:cs typeface="Roboto Mono"/>
              <a:sym typeface="Roboto Mono"/>
            </a:endParaRPr>
          </a:p>
          <a:p>
            <a:pPr indent="0" lvl="0" marL="0" rtl="0" algn="l">
              <a:spcBef>
                <a:spcPts val="1000"/>
              </a:spcBef>
              <a:spcAft>
                <a:spcPts val="0"/>
              </a:spcAft>
              <a:buNone/>
            </a:pPr>
            <a:r>
              <a:rPr lang="en">
                <a:latin typeface="Roboto Mono"/>
                <a:ea typeface="Roboto Mono"/>
                <a:cs typeface="Roboto Mono"/>
                <a:sym typeface="Roboto Mono"/>
              </a:rPr>
              <a:t>.log(“What </a:t>
            </a:r>
            <a:r>
              <a:rPr lang="en">
                <a:latin typeface="Roboto Mono Medium"/>
                <a:ea typeface="Roboto Mono Medium"/>
                <a:cs typeface="Roboto Mono Medium"/>
                <a:sym typeface="Roboto Mono Medium"/>
              </a:rPr>
              <a:t>{{configmap:myconfig/drink}</a:t>
            </a:r>
            <a:r>
              <a:rPr lang="en">
                <a:latin typeface="Roboto Mono"/>
                <a:ea typeface="Roboto Mono"/>
                <a:cs typeface="Roboto Mono"/>
                <a:sym typeface="Roboto Mono"/>
              </a:rPr>
              <a:t>} do you want?”)</a:t>
            </a:r>
            <a:endParaRPr>
              <a:latin typeface="Roboto Mono"/>
              <a:ea typeface="Roboto Mono"/>
              <a:cs typeface="Roboto Mono"/>
              <a:sym typeface="Roboto Mono"/>
            </a:endParaRPr>
          </a:p>
          <a:p>
            <a:pPr indent="0" lvl="0" marL="0" rtl="0" algn="l">
              <a:spcBef>
                <a:spcPts val="1000"/>
              </a:spcBef>
              <a:spcAft>
                <a:spcPts val="0"/>
              </a:spcAft>
              <a:buNone/>
            </a:pPr>
            <a:r>
              <a:rPr lang="en">
                <a:latin typeface="Roboto Mono"/>
                <a:ea typeface="Roboto Mono"/>
                <a:cs typeface="Roboto Mono"/>
                <a:sym typeface="Roboto Mono"/>
              </a:rPr>
              <a:t>.from("file:</a:t>
            </a:r>
            <a:r>
              <a:rPr lang="en">
                <a:latin typeface="Roboto Mono Medium"/>
                <a:ea typeface="Roboto Mono Medium"/>
                <a:cs typeface="Roboto Mono Medium"/>
                <a:sym typeface="Roboto Mono Medium"/>
              </a:rPr>
              <a:t>{{bean:foo.bar}}</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1000"/>
              </a:spcBef>
              <a:spcAft>
                <a:spcPts val="0"/>
              </a:spcAft>
              <a:buNone/>
            </a:pPr>
            <a:r>
              <a:rPr lang="en">
                <a:latin typeface="Roboto Mono"/>
                <a:ea typeface="Roboto Mono"/>
                <a:cs typeface="Roboto Mono"/>
                <a:sym typeface="Roboto Mono"/>
              </a:rPr>
              <a:t>.to("</a:t>
            </a:r>
            <a:r>
              <a:rPr lang="en">
                <a:latin typeface="Roboto Mono Medium"/>
                <a:ea typeface="Roboto Mono Medium"/>
                <a:cs typeface="Roboto Mono Medium"/>
                <a:sym typeface="Roboto Mono Medium"/>
              </a:rPr>
              <a:t>{{env:HOME}}</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1000"/>
              </a:spcBef>
              <a:spcAft>
                <a:spcPts val="0"/>
              </a:spcAft>
              <a:buClr>
                <a:schemeClr val="dk1"/>
              </a:buClr>
              <a:buSzPts val="1100"/>
              <a:buFont typeface="Arial"/>
              <a:buNone/>
            </a:pPr>
            <a:r>
              <a:rPr lang="en">
                <a:latin typeface="Roboto Mono"/>
                <a:ea typeface="Roboto Mono"/>
                <a:cs typeface="Roboto Mono"/>
                <a:sym typeface="Roboto Mono"/>
              </a:rPr>
              <a:t>.to("</a:t>
            </a:r>
            <a:r>
              <a:rPr lang="en">
                <a:latin typeface="Roboto Mono Medium"/>
                <a:ea typeface="Roboto Mono Medium"/>
                <a:cs typeface="Roboto Mono Medium"/>
                <a:sym typeface="Roboto Mono Medium"/>
              </a:rPr>
              <a:t>{{sys:file.separator}}</a:t>
            </a:r>
            <a:r>
              <a:rPr lang="en">
                <a:latin typeface="Roboto Mono"/>
                <a:ea typeface="Roboto Mono"/>
                <a:cs typeface="Roboto Mono"/>
                <a:sym typeface="Roboto Mono"/>
              </a:rPr>
              <a:t>")</a:t>
            </a:r>
            <a:endParaRPr>
              <a:latin typeface="Roboto Mono"/>
              <a:ea typeface="Roboto Mono"/>
              <a:cs typeface="Roboto Mono"/>
              <a:sym typeface="Roboto Mono"/>
            </a:endParaRPr>
          </a:p>
          <a:p>
            <a:pPr indent="0" lvl="0" marL="0" rtl="0" algn="l">
              <a:spcBef>
                <a:spcPts val="1000"/>
              </a:spcBef>
              <a:spcAft>
                <a:spcPts val="1000"/>
              </a:spcAft>
              <a:buNone/>
            </a:pPr>
            <a:r>
              <a:t/>
            </a:r>
            <a:endParaRPr>
              <a:latin typeface="Roboto Mono"/>
              <a:ea typeface="Roboto Mono"/>
              <a:cs typeface="Roboto Mono"/>
              <a:sym typeface="Roboto Mono"/>
            </a:endParaRPr>
          </a:p>
        </p:txBody>
      </p:sp>
      <p:pic>
        <p:nvPicPr>
          <p:cNvPr id="4808" name="Google Shape;4808;p377"/>
          <p:cNvPicPr preferRelativeResize="0"/>
          <p:nvPr/>
        </p:nvPicPr>
        <p:blipFill rotWithShape="1">
          <a:blip r:embed="rId3">
            <a:alphaModFix/>
          </a:blip>
          <a:srcRect b="0" l="0" r="0" t="0"/>
          <a:stretch/>
        </p:blipFill>
        <p:spPr>
          <a:xfrm>
            <a:off x="1774498" y="2369624"/>
            <a:ext cx="293150" cy="309154"/>
          </a:xfrm>
          <a:prstGeom prst="rect">
            <a:avLst/>
          </a:prstGeom>
          <a:noFill/>
          <a:ln>
            <a:noFill/>
          </a:ln>
        </p:spPr>
      </p:pic>
      <p:pic>
        <p:nvPicPr>
          <p:cNvPr id="4809" name="Google Shape;4809;p377"/>
          <p:cNvPicPr preferRelativeResize="0"/>
          <p:nvPr/>
        </p:nvPicPr>
        <p:blipFill rotWithShape="1">
          <a:blip r:embed="rId4">
            <a:alphaModFix/>
          </a:blip>
          <a:srcRect b="0" l="0" r="0" t="0"/>
          <a:stretch/>
        </p:blipFill>
        <p:spPr>
          <a:xfrm>
            <a:off x="1555227" y="2102350"/>
            <a:ext cx="731700" cy="771700"/>
          </a:xfrm>
          <a:prstGeom prst="rect">
            <a:avLst/>
          </a:prstGeom>
          <a:noFill/>
          <a:ln>
            <a:noFill/>
          </a:ln>
        </p:spPr>
      </p:pic>
      <p:cxnSp>
        <p:nvCxnSpPr>
          <p:cNvPr id="4810" name="Google Shape;4810;p377"/>
          <p:cNvCxnSpPr/>
          <p:nvPr/>
        </p:nvCxnSpPr>
        <p:spPr>
          <a:xfrm>
            <a:off x="3559950" y="2607475"/>
            <a:ext cx="0" cy="2196600"/>
          </a:xfrm>
          <a:prstGeom prst="straightConnector1">
            <a:avLst/>
          </a:prstGeom>
          <a:noFill/>
          <a:ln cap="flat" cmpd="sng" w="9525">
            <a:solidFill>
              <a:schemeClr val="accent6"/>
            </a:solidFill>
            <a:prstDash val="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4" name="Shape 4814"/>
        <p:cNvGrpSpPr/>
        <p:nvPr/>
      </p:nvGrpSpPr>
      <p:grpSpPr>
        <a:xfrm>
          <a:off x="0" y="0"/>
          <a:ext cx="0" cy="0"/>
          <a:chOff x="0" y="0"/>
          <a:chExt cx="0" cy="0"/>
        </a:xfrm>
      </p:grpSpPr>
      <p:sp>
        <p:nvSpPr>
          <p:cNvPr id="4815" name="Google Shape;4815;p378"/>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latin typeface="Red Hat Text"/>
                <a:ea typeface="Red Hat Text"/>
                <a:cs typeface="Red Hat Text"/>
                <a:sym typeface="Red Hat Text"/>
              </a:rPr>
              <a:t>Contract-first OpenAPI Integrations</a:t>
            </a:r>
            <a:endParaRPr sz="3600">
              <a:latin typeface="Red Hat Text"/>
              <a:ea typeface="Red Hat Text"/>
              <a:cs typeface="Red Hat Text"/>
              <a:sym typeface="Red Hat Text"/>
            </a:endParaRPr>
          </a:p>
        </p:txBody>
      </p:sp>
      <p:sp>
        <p:nvSpPr>
          <p:cNvPr id="4816" name="Google Shape;4816;p37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17" name="Google Shape;4817;p378"/>
          <p:cNvSpPr txBox="1"/>
          <p:nvPr>
            <p:ph idx="4" type="body"/>
          </p:nvPr>
        </p:nvSpPr>
        <p:spPr>
          <a:xfrm>
            <a:off x="1248900" y="3555668"/>
            <a:ext cx="2603400" cy="10473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 u="sng">
                <a:solidFill>
                  <a:schemeClr val="hlink"/>
                </a:solidFill>
                <a:hlinkClick r:id="rId3"/>
              </a:rPr>
              <a:t>Simple online OpenAPI designer</a:t>
            </a:r>
            <a:endParaRPr/>
          </a:p>
          <a:p>
            <a:pPr indent="0" lvl="0" marL="0" rtl="0" algn="l">
              <a:spcBef>
                <a:spcPts val="1000"/>
              </a:spcBef>
              <a:spcAft>
                <a:spcPts val="1000"/>
              </a:spcAft>
              <a:buNone/>
            </a:pPr>
            <a:r>
              <a:rPr lang="en" u="sng">
                <a:solidFill>
                  <a:schemeClr val="hlink"/>
                </a:solidFill>
                <a:hlinkClick r:id="rId4"/>
              </a:rPr>
              <a:t>Apicurio Studio</a:t>
            </a:r>
            <a:endParaRPr/>
          </a:p>
        </p:txBody>
      </p:sp>
      <p:pic>
        <p:nvPicPr>
          <p:cNvPr id="4818" name="Google Shape;4818;p378"/>
          <p:cNvPicPr preferRelativeResize="0"/>
          <p:nvPr/>
        </p:nvPicPr>
        <p:blipFill>
          <a:blip r:embed="rId5">
            <a:alphaModFix/>
          </a:blip>
          <a:stretch>
            <a:fillRect/>
          </a:stretch>
        </p:blipFill>
        <p:spPr>
          <a:xfrm>
            <a:off x="2064013" y="1989513"/>
            <a:ext cx="731700" cy="731700"/>
          </a:xfrm>
          <a:prstGeom prst="rect">
            <a:avLst/>
          </a:prstGeom>
          <a:noFill/>
          <a:ln>
            <a:noFill/>
          </a:ln>
        </p:spPr>
      </p:pic>
      <p:sp>
        <p:nvSpPr>
          <p:cNvPr id="4819" name="Google Shape;4819;p378"/>
          <p:cNvSpPr txBox="1"/>
          <p:nvPr/>
        </p:nvSpPr>
        <p:spPr>
          <a:xfrm>
            <a:off x="1454113" y="2796738"/>
            <a:ext cx="19515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1000"/>
              </a:spcAft>
              <a:buNone/>
            </a:pPr>
            <a:r>
              <a:rPr lang="en">
                <a:solidFill>
                  <a:schemeClr val="dk1"/>
                </a:solidFill>
                <a:latin typeface="Red Hat Text"/>
                <a:ea typeface="Red Hat Text"/>
                <a:cs typeface="Red Hat Text"/>
                <a:sym typeface="Red Hat Text"/>
              </a:rPr>
              <a:t>Get or create</a:t>
            </a:r>
            <a:br>
              <a:rPr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OpenAPI contract</a:t>
            </a:r>
            <a:endParaRPr/>
          </a:p>
        </p:txBody>
      </p:sp>
      <p:sp>
        <p:nvSpPr>
          <p:cNvPr id="4820" name="Google Shape;4820;p378"/>
          <p:cNvSpPr txBox="1"/>
          <p:nvPr/>
        </p:nvSpPr>
        <p:spPr>
          <a:xfrm>
            <a:off x="4393988" y="2706913"/>
            <a:ext cx="3084300" cy="895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1000"/>
              </a:spcAft>
              <a:buNone/>
            </a:pPr>
            <a:r>
              <a:rPr lang="en">
                <a:solidFill>
                  <a:schemeClr val="dk1"/>
                </a:solidFill>
                <a:latin typeface="Red Hat Text"/>
                <a:ea typeface="Red Hat Text"/>
                <a:cs typeface="Red Hat Text"/>
                <a:sym typeface="Red Hat Text"/>
              </a:rPr>
              <a:t>Map </a:t>
            </a:r>
            <a:r>
              <a:rPr lang="en">
                <a:solidFill>
                  <a:schemeClr val="dk1"/>
                </a:solidFill>
                <a:latin typeface="Roboto Mono"/>
                <a:ea typeface="Roboto Mono"/>
                <a:cs typeface="Roboto Mono"/>
                <a:sym typeface="Roboto Mono"/>
              </a:rPr>
              <a:t>operationId</a:t>
            </a:r>
            <a:r>
              <a:rPr lang="en">
                <a:solidFill>
                  <a:schemeClr val="dk1"/>
                </a:solidFill>
                <a:latin typeface="Red Hat Text"/>
                <a:ea typeface="Red Hat Text"/>
                <a:cs typeface="Red Hat Text"/>
                <a:sym typeface="Red Hat Text"/>
              </a:rPr>
              <a:t> to </a:t>
            </a:r>
            <a:r>
              <a:rPr lang="en">
                <a:solidFill>
                  <a:schemeClr val="dk1"/>
                </a:solidFill>
                <a:latin typeface="Roboto Mono"/>
                <a:ea typeface="Roboto Mono"/>
                <a:cs typeface="Roboto Mono"/>
                <a:sym typeface="Roboto Mono"/>
              </a:rPr>
              <a:t>.from(“direct:operationId”)</a:t>
            </a:r>
            <a:r>
              <a:rPr lang="en">
                <a:solidFill>
                  <a:schemeClr val="dk1"/>
                </a:solidFill>
                <a:latin typeface="Red Hat Text"/>
                <a:ea typeface="Red Hat Text"/>
                <a:cs typeface="Red Hat Text"/>
                <a:sym typeface="Red Hat Text"/>
              </a:rPr>
              <a:t> route</a:t>
            </a:r>
            <a:endParaRPr/>
          </a:p>
        </p:txBody>
      </p:sp>
      <p:pic>
        <p:nvPicPr>
          <p:cNvPr id="4821" name="Google Shape;4821;p378"/>
          <p:cNvPicPr preferRelativeResize="0"/>
          <p:nvPr/>
        </p:nvPicPr>
        <p:blipFill>
          <a:blip r:embed="rId6">
            <a:alphaModFix/>
          </a:blip>
          <a:stretch>
            <a:fillRect/>
          </a:stretch>
        </p:blipFill>
        <p:spPr>
          <a:xfrm>
            <a:off x="5659580" y="1989520"/>
            <a:ext cx="553125" cy="552036"/>
          </a:xfrm>
          <a:prstGeom prst="rect">
            <a:avLst/>
          </a:prstGeom>
          <a:noFill/>
          <a:ln>
            <a:noFill/>
          </a:ln>
        </p:spPr>
      </p:pic>
      <p:sp>
        <p:nvSpPr>
          <p:cNvPr id="4822" name="Google Shape;4822;p378"/>
          <p:cNvSpPr txBox="1"/>
          <p:nvPr/>
        </p:nvSpPr>
        <p:spPr>
          <a:xfrm>
            <a:off x="7991923" y="2721225"/>
            <a:ext cx="2838000" cy="1112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1000"/>
              </a:spcAft>
              <a:buNone/>
            </a:pPr>
            <a:r>
              <a:rPr lang="en">
                <a:solidFill>
                  <a:schemeClr val="dk1"/>
                </a:solidFill>
                <a:latin typeface="Red Hat Text"/>
                <a:ea typeface="Red Hat Text"/>
                <a:cs typeface="Red Hat Text"/>
                <a:sym typeface="Red Hat Text"/>
              </a:rPr>
              <a:t>Run &amp; export integration using camel CLI with </a:t>
            </a:r>
            <a:br>
              <a:rPr lang="en">
                <a:solidFill>
                  <a:schemeClr val="dk1"/>
                </a:solidFill>
                <a:latin typeface="Red Hat Text"/>
                <a:ea typeface="Red Hat Text"/>
                <a:cs typeface="Red Hat Text"/>
                <a:sym typeface="Red Hat Text"/>
              </a:rPr>
            </a:br>
            <a:r>
              <a:rPr lang="en">
                <a:solidFill>
                  <a:schemeClr val="dk1"/>
                </a:solidFill>
                <a:latin typeface="Roboto Mono"/>
                <a:ea typeface="Roboto Mono"/>
                <a:cs typeface="Roboto Mono"/>
                <a:sym typeface="Roboto Mono"/>
              </a:rPr>
              <a:t>--open-api api.json</a:t>
            </a:r>
            <a:br>
              <a:rPr lang="en">
                <a:solidFill>
                  <a:schemeClr val="dk1"/>
                </a:solidFill>
                <a:latin typeface="Roboto Mono"/>
                <a:ea typeface="Roboto Mono"/>
                <a:cs typeface="Roboto Mono"/>
                <a:sym typeface="Roboto Mono"/>
              </a:rPr>
            </a:br>
            <a:r>
              <a:rPr lang="en" sz="1200">
                <a:solidFill>
                  <a:schemeClr val="dk1"/>
                </a:solidFill>
                <a:latin typeface="Red Hat Text"/>
                <a:ea typeface="Red Hat Text"/>
                <a:cs typeface="Red Hat Text"/>
                <a:sym typeface="Red Hat Text"/>
              </a:rPr>
              <a:t>(automatically generates REST DSL)</a:t>
            </a:r>
            <a:endParaRPr sz="1200">
              <a:solidFill>
                <a:schemeClr val="dk1"/>
              </a:solidFill>
              <a:latin typeface="Red Hat Text"/>
              <a:ea typeface="Red Hat Text"/>
              <a:cs typeface="Red Hat Text"/>
              <a:sym typeface="Red Hat Text"/>
            </a:endParaRPr>
          </a:p>
        </p:txBody>
      </p:sp>
      <p:sp>
        <p:nvSpPr>
          <p:cNvPr id="4823" name="Google Shape;4823;p378"/>
          <p:cNvSpPr txBox="1"/>
          <p:nvPr/>
        </p:nvSpPr>
        <p:spPr>
          <a:xfrm>
            <a:off x="3852300" y="4537175"/>
            <a:ext cx="5779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Medium"/>
                <a:ea typeface="Red Hat Text Medium"/>
                <a:cs typeface="Red Hat Text Medium"/>
                <a:sym typeface="Red Hat Text Medium"/>
              </a:rPr>
              <a:t>Tips:</a:t>
            </a:r>
            <a:r>
              <a:rPr lang="en" sz="1600">
                <a:latin typeface="Red Hat Text"/>
                <a:ea typeface="Red Hat Text"/>
                <a:cs typeface="Red Hat Text"/>
                <a:sym typeface="Red Hat Text"/>
              </a:rPr>
              <a:t> </a:t>
            </a:r>
            <a:endParaRPr>
              <a:latin typeface="Roboto Mono"/>
              <a:ea typeface="Roboto Mono"/>
              <a:cs typeface="Roboto Mono"/>
              <a:sym typeface="Roboto Mono"/>
            </a:endParaRPr>
          </a:p>
        </p:txBody>
      </p:sp>
      <p:pic>
        <p:nvPicPr>
          <p:cNvPr id="4824" name="Google Shape;4824;p378"/>
          <p:cNvPicPr preferRelativeResize="0"/>
          <p:nvPr/>
        </p:nvPicPr>
        <p:blipFill rotWithShape="1">
          <a:blip r:embed="rId7">
            <a:alphaModFix/>
          </a:blip>
          <a:srcRect b="0" l="0" r="0" t="0"/>
          <a:stretch/>
        </p:blipFill>
        <p:spPr>
          <a:xfrm>
            <a:off x="9086913" y="1941537"/>
            <a:ext cx="648019" cy="648000"/>
          </a:xfrm>
          <a:prstGeom prst="rect">
            <a:avLst/>
          </a:prstGeom>
          <a:noFill/>
          <a:ln>
            <a:noFill/>
          </a:ln>
        </p:spPr>
      </p:pic>
      <p:sp>
        <p:nvSpPr>
          <p:cNvPr id="4825" name="Google Shape;4825;p378"/>
          <p:cNvSpPr txBox="1"/>
          <p:nvPr/>
        </p:nvSpPr>
        <p:spPr>
          <a:xfrm>
            <a:off x="3896325" y="4968275"/>
            <a:ext cx="5838600" cy="1046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solidFill>
                  <a:schemeClr val="dk1"/>
                </a:solidFill>
                <a:latin typeface="Roboto Mono"/>
                <a:ea typeface="Roboto Mono"/>
                <a:cs typeface="Roboto Mono"/>
                <a:sym typeface="Roboto Mono"/>
              </a:rPr>
              <a:t>?exchangePattern=InOut</a:t>
            </a:r>
            <a:endParaRPr>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
                <a:solidFill>
                  <a:schemeClr val="dk1"/>
                </a:solidFill>
                <a:latin typeface="Roboto Mono"/>
                <a:ea typeface="Roboto Mono"/>
                <a:cs typeface="Roboto Mono"/>
                <a:sym typeface="Roboto Mono"/>
              </a:rPr>
              <a:t>log:api?showAll=true&amp;amp;multiline=true</a:t>
            </a:r>
            <a:endParaRPr>
              <a:solidFill>
                <a:schemeClr val="dk1"/>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
                <a:solidFill>
                  <a:schemeClr val="dk1"/>
                </a:solidFill>
                <a:latin typeface="Roboto Mono"/>
                <a:ea typeface="Roboto Mono"/>
                <a:cs typeface="Roboto Mono"/>
                <a:sym typeface="Roboto Mono"/>
              </a:rPr>
              <a:t>${headers.name} -- get name from path or query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29" name="Shape 4829"/>
        <p:cNvGrpSpPr/>
        <p:nvPr/>
      </p:nvGrpSpPr>
      <p:grpSpPr>
        <a:xfrm>
          <a:off x="0" y="0"/>
          <a:ext cx="0" cy="0"/>
          <a:chOff x="0" y="0"/>
          <a:chExt cx="0" cy="0"/>
        </a:xfrm>
      </p:grpSpPr>
      <p:sp>
        <p:nvSpPr>
          <p:cNvPr id="4830" name="Google Shape;4830;p37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4831" name="Google Shape;4831;p379"/>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Handling data in multiple formats</a:t>
            </a:r>
            <a:endParaRPr sz="3600"/>
          </a:p>
        </p:txBody>
      </p:sp>
      <p:sp>
        <p:nvSpPr>
          <p:cNvPr id="4832" name="Google Shape;4832;p37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33" name="Google Shape;4833;p379"/>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4834" name="Google Shape;4834;p379"/>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835" name="Google Shape;4835;p379"/>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p>
            <a:pPr indent="0" lvl="0" marL="0" rtl="0" algn="l">
              <a:spcBef>
                <a:spcPts val="1000"/>
              </a:spcBef>
              <a:spcAft>
                <a:spcPts val="0"/>
              </a:spcAft>
              <a:buClr>
                <a:schemeClr val="dk1"/>
              </a:buClr>
              <a:buSzPts val="1100"/>
              <a:buFont typeface="Arial"/>
              <a:buNone/>
            </a:pPr>
            <a:r>
              <a:rPr lang="en"/>
              <a:t>data received in multiple formats -&gt; canonical format -&gt; send</a:t>
            </a:r>
            <a:endParaRPr/>
          </a:p>
          <a:p>
            <a:pPr indent="0" lvl="0" marL="0" rtl="0" algn="l">
              <a:spcBef>
                <a:spcPts val="1000"/>
              </a:spcBef>
              <a:spcAft>
                <a:spcPts val="0"/>
              </a:spcAft>
              <a:buClr>
                <a:schemeClr val="dk1"/>
              </a:buClr>
              <a:buSzPts val="1100"/>
              <a:buFont typeface="Arial"/>
              <a:buNone/>
            </a:pPr>
            <a:r>
              <a:rPr lang="en"/>
              <a:t>canonical format - set of jaxb pojos mapping to canonical XML format</a:t>
            </a:r>
            <a:endParaRPr/>
          </a:p>
          <a:p>
            <a:pPr indent="0" lvl="0" marL="0" rtl="0" algn="l">
              <a:spcBef>
                <a:spcPts val="1000"/>
              </a:spcBef>
              <a:spcAft>
                <a:spcPts val="0"/>
              </a:spcAft>
              <a:buClr>
                <a:schemeClr val="dk1"/>
              </a:buClr>
              <a:buSzPts val="1100"/>
              <a:buFont typeface="Arial"/>
              <a:buNone/>
            </a:pPr>
            <a:r>
              <a:rPr lang="en"/>
              <a:t>&lt;unmarshal&gt;&lt;csv/&gt;&lt;/unmarshal&gt;</a:t>
            </a:r>
            <a:endParaRPr/>
          </a:p>
          <a:p>
            <a:pPr indent="0" lvl="0" marL="0" rtl="0" algn="l">
              <a:spcBef>
                <a:spcPts val="1000"/>
              </a:spcBef>
              <a:spcAft>
                <a:spcPts val="0"/>
              </a:spcAft>
              <a:buClr>
                <a:schemeClr val="dk1"/>
              </a:buClr>
              <a:buSzPts val="1100"/>
              <a:buFont typeface="Arial"/>
              <a:buNone/>
            </a:pPr>
            <a:r>
              <a:rPr lang="en"/>
              <a:t>&lt;to uri="bean:CSVConverter"/&gt;</a:t>
            </a:r>
            <a:endParaRPr/>
          </a:p>
          <a:p>
            <a:pPr indent="0" lvl="0" marL="0" rtl="0" algn="l">
              <a:spcBef>
                <a:spcPts val="1000"/>
              </a:spcBef>
              <a:spcAft>
                <a:spcPts val="0"/>
              </a:spcAft>
              <a:buClr>
                <a:schemeClr val="dk1"/>
              </a:buClr>
              <a:buSzPts val="1100"/>
              <a:buFont typeface="Arial"/>
              <a:buNone/>
            </a:pPr>
            <a:r>
              <a:rPr lang="en"/>
              <a:t>&lt;marshal&gt;&lt;jaxb prettyPrint="true" /&gt;&lt;/marshal&gt;</a:t>
            </a:r>
            <a:endParaRPr/>
          </a:p>
          <a:p>
            <a:pPr indent="0" lvl="0" marL="0" rtl="0" algn="l">
              <a:spcBef>
                <a:spcPts val="1000"/>
              </a:spcBef>
              <a:spcAft>
                <a:spcPts val="10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9" name="Shape 4839"/>
        <p:cNvGrpSpPr/>
        <p:nvPr/>
      </p:nvGrpSpPr>
      <p:grpSpPr>
        <a:xfrm>
          <a:off x="0" y="0"/>
          <a:ext cx="0" cy="0"/>
          <a:chOff x="0" y="0"/>
          <a:chExt cx="0" cy="0"/>
        </a:xfrm>
      </p:grpSpPr>
      <p:sp>
        <p:nvSpPr>
          <p:cNvPr id="4840" name="Google Shape;4840;p380"/>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300"/>
              <a:t>Efficient testing and simulation of integration behavior</a:t>
            </a:r>
            <a:endParaRPr sz="3300"/>
          </a:p>
        </p:txBody>
      </p:sp>
      <p:sp>
        <p:nvSpPr>
          <p:cNvPr id="4841" name="Google Shape;4841;p3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42" name="Google Shape;4842;p38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using mocking and Camel CLI</a:t>
            </a:r>
            <a:endParaRPr sz="2000"/>
          </a:p>
        </p:txBody>
      </p:sp>
      <p:sp>
        <p:nvSpPr>
          <p:cNvPr id="4843" name="Google Shape;4843;p38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844" name="Google Shape;4844;p380"/>
          <p:cNvSpPr txBox="1"/>
          <p:nvPr/>
        </p:nvSpPr>
        <p:spPr>
          <a:xfrm>
            <a:off x="2017800" y="2130550"/>
            <a:ext cx="2067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Run integration with mocked component</a:t>
            </a:r>
            <a:endParaRPr sz="1600">
              <a:latin typeface="Red Hat Text"/>
              <a:ea typeface="Red Hat Text"/>
              <a:cs typeface="Red Hat Text"/>
              <a:sym typeface="Red Hat Text"/>
            </a:endParaRPr>
          </a:p>
        </p:txBody>
      </p:sp>
      <p:sp>
        <p:nvSpPr>
          <p:cNvPr id="4845" name="Google Shape;4845;p380"/>
          <p:cNvSpPr txBox="1"/>
          <p:nvPr/>
        </p:nvSpPr>
        <p:spPr>
          <a:xfrm>
            <a:off x="7633500" y="2130550"/>
            <a:ext cx="26673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Send a message to an endpoint</a:t>
            </a:r>
            <a:endParaRPr sz="1600">
              <a:latin typeface="Red Hat Text"/>
              <a:ea typeface="Red Hat Text"/>
              <a:cs typeface="Red Hat Text"/>
              <a:sym typeface="Red Hat Text"/>
            </a:endParaRPr>
          </a:p>
        </p:txBody>
      </p:sp>
      <p:sp>
        <p:nvSpPr>
          <p:cNvPr id="4846" name="Google Shape;4846;p380"/>
          <p:cNvSpPr txBox="1"/>
          <p:nvPr/>
        </p:nvSpPr>
        <p:spPr>
          <a:xfrm>
            <a:off x="1343475" y="2998625"/>
            <a:ext cx="3965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camel run syncToDatabase.xml --stub=jms</a:t>
            </a:r>
            <a:endParaRPr sz="1200">
              <a:latin typeface="Roboto Mono"/>
              <a:ea typeface="Roboto Mono"/>
              <a:cs typeface="Roboto Mono"/>
              <a:sym typeface="Roboto Mono"/>
            </a:endParaRPr>
          </a:p>
        </p:txBody>
      </p:sp>
      <p:sp>
        <p:nvSpPr>
          <p:cNvPr id="4847" name="Google Shape;4847;p380"/>
          <p:cNvSpPr txBox="1"/>
          <p:nvPr/>
        </p:nvSpPr>
        <p:spPr>
          <a:xfrm>
            <a:off x="6233250" y="2998625"/>
            <a:ext cx="5247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Mono"/>
                <a:ea typeface="Roboto Mono"/>
                <a:cs typeface="Roboto Mono"/>
                <a:sym typeface="Roboto Mono"/>
              </a:rPr>
              <a:t>camel cmd send --body=file:payload.json --endpoint=route1 &lt;integration name</a:t>
            </a:r>
            <a:r>
              <a:rPr i="1" lang="en" sz="1200">
                <a:latin typeface="Roboto Mono"/>
                <a:ea typeface="Roboto Mono"/>
                <a:cs typeface="Roboto Mono"/>
                <a:sym typeface="Roboto Mono"/>
              </a:rPr>
              <a:t> - check camel ps</a:t>
            </a:r>
            <a:r>
              <a:rPr lang="en" sz="1200">
                <a:latin typeface="Roboto Mono"/>
                <a:ea typeface="Roboto Mono"/>
                <a:cs typeface="Roboto Mono"/>
                <a:sym typeface="Roboto Mono"/>
              </a:rPr>
              <a:t>&gt;</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rPr lang="en" sz="1200">
                <a:latin typeface="Roboto Mono"/>
                <a:ea typeface="Roboto Mono"/>
                <a:cs typeface="Roboto Mono"/>
                <a:sym typeface="Roboto Mono"/>
              </a:rPr>
              <a:t>camel cmd send --body='Something here'</a:t>
            </a:r>
            <a:endParaRPr sz="1200">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51" name="Shape 4851"/>
        <p:cNvGrpSpPr/>
        <p:nvPr/>
      </p:nvGrpSpPr>
      <p:grpSpPr>
        <a:xfrm>
          <a:off x="0" y="0"/>
          <a:ext cx="0" cy="0"/>
          <a:chOff x="0" y="0"/>
          <a:chExt cx="0" cy="0"/>
        </a:xfrm>
      </p:grpSpPr>
      <p:sp>
        <p:nvSpPr>
          <p:cNvPr id="4852" name="Google Shape;4852;p38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4853" name="Google Shape;4853;p381"/>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4854" name="Google Shape;4854;p38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55" name="Google Shape;4855;p38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Error handling and troubleshooting integration issues</a:t>
            </a:r>
            <a:endParaRPr/>
          </a:p>
        </p:txBody>
      </p:sp>
      <p:sp>
        <p:nvSpPr>
          <p:cNvPr id="4856" name="Google Shape;4856;p38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857" name="Google Shape;4857;p381"/>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 sz="1300">
                <a:solidFill>
                  <a:srgbClr val="222222"/>
                </a:solidFill>
                <a:latin typeface="Arial"/>
                <a:ea typeface="Arial"/>
                <a:cs typeface="Arial"/>
                <a:sym typeface="Arial"/>
              </a:rPr>
              <a:t>&lt;onException&gt;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                     &lt;exception&gt;org.xml.sax.SAXParseException&lt;/exception&gt;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                     &lt;handled&gt;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                             &lt;constant&gt;true&lt;/constant&gt;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                     &lt;/handled&gt;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                     &lt;log message="Transformation result in error ${body}" /&gt;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                    &lt;to uri="file:/home/francesco/files/" /&gt;</a:t>
            </a:r>
            <a:endParaRPr sz="1300">
              <a:solidFill>
                <a:srgbClr val="222222"/>
              </a:solidFill>
              <a:latin typeface="Arial"/>
              <a:ea typeface="Arial"/>
              <a:cs typeface="Arial"/>
              <a:sym typeface="Arial"/>
            </a:endParaRPr>
          </a:p>
          <a:p>
            <a:pPr indent="0" lvl="0" marL="0" rtl="0" algn="l">
              <a:spcBef>
                <a:spcPts val="1000"/>
              </a:spcBef>
              <a:spcAft>
                <a:spcPts val="0"/>
              </a:spcAft>
              <a:buNone/>
            </a:pPr>
            <a:r>
              <a:rPr lang="en" sz="1300">
                <a:solidFill>
                  <a:srgbClr val="222222"/>
                </a:solidFill>
                <a:latin typeface="Arial"/>
                <a:ea typeface="Arial"/>
                <a:cs typeface="Arial"/>
                <a:sym typeface="Arial"/>
              </a:rPr>
              <a:t>&lt;/onException&gt;</a:t>
            </a:r>
            <a:endParaRPr sz="1300">
              <a:solidFill>
                <a:srgbClr val="222222"/>
              </a:solidFill>
              <a:latin typeface="Arial"/>
              <a:ea typeface="Arial"/>
              <a:cs typeface="Arial"/>
              <a:sym typeface="Arial"/>
            </a:endParaRPr>
          </a:p>
          <a:p>
            <a:pPr indent="0" lvl="0" marL="0" rtl="0" algn="l">
              <a:spcBef>
                <a:spcPts val="1000"/>
              </a:spcBef>
              <a:spcAft>
                <a:spcPts val="10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1" name="Shape 4861"/>
        <p:cNvGrpSpPr/>
        <p:nvPr/>
      </p:nvGrpSpPr>
      <p:grpSpPr>
        <a:xfrm>
          <a:off x="0" y="0"/>
          <a:ext cx="0" cy="0"/>
          <a:chOff x="0" y="0"/>
          <a:chExt cx="0" cy="0"/>
        </a:xfrm>
      </p:grpSpPr>
      <p:sp>
        <p:nvSpPr>
          <p:cNvPr id="4862" name="Google Shape;4862;p38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4863" name="Google Shape;4863;p382"/>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Transactional / Atomic Routes</a:t>
            </a:r>
            <a:endParaRPr sz="3600"/>
          </a:p>
        </p:txBody>
      </p:sp>
      <p:sp>
        <p:nvSpPr>
          <p:cNvPr id="4864" name="Google Shape;4864;p3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65" name="Google Shape;4865;p38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4866" name="Google Shape;4866;p382"/>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4867" name="Google Shape;4867;p382"/>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4C4C4C"/>
                </a:solidFill>
                <a:highlight>
                  <a:srgbClr val="FFFFFF"/>
                </a:highlight>
                <a:latin typeface="Overpass"/>
                <a:ea typeface="Overpass"/>
                <a:cs typeface="Overpass"/>
                <a:sym typeface="Overpass"/>
              </a:rPr>
              <a:t>A </a:t>
            </a:r>
            <a:r>
              <a:rPr i="1" lang="en" sz="1200">
                <a:solidFill>
                  <a:srgbClr val="4C4C4C"/>
                </a:solidFill>
                <a:highlight>
                  <a:srgbClr val="FFFFFF"/>
                </a:highlight>
                <a:latin typeface="Overpass"/>
                <a:ea typeface="Overpass"/>
                <a:cs typeface="Overpass"/>
                <a:sym typeface="Overpass"/>
              </a:rPr>
              <a:t>transaction</a:t>
            </a:r>
            <a:r>
              <a:rPr lang="en" sz="1200">
                <a:solidFill>
                  <a:srgbClr val="4C4C4C"/>
                </a:solidFill>
                <a:highlight>
                  <a:srgbClr val="FFFFFF"/>
                </a:highlight>
                <a:latin typeface="Overpass"/>
                <a:ea typeface="Overpass"/>
                <a:cs typeface="Overpass"/>
                <a:sym typeface="Overpass"/>
              </a:rPr>
              <a:t> is an operation that conceptually consists of a single step, but the implementation requires a series of steps. In this type of operation, all the steps must succeed or fail, to avoid leaving the system in an inconsistent state.</a:t>
            </a:r>
            <a:endParaRPr sz="1200">
              <a:solidFill>
                <a:srgbClr val="4C4C4C"/>
              </a:solidFill>
              <a:highlight>
                <a:srgbClr val="FFFFFF"/>
              </a:highlight>
              <a:latin typeface="Overpass"/>
              <a:ea typeface="Overpass"/>
              <a:cs typeface="Overpass"/>
              <a:sym typeface="Overpass"/>
            </a:endParaRPr>
          </a:p>
          <a:p>
            <a:pPr indent="0" lvl="0" marL="0" rtl="0" algn="l">
              <a:lnSpc>
                <a:spcPct val="115000"/>
              </a:lnSpc>
              <a:spcBef>
                <a:spcPts val="800"/>
              </a:spcBef>
              <a:spcAft>
                <a:spcPts val="0"/>
              </a:spcAft>
              <a:buClr>
                <a:schemeClr val="dk1"/>
              </a:buClr>
              <a:buSzPts val="1100"/>
              <a:buFont typeface="Arial"/>
              <a:buNone/>
            </a:pPr>
            <a:r>
              <a:rPr lang="en" sz="1200">
                <a:solidFill>
                  <a:srgbClr val="4C4C4C"/>
                </a:solidFill>
                <a:highlight>
                  <a:srgbClr val="FFFFFF"/>
                </a:highlight>
                <a:latin typeface="Overpass"/>
                <a:ea typeface="Overpass"/>
                <a:cs typeface="Overpass"/>
                <a:sym typeface="Overpass"/>
              </a:rPr>
              <a:t>For example, a route that processes bank transfers between accounts must require that each message can complete different endpoints without data loss. Using transactions during route processing alleviates many common integration issues by rolling back the transfer operation.</a:t>
            </a:r>
            <a:endParaRPr sz="1200">
              <a:solidFill>
                <a:srgbClr val="4C4C4C"/>
              </a:solidFill>
              <a:highlight>
                <a:srgbClr val="FFFFFF"/>
              </a:highlight>
              <a:latin typeface="Overpass"/>
              <a:ea typeface="Overpass"/>
              <a:cs typeface="Overpass"/>
              <a:sym typeface="Overpass"/>
            </a:endParaRPr>
          </a:p>
          <a:p>
            <a:pPr indent="0" lvl="0" marL="0" rtl="0" algn="l">
              <a:lnSpc>
                <a:spcPct val="115000"/>
              </a:lnSpc>
              <a:spcBef>
                <a:spcPts val="800"/>
              </a:spcBef>
              <a:spcAft>
                <a:spcPts val="0"/>
              </a:spcAft>
              <a:buClr>
                <a:schemeClr val="dk1"/>
              </a:buClr>
              <a:buSzPts val="1100"/>
              <a:buFont typeface="Arial"/>
              <a:buNone/>
            </a:pPr>
            <a:r>
              <a:rPr lang="en" sz="1200">
                <a:solidFill>
                  <a:srgbClr val="4C4C4C"/>
                </a:solidFill>
                <a:highlight>
                  <a:srgbClr val="FFFFFF"/>
                </a:highlight>
                <a:latin typeface="Overpass"/>
                <a:ea typeface="Overpass"/>
                <a:cs typeface="Overpass"/>
                <a:sym typeface="Overpass"/>
              </a:rPr>
              <a:t>When developing a Camel route with transactions, each component must support transactions, and all of them must use the same transaction manager. The JMS messaging, and SQL database components support the use of transactions by implementing the Transactional Client EIP.</a:t>
            </a:r>
            <a:endParaRPr sz="1200">
              <a:solidFill>
                <a:srgbClr val="4C4C4C"/>
              </a:solidFill>
              <a:highlight>
                <a:srgbClr val="FFFFFF"/>
              </a:highlight>
              <a:latin typeface="Overpass"/>
              <a:ea typeface="Overpass"/>
              <a:cs typeface="Overpass"/>
              <a:sym typeface="Overpass"/>
            </a:endParaRPr>
          </a:p>
          <a:p>
            <a:pPr indent="0" lvl="0" marL="0" rtl="0" algn="l">
              <a:lnSpc>
                <a:spcPct val="115000"/>
              </a:lnSpc>
              <a:spcBef>
                <a:spcPts val="800"/>
              </a:spcBef>
              <a:spcAft>
                <a:spcPts val="0"/>
              </a:spcAft>
              <a:buClr>
                <a:schemeClr val="dk1"/>
              </a:buClr>
              <a:buSzPts val="1100"/>
              <a:buFont typeface="Arial"/>
              <a:buNone/>
            </a:pPr>
            <a:r>
              <a:rPr lang="en" sz="1200">
                <a:solidFill>
                  <a:srgbClr val="4C4C4C"/>
                </a:solidFill>
                <a:highlight>
                  <a:srgbClr val="FFFFFF"/>
                </a:highlight>
                <a:latin typeface="Overpass"/>
                <a:ea typeface="Overpass"/>
                <a:cs typeface="Overpass"/>
                <a:sym typeface="Overpass"/>
              </a:rPr>
              <a:t>There are two types of transactions:</a:t>
            </a:r>
            <a:endParaRPr sz="1200">
              <a:solidFill>
                <a:srgbClr val="4C4C4C"/>
              </a:solidFill>
              <a:highlight>
                <a:srgbClr val="FFFFFF"/>
              </a:highlight>
              <a:latin typeface="Overpass"/>
              <a:ea typeface="Overpass"/>
              <a:cs typeface="Overpass"/>
              <a:sym typeface="Overpass"/>
            </a:endParaRPr>
          </a:p>
          <a:p>
            <a:pPr indent="0" lvl="0" marL="0" rtl="0" algn="l">
              <a:lnSpc>
                <a:spcPct val="142857"/>
              </a:lnSpc>
              <a:spcBef>
                <a:spcPts val="800"/>
              </a:spcBef>
              <a:spcAft>
                <a:spcPts val="0"/>
              </a:spcAft>
              <a:buClr>
                <a:schemeClr val="dk1"/>
              </a:buClr>
              <a:buSzPts val="1100"/>
              <a:buFont typeface="Arial"/>
              <a:buNone/>
            </a:pPr>
            <a:r>
              <a:rPr b="1" lang="en" sz="1200">
                <a:solidFill>
                  <a:srgbClr val="4C4C4C"/>
                </a:solidFill>
                <a:highlight>
                  <a:srgbClr val="FFFFFF"/>
                </a:highlight>
                <a:latin typeface="Overpass"/>
                <a:ea typeface="Overpass"/>
                <a:cs typeface="Overpass"/>
                <a:sym typeface="Overpass"/>
              </a:rPr>
              <a:t>Local transaction</a:t>
            </a:r>
            <a:endParaRPr b="1" sz="1200">
              <a:solidFill>
                <a:srgbClr val="4C4C4C"/>
              </a:solidFill>
              <a:highlight>
                <a:srgbClr val="FFFFFF"/>
              </a:highlight>
              <a:latin typeface="Overpass"/>
              <a:ea typeface="Overpass"/>
              <a:cs typeface="Overpass"/>
              <a:sym typeface="Overpass"/>
            </a:endParaRPr>
          </a:p>
          <a:p>
            <a:pPr indent="0" lvl="0" marL="0" rtl="0" algn="l">
              <a:lnSpc>
                <a:spcPct val="142857"/>
              </a:lnSpc>
              <a:spcBef>
                <a:spcPts val="1500"/>
              </a:spcBef>
              <a:spcAft>
                <a:spcPts val="0"/>
              </a:spcAft>
              <a:buClr>
                <a:schemeClr val="dk1"/>
              </a:buClr>
              <a:buSzPts val="1100"/>
              <a:buFont typeface="Arial"/>
              <a:buNone/>
            </a:pPr>
            <a:r>
              <a:rPr lang="en" sz="1200">
                <a:solidFill>
                  <a:srgbClr val="4C4C4C"/>
                </a:solidFill>
                <a:highlight>
                  <a:srgbClr val="FFFFFF"/>
                </a:highlight>
                <a:latin typeface="Overpass"/>
                <a:ea typeface="Overpass"/>
                <a:cs typeface="Overpass"/>
                <a:sym typeface="Overpass"/>
              </a:rPr>
              <a:t>A transaction that spans over one single resource, such as one database.</a:t>
            </a:r>
            <a:endParaRPr sz="1200">
              <a:solidFill>
                <a:srgbClr val="4C4C4C"/>
              </a:solidFill>
              <a:highlight>
                <a:srgbClr val="FFFFFF"/>
              </a:highlight>
              <a:latin typeface="Overpass"/>
              <a:ea typeface="Overpass"/>
              <a:cs typeface="Overpass"/>
              <a:sym typeface="Overpass"/>
            </a:endParaRPr>
          </a:p>
          <a:p>
            <a:pPr indent="0" lvl="0" marL="0" rtl="0" algn="l">
              <a:lnSpc>
                <a:spcPct val="142857"/>
              </a:lnSpc>
              <a:spcBef>
                <a:spcPts val="2300"/>
              </a:spcBef>
              <a:spcAft>
                <a:spcPts val="0"/>
              </a:spcAft>
              <a:buClr>
                <a:schemeClr val="dk1"/>
              </a:buClr>
              <a:buSzPts val="1100"/>
              <a:buFont typeface="Arial"/>
              <a:buNone/>
            </a:pPr>
            <a:r>
              <a:rPr b="1" lang="en" sz="1200">
                <a:solidFill>
                  <a:srgbClr val="4C4C4C"/>
                </a:solidFill>
                <a:highlight>
                  <a:srgbClr val="FFFFFF"/>
                </a:highlight>
                <a:latin typeface="Overpass"/>
                <a:ea typeface="Overpass"/>
                <a:cs typeface="Overpass"/>
                <a:sym typeface="Overpass"/>
              </a:rPr>
              <a:t>Global transaction</a:t>
            </a:r>
            <a:endParaRPr b="1" sz="1200">
              <a:solidFill>
                <a:srgbClr val="4C4C4C"/>
              </a:solidFill>
              <a:highlight>
                <a:srgbClr val="FFFFFF"/>
              </a:highlight>
              <a:latin typeface="Overpass"/>
              <a:ea typeface="Overpass"/>
              <a:cs typeface="Overpass"/>
              <a:sym typeface="Overpass"/>
            </a:endParaRPr>
          </a:p>
          <a:p>
            <a:pPr indent="0" lvl="0" marL="0" rtl="0" algn="l">
              <a:lnSpc>
                <a:spcPct val="142857"/>
              </a:lnSpc>
              <a:spcBef>
                <a:spcPts val="1500"/>
              </a:spcBef>
              <a:spcAft>
                <a:spcPts val="0"/>
              </a:spcAft>
              <a:buClr>
                <a:schemeClr val="dk1"/>
              </a:buClr>
              <a:buSzPts val="1100"/>
              <a:buFont typeface="Arial"/>
              <a:buNone/>
            </a:pPr>
            <a:r>
              <a:rPr lang="en" sz="1200">
                <a:solidFill>
                  <a:srgbClr val="4C4C4C"/>
                </a:solidFill>
                <a:highlight>
                  <a:srgbClr val="FFFFFF"/>
                </a:highlight>
                <a:latin typeface="Overpass"/>
                <a:ea typeface="Overpass"/>
                <a:cs typeface="Overpass"/>
                <a:sym typeface="Overpass"/>
              </a:rPr>
              <a:t>A transaction that spans over multiple resources, such as one database and one messaging system.</a:t>
            </a:r>
            <a:endParaRPr sz="1200">
              <a:solidFill>
                <a:srgbClr val="4C4C4C"/>
              </a:solidFill>
              <a:highlight>
                <a:srgbClr val="FFFFFF"/>
              </a:highlight>
              <a:latin typeface="Overpass"/>
              <a:ea typeface="Overpass"/>
              <a:cs typeface="Overpass"/>
              <a:sym typeface="Overpass"/>
            </a:endParaRPr>
          </a:p>
          <a:p>
            <a:pPr indent="0" lvl="0" marL="0" rtl="0" algn="l">
              <a:spcBef>
                <a:spcPts val="2300"/>
              </a:spcBef>
              <a:spcAft>
                <a:spcPts val="10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1" name="Shape 4871"/>
        <p:cNvGrpSpPr/>
        <p:nvPr/>
      </p:nvGrpSpPr>
      <p:grpSpPr>
        <a:xfrm>
          <a:off x="0" y="0"/>
          <a:ext cx="0" cy="0"/>
          <a:chOff x="0" y="0"/>
          <a:chExt cx="0" cy="0"/>
        </a:xfrm>
      </p:grpSpPr>
      <p:sp>
        <p:nvSpPr>
          <p:cNvPr id="4872" name="Google Shape;4872;p383"/>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Exchange and translate data</a:t>
            </a:r>
            <a:endParaRPr sz="3600"/>
          </a:p>
        </p:txBody>
      </p:sp>
      <p:sp>
        <p:nvSpPr>
          <p:cNvPr id="4873" name="Google Shape;4873;p38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74" name="Google Shape;4874;p38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Message processing</a:t>
            </a:r>
            <a:endParaRPr sz="2000"/>
          </a:p>
        </p:txBody>
      </p:sp>
      <p:sp>
        <p:nvSpPr>
          <p:cNvPr id="4875" name="Google Shape;4875;p383"/>
          <p:cNvSpPr txBox="1"/>
          <p:nvPr>
            <p:ph idx="4" type="body"/>
          </p:nvPr>
        </p:nvSpPr>
        <p:spPr>
          <a:xfrm>
            <a:off x="2438400" y="2057400"/>
            <a:ext cx="7315200" cy="18579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a:t>Data Formats - </a:t>
            </a:r>
            <a:r>
              <a:rPr lang="en" sz="1300"/>
              <a:t>XML, JSON, Gson, Zipfile, Avro, </a:t>
            </a:r>
            <a:r>
              <a:rPr lang="en" sz="1300">
                <a:solidFill>
                  <a:schemeClr val="dk1"/>
                </a:solidFill>
              </a:rPr>
              <a:t>Protobuf, SOAP</a:t>
            </a:r>
            <a:endParaRPr sz="1300"/>
          </a:p>
          <a:p>
            <a:pPr indent="-317500" lvl="0" marL="457200" rtl="0" algn="l">
              <a:spcBef>
                <a:spcPts val="0"/>
              </a:spcBef>
              <a:spcAft>
                <a:spcPts val="0"/>
              </a:spcAft>
              <a:buSzPts val="1400"/>
              <a:buChar char="▸"/>
            </a:pPr>
            <a:r>
              <a:rPr lang="en"/>
              <a:t>Data Transformation - </a:t>
            </a:r>
            <a:r>
              <a:rPr lang="en" sz="1300"/>
              <a:t>XSLT, JSLT, </a:t>
            </a:r>
            <a:r>
              <a:rPr lang="en" sz="1300">
                <a:solidFill>
                  <a:schemeClr val="dk1"/>
                </a:solidFill>
              </a:rPr>
              <a:t>XJ</a:t>
            </a:r>
            <a:endParaRPr sz="1300"/>
          </a:p>
          <a:p>
            <a:pPr indent="-317500" lvl="0" marL="457200" rtl="0" algn="l">
              <a:spcBef>
                <a:spcPts val="0"/>
              </a:spcBef>
              <a:spcAft>
                <a:spcPts val="0"/>
              </a:spcAft>
              <a:buSzPts val="1400"/>
              <a:buChar char="▸"/>
            </a:pPr>
            <a:r>
              <a:rPr lang="en"/>
              <a:t>Expression languages - </a:t>
            </a:r>
            <a:r>
              <a:rPr lang="en" sz="1300"/>
              <a:t>JQ, JSONPath, XPath, XQuery</a:t>
            </a:r>
            <a:endParaRPr sz="1300"/>
          </a:p>
          <a:p>
            <a:pPr indent="-317500" lvl="0" marL="457200" rtl="0" algn="l">
              <a:spcBef>
                <a:spcPts val="0"/>
              </a:spcBef>
              <a:spcAft>
                <a:spcPts val="0"/>
              </a:spcAft>
              <a:buSzPts val="1400"/>
              <a:buChar char="▸"/>
            </a:pPr>
            <a:r>
              <a:rPr lang="en"/>
              <a:t>Data Mapping - </a:t>
            </a:r>
            <a:r>
              <a:rPr lang="en" sz="1300"/>
              <a:t>Bindy, Mapstruct, JAXB</a:t>
            </a:r>
            <a:endParaRPr sz="1300"/>
          </a:p>
          <a:p>
            <a:pPr indent="-317500" lvl="0" marL="457200" rtl="0" algn="l">
              <a:spcBef>
                <a:spcPts val="0"/>
              </a:spcBef>
              <a:spcAft>
                <a:spcPts val="0"/>
              </a:spcAft>
              <a:buSzPts val="1400"/>
              <a:buChar char="▸"/>
            </a:pPr>
            <a:r>
              <a:rPr lang="en"/>
              <a:t>Healthcare Data - </a:t>
            </a:r>
            <a:r>
              <a:rPr lang="en" sz="1300"/>
              <a:t>HL7, FHIR</a:t>
            </a:r>
            <a:endParaRPr sz="1300"/>
          </a:p>
          <a:p>
            <a:pPr indent="-317500" lvl="0" marL="457200" rtl="0" algn="l">
              <a:spcBef>
                <a:spcPts val="0"/>
              </a:spcBef>
              <a:spcAft>
                <a:spcPts val="0"/>
              </a:spcAft>
              <a:buSzPts val="1400"/>
              <a:buChar char="▸"/>
            </a:pPr>
            <a:r>
              <a:rPr lang="en"/>
              <a:t>Data Encryption - </a:t>
            </a:r>
            <a:r>
              <a:rPr lang="en" sz="1300"/>
              <a:t>PGP, JCE</a:t>
            </a:r>
            <a:endParaRPr sz="1300"/>
          </a:p>
        </p:txBody>
      </p:sp>
      <p:sp>
        <p:nvSpPr>
          <p:cNvPr id="4876" name="Google Shape;4876;p383"/>
          <p:cNvSpPr/>
          <p:nvPr/>
        </p:nvSpPr>
        <p:spPr>
          <a:xfrm>
            <a:off x="3104625" y="418095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Validation</a:t>
            </a:r>
            <a:endParaRPr sz="1600">
              <a:latin typeface="Red Hat Text"/>
              <a:ea typeface="Red Hat Text"/>
              <a:cs typeface="Red Hat Text"/>
              <a:sym typeface="Red Hat Text"/>
            </a:endParaRPr>
          </a:p>
        </p:txBody>
      </p:sp>
      <p:sp>
        <p:nvSpPr>
          <p:cNvPr id="4877" name="Google Shape;4877;p383"/>
          <p:cNvSpPr/>
          <p:nvPr/>
        </p:nvSpPr>
        <p:spPr>
          <a:xfrm>
            <a:off x="5154900" y="418095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Model Translation</a:t>
            </a:r>
            <a:endParaRPr sz="1600">
              <a:latin typeface="Red Hat Text"/>
              <a:ea typeface="Red Hat Text"/>
              <a:cs typeface="Red Hat Text"/>
              <a:sym typeface="Red Hat Text"/>
            </a:endParaRPr>
          </a:p>
        </p:txBody>
      </p:sp>
      <p:sp>
        <p:nvSpPr>
          <p:cNvPr id="4878" name="Google Shape;4878;p383"/>
          <p:cNvSpPr/>
          <p:nvPr/>
        </p:nvSpPr>
        <p:spPr>
          <a:xfrm>
            <a:off x="3104625" y="526295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Enrichment</a:t>
            </a:r>
            <a:endParaRPr sz="1600">
              <a:latin typeface="Red Hat Text"/>
              <a:ea typeface="Red Hat Text"/>
              <a:cs typeface="Red Hat Text"/>
              <a:sym typeface="Red Hat Text"/>
            </a:endParaRPr>
          </a:p>
        </p:txBody>
      </p:sp>
      <p:sp>
        <p:nvSpPr>
          <p:cNvPr id="4879" name="Google Shape;4879;p383"/>
          <p:cNvSpPr/>
          <p:nvPr/>
        </p:nvSpPr>
        <p:spPr>
          <a:xfrm>
            <a:off x="7205175" y="526295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Privacy</a:t>
            </a:r>
            <a:endParaRPr sz="1600">
              <a:latin typeface="Red Hat Text"/>
              <a:ea typeface="Red Hat Text"/>
              <a:cs typeface="Red Hat Text"/>
              <a:sym typeface="Red Hat Text"/>
            </a:endParaRPr>
          </a:p>
        </p:txBody>
      </p:sp>
      <p:sp>
        <p:nvSpPr>
          <p:cNvPr id="4880" name="Google Shape;4880;p383"/>
          <p:cNvSpPr/>
          <p:nvPr/>
        </p:nvSpPr>
        <p:spPr>
          <a:xfrm>
            <a:off x="7205175" y="418095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Integrity</a:t>
            </a:r>
            <a:endParaRPr sz="1600">
              <a:latin typeface="Red Hat Text"/>
              <a:ea typeface="Red Hat Text"/>
              <a:cs typeface="Red Hat Text"/>
              <a:sym typeface="Red Hat Text"/>
            </a:endParaRPr>
          </a:p>
        </p:txBody>
      </p:sp>
      <p:sp>
        <p:nvSpPr>
          <p:cNvPr id="4881" name="Google Shape;4881;p383"/>
          <p:cNvSpPr/>
          <p:nvPr/>
        </p:nvSpPr>
        <p:spPr>
          <a:xfrm>
            <a:off x="5154900" y="5262950"/>
            <a:ext cx="1882200" cy="90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ed Hat Text"/>
                <a:ea typeface="Red Hat Text"/>
                <a:cs typeface="Red Hat Text"/>
                <a:sym typeface="Red Hat Text"/>
              </a:rPr>
              <a:t>Data Filtering</a:t>
            </a:r>
            <a:endParaRPr sz="1600">
              <a:latin typeface="Red Hat Text"/>
              <a:ea typeface="Red Hat Text"/>
              <a:cs typeface="Red Hat Text"/>
              <a:sym typeface="Red Hat Tex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5" name="Shape 4885"/>
        <p:cNvGrpSpPr/>
        <p:nvPr/>
      </p:nvGrpSpPr>
      <p:grpSpPr>
        <a:xfrm>
          <a:off x="0" y="0"/>
          <a:ext cx="0" cy="0"/>
          <a:chOff x="0" y="0"/>
          <a:chExt cx="0" cy="0"/>
        </a:xfrm>
      </p:grpSpPr>
      <p:sp>
        <p:nvSpPr>
          <p:cNvPr id="4886" name="Google Shape;4886;p384"/>
          <p:cNvSpPr txBox="1"/>
          <p:nvPr>
            <p:ph type="title"/>
          </p:nvPr>
        </p:nvSpPr>
        <p:spPr>
          <a:xfrm>
            <a:off x="885050" y="6431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COMPONENT VIEW</a:t>
            </a:r>
            <a:endParaRPr sz="3600"/>
          </a:p>
        </p:txBody>
      </p:sp>
      <p:sp>
        <p:nvSpPr>
          <p:cNvPr id="4887" name="Google Shape;4887;p38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888" name="Google Shape;4888;p384"/>
          <p:cNvSpPr/>
          <p:nvPr/>
        </p:nvSpPr>
        <p:spPr>
          <a:xfrm>
            <a:off x="5608975" y="3069986"/>
            <a:ext cx="2129700" cy="511200"/>
          </a:xfrm>
          <a:prstGeom prst="rect">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ed Hat Text Medium"/>
                <a:ea typeface="Red Hat Text Medium"/>
                <a:cs typeface="Red Hat Text Medium"/>
                <a:sym typeface="Red Hat Text Medium"/>
              </a:rPr>
              <a:t>Camel for Spring Boot</a:t>
            </a:r>
            <a:endParaRPr>
              <a:solidFill>
                <a:schemeClr val="dk1"/>
              </a:solidFill>
              <a:latin typeface="Red Hat Text Medium"/>
              <a:ea typeface="Red Hat Text Medium"/>
              <a:cs typeface="Red Hat Text Medium"/>
              <a:sym typeface="Red Hat Text Medium"/>
            </a:endParaRPr>
          </a:p>
        </p:txBody>
      </p:sp>
      <p:sp>
        <p:nvSpPr>
          <p:cNvPr id="4889" name="Google Shape;4889;p384"/>
          <p:cNvSpPr/>
          <p:nvPr/>
        </p:nvSpPr>
        <p:spPr>
          <a:xfrm>
            <a:off x="3375919" y="3066874"/>
            <a:ext cx="2129700" cy="511200"/>
          </a:xfrm>
          <a:prstGeom prst="rect">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ed Hat Text Medium"/>
                <a:ea typeface="Red Hat Text Medium"/>
                <a:cs typeface="Red Hat Text Medium"/>
                <a:sym typeface="Red Hat Text Medium"/>
              </a:rPr>
              <a:t>Camel for Quarkus</a:t>
            </a:r>
            <a:endParaRPr>
              <a:solidFill>
                <a:schemeClr val="dk1"/>
              </a:solidFill>
              <a:latin typeface="Red Hat Text Medium"/>
              <a:ea typeface="Red Hat Text Medium"/>
              <a:cs typeface="Red Hat Text Medium"/>
              <a:sym typeface="Red Hat Text Medium"/>
            </a:endParaRPr>
          </a:p>
        </p:txBody>
      </p:sp>
      <p:sp>
        <p:nvSpPr>
          <p:cNvPr id="4890" name="Google Shape;4890;p384"/>
          <p:cNvSpPr/>
          <p:nvPr/>
        </p:nvSpPr>
        <p:spPr>
          <a:xfrm>
            <a:off x="3143250" y="3721575"/>
            <a:ext cx="4794600" cy="19725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Development tools</a:t>
            </a:r>
            <a:endParaRPr>
              <a:latin typeface="Red Hat Text"/>
              <a:ea typeface="Red Hat Text"/>
              <a:cs typeface="Red Hat Text"/>
              <a:sym typeface="Red Hat Text"/>
            </a:endParaRPr>
          </a:p>
        </p:txBody>
      </p:sp>
      <p:sp>
        <p:nvSpPr>
          <p:cNvPr id="4891" name="Google Shape;4891;p384"/>
          <p:cNvSpPr/>
          <p:nvPr/>
        </p:nvSpPr>
        <p:spPr>
          <a:xfrm>
            <a:off x="3359363" y="4155150"/>
            <a:ext cx="2129700" cy="406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ed Hat Text"/>
                <a:ea typeface="Red Hat Text"/>
                <a:cs typeface="Red Hat Text"/>
                <a:sym typeface="Red Hat Text"/>
              </a:rPr>
              <a:t>VS Code extensions</a:t>
            </a:r>
            <a:endParaRPr>
              <a:solidFill>
                <a:schemeClr val="dk1"/>
              </a:solidFill>
              <a:latin typeface="Red Hat Text"/>
              <a:ea typeface="Red Hat Text"/>
              <a:cs typeface="Red Hat Text"/>
              <a:sym typeface="Red Hat Text"/>
            </a:endParaRPr>
          </a:p>
        </p:txBody>
      </p:sp>
      <p:sp>
        <p:nvSpPr>
          <p:cNvPr id="4892" name="Google Shape;4892;p384"/>
          <p:cNvSpPr/>
          <p:nvPr/>
        </p:nvSpPr>
        <p:spPr>
          <a:xfrm>
            <a:off x="3359363" y="4642625"/>
            <a:ext cx="2129700" cy="406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ed Hat Text"/>
                <a:ea typeface="Red Hat Text"/>
                <a:cs typeface="Red Hat Text"/>
                <a:sym typeface="Red Hat Text"/>
              </a:rPr>
              <a:t>Maven plugins</a:t>
            </a:r>
            <a:endParaRPr>
              <a:solidFill>
                <a:schemeClr val="dk1"/>
              </a:solidFill>
              <a:latin typeface="Red Hat Text"/>
              <a:ea typeface="Red Hat Text"/>
              <a:cs typeface="Red Hat Text"/>
              <a:sym typeface="Red Hat Text"/>
            </a:endParaRPr>
          </a:p>
        </p:txBody>
      </p:sp>
      <p:sp>
        <p:nvSpPr>
          <p:cNvPr id="4893" name="Google Shape;4893;p384"/>
          <p:cNvSpPr/>
          <p:nvPr/>
        </p:nvSpPr>
        <p:spPr>
          <a:xfrm>
            <a:off x="5618513" y="4642625"/>
            <a:ext cx="2129700" cy="406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ed Hat Text"/>
                <a:ea typeface="Red Hat Text"/>
                <a:cs typeface="Red Hat Text"/>
                <a:sym typeface="Red Hat Text"/>
              </a:rPr>
              <a:t>Camel CLI</a:t>
            </a:r>
            <a:endParaRPr>
              <a:solidFill>
                <a:schemeClr val="dk1"/>
              </a:solidFill>
              <a:latin typeface="Red Hat Text"/>
              <a:ea typeface="Red Hat Text"/>
              <a:cs typeface="Red Hat Text"/>
              <a:sym typeface="Red Hat Text"/>
            </a:endParaRPr>
          </a:p>
        </p:txBody>
      </p:sp>
      <p:sp>
        <p:nvSpPr>
          <p:cNvPr id="4894" name="Google Shape;4894;p384"/>
          <p:cNvSpPr/>
          <p:nvPr/>
        </p:nvSpPr>
        <p:spPr>
          <a:xfrm>
            <a:off x="3143250" y="2008400"/>
            <a:ext cx="4794600" cy="9351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Management and monitoring tools</a:t>
            </a:r>
            <a:endParaRPr>
              <a:latin typeface="Red Hat Text"/>
              <a:ea typeface="Red Hat Text"/>
              <a:cs typeface="Red Hat Text"/>
              <a:sym typeface="Red Hat Text"/>
            </a:endParaRPr>
          </a:p>
        </p:txBody>
      </p:sp>
      <p:sp>
        <p:nvSpPr>
          <p:cNvPr id="4895" name="Google Shape;4895;p384"/>
          <p:cNvSpPr/>
          <p:nvPr/>
        </p:nvSpPr>
        <p:spPr>
          <a:xfrm>
            <a:off x="3585627" y="2454513"/>
            <a:ext cx="1710300" cy="406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Hawtio diagnostic console</a:t>
            </a:r>
            <a:endParaRPr>
              <a:latin typeface="Red Hat Text"/>
              <a:ea typeface="Red Hat Text"/>
              <a:cs typeface="Red Hat Text"/>
              <a:sym typeface="Red Hat Text"/>
            </a:endParaRPr>
          </a:p>
        </p:txBody>
      </p:sp>
      <p:sp>
        <p:nvSpPr>
          <p:cNvPr id="4896" name="Google Shape;4896;p384"/>
          <p:cNvSpPr txBox="1"/>
          <p:nvPr/>
        </p:nvSpPr>
        <p:spPr>
          <a:xfrm>
            <a:off x="885125" y="1196350"/>
            <a:ext cx="10422000" cy="705600"/>
          </a:xfrm>
          <a:prstGeom prst="rect">
            <a:avLst/>
          </a:prstGeom>
          <a:noFill/>
          <a:ln>
            <a:noFill/>
          </a:ln>
        </p:spPr>
        <p:txBody>
          <a:bodyPr anchorCtr="0" anchor="t" bIns="0" lIns="0" spcFirstLastPara="1" rIns="0" wrap="square" tIns="0">
            <a:noAutofit/>
          </a:bodyPr>
          <a:lstStyle/>
          <a:p>
            <a:pPr indent="0" lvl="0" marL="0" rtl="0" algn="ctr">
              <a:lnSpc>
                <a:spcPct val="140000"/>
              </a:lnSpc>
              <a:spcBef>
                <a:spcPts val="0"/>
              </a:spcBef>
              <a:spcAft>
                <a:spcPts val="500"/>
              </a:spcAft>
              <a:buNone/>
            </a:pPr>
            <a:r>
              <a:rPr lang="en" sz="2000">
                <a:solidFill>
                  <a:srgbClr val="EE0000"/>
                </a:solidFill>
                <a:latin typeface="Red Hat Display"/>
                <a:ea typeface="Red Hat Display"/>
                <a:cs typeface="Red Hat Display"/>
                <a:sym typeface="Red Hat Display"/>
              </a:rPr>
              <a:t>Red Hat build of Apache Camel</a:t>
            </a:r>
            <a:endParaRPr sz="2000">
              <a:solidFill>
                <a:srgbClr val="EE0000"/>
              </a:solidFill>
              <a:latin typeface="Red Hat Display"/>
              <a:ea typeface="Red Hat Display"/>
              <a:cs typeface="Red Hat Display"/>
              <a:sym typeface="Red Hat Display"/>
            </a:endParaRPr>
          </a:p>
        </p:txBody>
      </p:sp>
      <p:sp>
        <p:nvSpPr>
          <p:cNvPr id="4897" name="Google Shape;4897;p384"/>
          <p:cNvSpPr/>
          <p:nvPr/>
        </p:nvSpPr>
        <p:spPr>
          <a:xfrm>
            <a:off x="966075" y="1571625"/>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DSLs</a:t>
            </a:r>
            <a:endParaRPr>
              <a:latin typeface="Red Hat Text"/>
              <a:ea typeface="Red Hat Text"/>
              <a:cs typeface="Red Hat Text"/>
              <a:sym typeface="Red Hat Text"/>
            </a:endParaRPr>
          </a:p>
        </p:txBody>
      </p:sp>
      <p:sp>
        <p:nvSpPr>
          <p:cNvPr id="4898" name="Google Shape;4898;p384"/>
          <p:cNvSpPr/>
          <p:nvPr/>
        </p:nvSpPr>
        <p:spPr>
          <a:xfrm>
            <a:off x="966075" y="2749975"/>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Formats</a:t>
            </a:r>
            <a:endParaRPr>
              <a:latin typeface="Red Hat Text"/>
              <a:ea typeface="Red Hat Text"/>
              <a:cs typeface="Red Hat Text"/>
              <a:sym typeface="Red Hat Text"/>
            </a:endParaRPr>
          </a:p>
        </p:txBody>
      </p:sp>
      <p:sp>
        <p:nvSpPr>
          <p:cNvPr id="4899" name="Google Shape;4899;p384"/>
          <p:cNvSpPr/>
          <p:nvPr/>
        </p:nvSpPr>
        <p:spPr>
          <a:xfrm>
            <a:off x="966075" y="3339150"/>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Connectors</a:t>
            </a:r>
            <a:endParaRPr>
              <a:latin typeface="Red Hat Text"/>
              <a:ea typeface="Red Hat Text"/>
              <a:cs typeface="Red Hat Text"/>
              <a:sym typeface="Red Hat Text"/>
            </a:endParaRPr>
          </a:p>
        </p:txBody>
      </p:sp>
      <p:sp>
        <p:nvSpPr>
          <p:cNvPr id="4900" name="Google Shape;4900;p384"/>
          <p:cNvSpPr/>
          <p:nvPr/>
        </p:nvSpPr>
        <p:spPr>
          <a:xfrm>
            <a:off x="966075" y="4517500"/>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Kamelets</a:t>
            </a:r>
            <a:endParaRPr>
              <a:latin typeface="Red Hat Text"/>
              <a:ea typeface="Red Hat Text"/>
              <a:cs typeface="Red Hat Text"/>
              <a:sym typeface="Red Hat Text"/>
            </a:endParaRPr>
          </a:p>
        </p:txBody>
      </p:sp>
      <p:sp>
        <p:nvSpPr>
          <p:cNvPr id="4901" name="Google Shape;4901;p384"/>
          <p:cNvSpPr/>
          <p:nvPr/>
        </p:nvSpPr>
        <p:spPr>
          <a:xfrm>
            <a:off x="966075" y="2160800"/>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Expression Languages</a:t>
            </a:r>
            <a:endParaRPr>
              <a:latin typeface="Red Hat Text"/>
              <a:ea typeface="Red Hat Text"/>
              <a:cs typeface="Red Hat Text"/>
              <a:sym typeface="Red Hat Text"/>
            </a:endParaRPr>
          </a:p>
        </p:txBody>
      </p:sp>
      <p:sp>
        <p:nvSpPr>
          <p:cNvPr id="4902" name="Google Shape;4902;p384"/>
          <p:cNvSpPr/>
          <p:nvPr/>
        </p:nvSpPr>
        <p:spPr>
          <a:xfrm>
            <a:off x="966075" y="3928325"/>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EIPs</a:t>
            </a:r>
            <a:endParaRPr>
              <a:latin typeface="Red Hat Text"/>
              <a:ea typeface="Red Hat Text"/>
              <a:cs typeface="Red Hat Text"/>
              <a:sym typeface="Red Hat Text"/>
            </a:endParaRPr>
          </a:p>
        </p:txBody>
      </p:sp>
      <p:sp>
        <p:nvSpPr>
          <p:cNvPr id="4903" name="Google Shape;4903;p384"/>
          <p:cNvSpPr/>
          <p:nvPr/>
        </p:nvSpPr>
        <p:spPr>
          <a:xfrm>
            <a:off x="2902163" y="5993413"/>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CXF SOAP</a:t>
            </a:r>
            <a:endParaRPr>
              <a:latin typeface="Red Hat Text"/>
              <a:ea typeface="Red Hat Text"/>
              <a:cs typeface="Red Hat Text"/>
              <a:sym typeface="Red Hat Text"/>
            </a:endParaRPr>
          </a:p>
        </p:txBody>
      </p:sp>
      <p:sp>
        <p:nvSpPr>
          <p:cNvPr id="4904" name="Google Shape;4904;p384"/>
          <p:cNvSpPr/>
          <p:nvPr/>
        </p:nvSpPr>
        <p:spPr>
          <a:xfrm>
            <a:off x="5618513" y="4155150"/>
            <a:ext cx="2129700" cy="406500"/>
          </a:xfrm>
          <a:prstGeom prst="rect">
            <a:avLst/>
          </a:prstGeom>
          <a:solidFill>
            <a:schemeClr val="l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Red Hat Text"/>
                <a:ea typeface="Red Hat Text"/>
                <a:cs typeface="Red Hat Text"/>
                <a:sym typeface="Red Hat Text"/>
              </a:rPr>
              <a:t>Kaoto visual designer</a:t>
            </a:r>
            <a:endParaRPr>
              <a:solidFill>
                <a:schemeClr val="dk1"/>
              </a:solidFill>
              <a:latin typeface="Red Hat Text"/>
              <a:ea typeface="Red Hat Text"/>
              <a:cs typeface="Red Hat Text"/>
              <a:sym typeface="Red Hat Text"/>
            </a:endParaRPr>
          </a:p>
        </p:txBody>
      </p:sp>
      <p:sp>
        <p:nvSpPr>
          <p:cNvPr id="4905" name="Google Shape;4905;p384"/>
          <p:cNvSpPr/>
          <p:nvPr/>
        </p:nvSpPr>
        <p:spPr>
          <a:xfrm>
            <a:off x="4249588" y="5993413"/>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Narayana SpringBoot</a:t>
            </a:r>
            <a:endParaRPr>
              <a:latin typeface="Red Hat Text"/>
              <a:ea typeface="Red Hat Text"/>
              <a:cs typeface="Red Hat Text"/>
              <a:sym typeface="Red Hat Text"/>
            </a:endParaRPr>
          </a:p>
        </p:txBody>
      </p:sp>
      <p:sp>
        <p:nvSpPr>
          <p:cNvPr id="4906" name="Google Shape;4906;p384"/>
          <p:cNvSpPr/>
          <p:nvPr/>
        </p:nvSpPr>
        <p:spPr>
          <a:xfrm>
            <a:off x="966075" y="5106675"/>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Pipes</a:t>
            </a:r>
            <a:endParaRPr>
              <a:latin typeface="Red Hat Text"/>
              <a:ea typeface="Red Hat Text"/>
              <a:cs typeface="Red Hat Text"/>
              <a:sym typeface="Red Hat Text"/>
            </a:endParaRPr>
          </a:p>
        </p:txBody>
      </p:sp>
      <p:sp>
        <p:nvSpPr>
          <p:cNvPr id="4907" name="Google Shape;4907;p384"/>
          <p:cNvSpPr/>
          <p:nvPr/>
        </p:nvSpPr>
        <p:spPr>
          <a:xfrm rot="-5400000">
            <a:off x="7285550" y="3518600"/>
            <a:ext cx="3227400" cy="5118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Developer Hub (Backstage)</a:t>
            </a:r>
            <a:endParaRPr>
              <a:latin typeface="Red Hat Text"/>
              <a:ea typeface="Red Hat Text"/>
              <a:cs typeface="Red Hat Text"/>
              <a:sym typeface="Red Hat Text"/>
            </a:endParaRPr>
          </a:p>
        </p:txBody>
      </p:sp>
      <p:sp>
        <p:nvSpPr>
          <p:cNvPr id="4908" name="Google Shape;4908;p384"/>
          <p:cNvSpPr/>
          <p:nvPr/>
        </p:nvSpPr>
        <p:spPr>
          <a:xfrm>
            <a:off x="5807250" y="2456063"/>
            <a:ext cx="1758900" cy="4065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Red Hat build of OpenTelemetry</a:t>
            </a:r>
            <a:endParaRPr>
              <a:latin typeface="Red Hat Text"/>
              <a:ea typeface="Red Hat Text"/>
              <a:cs typeface="Red Hat Text"/>
              <a:sym typeface="Red Hat Text"/>
            </a:endParaRPr>
          </a:p>
        </p:txBody>
      </p:sp>
      <p:sp>
        <p:nvSpPr>
          <p:cNvPr id="4909" name="Google Shape;4909;p384"/>
          <p:cNvSpPr/>
          <p:nvPr/>
        </p:nvSpPr>
        <p:spPr>
          <a:xfrm>
            <a:off x="966075" y="5695850"/>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Health Checks</a:t>
            </a:r>
            <a:endParaRPr>
              <a:latin typeface="Red Hat Text"/>
              <a:ea typeface="Red Hat Text"/>
              <a:cs typeface="Red Hat Text"/>
              <a:sym typeface="Red Hat Text"/>
            </a:endParaRPr>
          </a:p>
        </p:txBody>
      </p:sp>
      <p:sp>
        <p:nvSpPr>
          <p:cNvPr id="4910" name="Google Shape;4910;p384"/>
          <p:cNvSpPr/>
          <p:nvPr/>
        </p:nvSpPr>
        <p:spPr>
          <a:xfrm>
            <a:off x="5597013" y="6018763"/>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Undertow</a:t>
            </a:r>
            <a:endParaRPr>
              <a:latin typeface="Red Hat Text"/>
              <a:ea typeface="Red Hat Text"/>
              <a:cs typeface="Red Hat Text"/>
              <a:sym typeface="Red Hat Text"/>
            </a:endParaRPr>
          </a:p>
        </p:txBody>
      </p:sp>
      <p:sp>
        <p:nvSpPr>
          <p:cNvPr id="4911" name="Google Shape;4911;p384"/>
          <p:cNvSpPr/>
          <p:nvPr/>
        </p:nvSpPr>
        <p:spPr>
          <a:xfrm>
            <a:off x="6944438" y="6018763"/>
            <a:ext cx="1243800" cy="51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Jolokia</a:t>
            </a:r>
            <a:endParaRPr>
              <a:latin typeface="Red Hat Text"/>
              <a:ea typeface="Red Hat Text"/>
              <a:cs typeface="Red Hat Text"/>
              <a:sym typeface="Red Hat Text"/>
            </a:endParaRPr>
          </a:p>
        </p:txBody>
      </p:sp>
      <p:sp>
        <p:nvSpPr>
          <p:cNvPr id="4912" name="Google Shape;4912;p384"/>
          <p:cNvSpPr/>
          <p:nvPr/>
        </p:nvSpPr>
        <p:spPr>
          <a:xfrm rot="-5400000">
            <a:off x="7906875" y="3518600"/>
            <a:ext cx="3227400" cy="5118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OpenShift Application Platform</a:t>
            </a:r>
            <a:endParaRPr>
              <a:latin typeface="Red Hat Text"/>
              <a:ea typeface="Red Hat Text"/>
              <a:cs typeface="Red Hat Text"/>
              <a:sym typeface="Red Hat Text"/>
            </a:endParaRPr>
          </a:p>
        </p:txBody>
      </p:sp>
      <p:sp>
        <p:nvSpPr>
          <p:cNvPr id="4913" name="Google Shape;4913;p384"/>
          <p:cNvSpPr/>
          <p:nvPr/>
        </p:nvSpPr>
        <p:spPr>
          <a:xfrm>
            <a:off x="5621850" y="5125075"/>
            <a:ext cx="2129700" cy="4065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OpenShift Dev Spaces</a:t>
            </a:r>
            <a:endParaRPr>
              <a:latin typeface="Red Hat Text"/>
              <a:ea typeface="Red Hat Text"/>
              <a:cs typeface="Red Hat Text"/>
              <a:sym typeface="Red Hat Text"/>
            </a:endParaRPr>
          </a:p>
        </p:txBody>
      </p:sp>
      <p:sp>
        <p:nvSpPr>
          <p:cNvPr id="4914" name="Google Shape;4914;p384"/>
          <p:cNvSpPr/>
          <p:nvPr/>
        </p:nvSpPr>
        <p:spPr>
          <a:xfrm>
            <a:off x="9774425" y="3667375"/>
            <a:ext cx="1758900" cy="4065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OpenShift Pipelines &amp; GitOps</a:t>
            </a:r>
            <a:endParaRPr>
              <a:latin typeface="Red Hat Text"/>
              <a:ea typeface="Red Hat Text"/>
              <a:cs typeface="Red Hat Text"/>
              <a:sym typeface="Red Hat Text"/>
            </a:endParaRPr>
          </a:p>
        </p:txBody>
      </p:sp>
      <p:sp>
        <p:nvSpPr>
          <p:cNvPr id="4915" name="Google Shape;4915;p384"/>
          <p:cNvSpPr/>
          <p:nvPr/>
        </p:nvSpPr>
        <p:spPr>
          <a:xfrm>
            <a:off x="3359375" y="5130100"/>
            <a:ext cx="2129700" cy="4065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Podman Desktop</a:t>
            </a:r>
            <a:endParaRPr>
              <a:latin typeface="Red Hat Text"/>
              <a:ea typeface="Red Hat Text"/>
              <a:cs typeface="Red Hat Text"/>
              <a:sym typeface="Red Hat Text"/>
            </a:endParaRPr>
          </a:p>
        </p:txBody>
      </p:sp>
      <p:sp>
        <p:nvSpPr>
          <p:cNvPr id="4916" name="Google Shape;4916;p384"/>
          <p:cNvSpPr/>
          <p:nvPr/>
        </p:nvSpPr>
        <p:spPr>
          <a:xfrm>
            <a:off x="9774425" y="3073350"/>
            <a:ext cx="1758900" cy="4065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OpenShift Service Mesh</a:t>
            </a:r>
            <a:endParaRPr>
              <a:latin typeface="Red Hat Text"/>
              <a:ea typeface="Red Hat Text"/>
              <a:cs typeface="Red Hat Text"/>
              <a:sym typeface="Red Hat Text"/>
            </a:endParaRPr>
          </a:p>
        </p:txBody>
      </p:sp>
      <p:sp>
        <p:nvSpPr>
          <p:cNvPr id="4917" name="Google Shape;4917;p384"/>
          <p:cNvSpPr/>
          <p:nvPr/>
        </p:nvSpPr>
        <p:spPr>
          <a:xfrm>
            <a:off x="9774425" y="2479325"/>
            <a:ext cx="1758900" cy="406500"/>
          </a:xfrm>
          <a:prstGeom prst="rect">
            <a:avLst/>
          </a:prstGeom>
          <a:solidFill>
            <a:schemeClr val="lt1"/>
          </a:solidFill>
          <a:ln cap="flat" cmpd="sng" w="9525">
            <a:solidFill>
              <a:schemeClr val="accen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OpenShift Serverless</a:t>
            </a:r>
            <a:endParaRPr>
              <a:latin typeface="Red Hat Text"/>
              <a:ea typeface="Red Hat Text"/>
              <a:cs typeface="Red Hat Text"/>
              <a:sym typeface="Red Hat Tex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1" name="Shape 4921"/>
        <p:cNvGrpSpPr/>
        <p:nvPr/>
      </p:nvGrpSpPr>
      <p:grpSpPr>
        <a:xfrm>
          <a:off x="0" y="0"/>
          <a:ext cx="0" cy="0"/>
          <a:chOff x="0" y="0"/>
          <a:chExt cx="0" cy="0"/>
        </a:xfrm>
      </p:grpSpPr>
      <p:sp>
        <p:nvSpPr>
          <p:cNvPr id="4922" name="Google Shape;4922;p385"/>
          <p:cNvSpPr txBox="1"/>
          <p:nvPr>
            <p:ph idx="4294967295" type="title"/>
          </p:nvPr>
        </p:nvSpPr>
        <p:spPr>
          <a:xfrm>
            <a:off x="1752600" y="946000"/>
            <a:ext cx="8686800" cy="968100"/>
          </a:xfrm>
          <a:prstGeom prst="rect">
            <a:avLst/>
          </a:prstGeom>
        </p:spPr>
        <p:txBody>
          <a:bodyPr anchorCtr="0" anchor="t" bIns="0" lIns="0" spcFirstLastPara="1" rIns="0" wrap="square" tIns="0">
            <a:noAutofit/>
          </a:bodyPr>
          <a:lstStyle/>
          <a:p>
            <a:pPr indent="0" lvl="0" marL="0" marR="0" rtl="0" algn="ctr">
              <a:lnSpc>
                <a:spcPct val="130000"/>
              </a:lnSpc>
              <a:spcBef>
                <a:spcPts val="0"/>
              </a:spcBef>
              <a:spcAft>
                <a:spcPts val="0"/>
              </a:spcAft>
              <a:buNone/>
            </a:pPr>
            <a:r>
              <a:rPr lang="en" sz="3600">
                <a:solidFill>
                  <a:srgbClr val="000000"/>
                </a:solidFill>
              </a:rPr>
              <a:t>Camel with Kamelets</a:t>
            </a:r>
            <a:endParaRPr sz="3600">
              <a:solidFill>
                <a:srgbClr val="000000"/>
              </a:solidFill>
            </a:endParaRPr>
          </a:p>
        </p:txBody>
      </p:sp>
      <p:sp>
        <p:nvSpPr>
          <p:cNvPr id="4923" name="Google Shape;4923;p385"/>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924" name="Google Shape;4924;p385"/>
          <p:cNvSpPr txBox="1"/>
          <p:nvPr/>
        </p:nvSpPr>
        <p:spPr>
          <a:xfrm>
            <a:off x="7156725" y="1914100"/>
            <a:ext cx="3912600" cy="816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2000">
                <a:solidFill>
                  <a:srgbClr val="1A1A1A"/>
                </a:solidFill>
                <a:latin typeface="Red Hat Text"/>
                <a:ea typeface="Red Hat Text"/>
                <a:cs typeface="Red Hat Text"/>
                <a:sym typeface="Red Hat Text"/>
              </a:rPr>
              <a:t>Use Kamelets where you need, as sources, sinks, or mid-flow actions</a:t>
            </a:r>
            <a:endParaRPr sz="2000">
              <a:solidFill>
                <a:srgbClr val="1A1A1A"/>
              </a:solidFill>
              <a:latin typeface="Red Hat Text"/>
              <a:ea typeface="Red Hat Text"/>
              <a:cs typeface="Red Hat Text"/>
              <a:sym typeface="Red Hat Text"/>
            </a:endParaRPr>
          </a:p>
          <a:p>
            <a:pPr indent="0" lvl="0" marL="0" rtl="0" algn="l">
              <a:lnSpc>
                <a:spcPct val="100000"/>
              </a:lnSpc>
              <a:spcBef>
                <a:spcPts val="500"/>
              </a:spcBef>
              <a:spcAft>
                <a:spcPts val="0"/>
              </a:spcAft>
              <a:buNone/>
            </a:pPr>
            <a:r>
              <a:t/>
            </a:r>
            <a:endParaRPr sz="2000">
              <a:solidFill>
                <a:srgbClr val="24292E"/>
              </a:solidFill>
              <a:latin typeface="Red Hat Text"/>
              <a:ea typeface="Red Hat Text"/>
              <a:cs typeface="Red Hat Text"/>
              <a:sym typeface="Red Hat Text"/>
            </a:endParaRPr>
          </a:p>
          <a:p>
            <a:pPr indent="0" lvl="0" marL="0" rtl="0" algn="l">
              <a:lnSpc>
                <a:spcPct val="115000"/>
              </a:lnSpc>
              <a:spcBef>
                <a:spcPts val="1100"/>
              </a:spcBef>
              <a:spcAft>
                <a:spcPts val="1100"/>
              </a:spcAft>
              <a:buNone/>
            </a:pPr>
            <a:r>
              <a:t/>
            </a:r>
            <a:endParaRPr sz="1900">
              <a:solidFill>
                <a:srgbClr val="434343"/>
              </a:solidFill>
              <a:latin typeface="Red Hat Text"/>
              <a:ea typeface="Red Hat Text"/>
              <a:cs typeface="Red Hat Text"/>
              <a:sym typeface="Red Hat Text"/>
            </a:endParaRPr>
          </a:p>
        </p:txBody>
      </p:sp>
      <p:grpSp>
        <p:nvGrpSpPr>
          <p:cNvPr id="4925" name="Google Shape;4925;p385"/>
          <p:cNvGrpSpPr/>
          <p:nvPr/>
        </p:nvGrpSpPr>
        <p:grpSpPr>
          <a:xfrm>
            <a:off x="856047" y="2978650"/>
            <a:ext cx="10479900" cy="3307150"/>
            <a:chOff x="856047" y="3207250"/>
            <a:chExt cx="10479900" cy="3307150"/>
          </a:xfrm>
        </p:grpSpPr>
        <p:grpSp>
          <p:nvGrpSpPr>
            <p:cNvPr id="4926" name="Google Shape;4926;p385"/>
            <p:cNvGrpSpPr/>
            <p:nvPr/>
          </p:nvGrpSpPr>
          <p:grpSpPr>
            <a:xfrm>
              <a:off x="856047" y="3207250"/>
              <a:ext cx="10479900" cy="2198400"/>
              <a:chOff x="904972" y="2868425"/>
              <a:chExt cx="10479900" cy="2198400"/>
            </a:xfrm>
          </p:grpSpPr>
          <p:sp>
            <p:nvSpPr>
              <p:cNvPr id="4927" name="Google Shape;4927;p385"/>
              <p:cNvSpPr/>
              <p:nvPr/>
            </p:nvSpPr>
            <p:spPr>
              <a:xfrm>
                <a:off x="2974025" y="3102425"/>
                <a:ext cx="6259500" cy="1964400"/>
              </a:xfrm>
              <a:prstGeom prst="roundRect">
                <a:avLst>
                  <a:gd fmla="val 4905" name="adj"/>
                </a:avLst>
              </a:prstGeom>
              <a:solidFill>
                <a:srgbClr val="EBEB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latin typeface="Red Hat Text"/>
                  <a:ea typeface="Red Hat Text"/>
                  <a:cs typeface="Red Hat Text"/>
                  <a:sym typeface="Red Hat Text"/>
                </a:endParaRPr>
              </a:p>
            </p:txBody>
          </p:sp>
          <p:grpSp>
            <p:nvGrpSpPr>
              <p:cNvPr id="4928" name="Google Shape;4928;p385"/>
              <p:cNvGrpSpPr/>
              <p:nvPr/>
            </p:nvGrpSpPr>
            <p:grpSpPr>
              <a:xfrm>
                <a:off x="2796300" y="3503050"/>
                <a:ext cx="1041000" cy="1193700"/>
                <a:chOff x="796025" y="2908525"/>
                <a:chExt cx="1041000" cy="1193700"/>
              </a:xfrm>
            </p:grpSpPr>
            <p:sp>
              <p:nvSpPr>
                <p:cNvPr id="4929" name="Google Shape;4929;p385"/>
                <p:cNvSpPr/>
                <p:nvPr/>
              </p:nvSpPr>
              <p:spPr>
                <a:xfrm>
                  <a:off x="796025" y="2908525"/>
                  <a:ext cx="1041000" cy="1193700"/>
                </a:xfrm>
                <a:prstGeom prst="foldedCorner">
                  <a:avLst>
                    <a:gd fmla="val 16667" name="adj"/>
                  </a:avLst>
                </a:prstGeom>
                <a:solidFill>
                  <a:schemeClr val="lt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385"/>
                <p:cNvSpPr txBox="1"/>
                <p:nvPr/>
              </p:nvSpPr>
              <p:spPr>
                <a:xfrm>
                  <a:off x="888650" y="3667734"/>
                  <a:ext cx="864000" cy="3219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1600">
                      <a:solidFill>
                        <a:srgbClr val="EE0000"/>
                      </a:solidFill>
                      <a:latin typeface="Red Hat Display"/>
                      <a:ea typeface="Red Hat Display"/>
                      <a:cs typeface="Red Hat Display"/>
                      <a:sym typeface="Red Hat Display"/>
                    </a:rPr>
                    <a:t>Source</a:t>
                  </a:r>
                  <a:endParaRPr sz="1600">
                    <a:solidFill>
                      <a:srgbClr val="EE0000"/>
                    </a:solidFill>
                    <a:latin typeface="Red Hat Display"/>
                    <a:ea typeface="Red Hat Display"/>
                    <a:cs typeface="Red Hat Display"/>
                    <a:sym typeface="Red Hat Display"/>
                  </a:endParaRPr>
                </a:p>
              </p:txBody>
            </p:sp>
            <p:pic>
              <p:nvPicPr>
                <p:cNvPr id="4931" name="Google Shape;4931;p385"/>
                <p:cNvPicPr preferRelativeResize="0"/>
                <p:nvPr/>
              </p:nvPicPr>
              <p:blipFill rotWithShape="1">
                <a:blip r:embed="rId3">
                  <a:alphaModFix/>
                </a:blip>
                <a:srcRect b="0" l="0" r="0" t="0"/>
                <a:stretch/>
              </p:blipFill>
              <p:spPr>
                <a:xfrm>
                  <a:off x="884525" y="2984725"/>
                  <a:ext cx="864000" cy="864000"/>
                </a:xfrm>
                <a:prstGeom prst="rect">
                  <a:avLst/>
                </a:prstGeom>
                <a:noFill/>
                <a:ln>
                  <a:noFill/>
                </a:ln>
              </p:spPr>
            </p:pic>
          </p:grpSp>
          <p:grpSp>
            <p:nvGrpSpPr>
              <p:cNvPr id="4932" name="Google Shape;4932;p385"/>
              <p:cNvGrpSpPr/>
              <p:nvPr/>
            </p:nvGrpSpPr>
            <p:grpSpPr>
              <a:xfrm>
                <a:off x="8366350" y="3503050"/>
                <a:ext cx="1041000" cy="1193700"/>
                <a:chOff x="2396225" y="4127725"/>
                <a:chExt cx="1041000" cy="1193700"/>
              </a:xfrm>
            </p:grpSpPr>
            <p:sp>
              <p:nvSpPr>
                <p:cNvPr id="4933" name="Google Shape;4933;p385"/>
                <p:cNvSpPr/>
                <p:nvPr/>
              </p:nvSpPr>
              <p:spPr>
                <a:xfrm>
                  <a:off x="2396225" y="4127725"/>
                  <a:ext cx="1041000" cy="1193700"/>
                </a:xfrm>
                <a:prstGeom prst="foldedCorner">
                  <a:avLst>
                    <a:gd fmla="val 16667" name="adj"/>
                  </a:avLst>
                </a:prstGeom>
                <a:solidFill>
                  <a:schemeClr val="lt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34" name="Google Shape;4934;p385"/>
                <p:cNvPicPr preferRelativeResize="0"/>
                <p:nvPr/>
              </p:nvPicPr>
              <p:blipFill rotWithShape="1">
                <a:blip r:embed="rId4">
                  <a:alphaModFix/>
                </a:blip>
                <a:srcRect b="0" l="0" r="0" t="0"/>
                <a:stretch/>
              </p:blipFill>
              <p:spPr>
                <a:xfrm>
                  <a:off x="2484723" y="4127734"/>
                  <a:ext cx="864000" cy="863972"/>
                </a:xfrm>
                <a:prstGeom prst="rect">
                  <a:avLst/>
                </a:prstGeom>
                <a:noFill/>
                <a:ln>
                  <a:noFill/>
                </a:ln>
              </p:spPr>
            </p:pic>
            <p:sp>
              <p:nvSpPr>
                <p:cNvPr id="4935" name="Google Shape;4935;p385"/>
                <p:cNvSpPr txBox="1"/>
                <p:nvPr/>
              </p:nvSpPr>
              <p:spPr>
                <a:xfrm>
                  <a:off x="2488850" y="4882171"/>
                  <a:ext cx="864000" cy="3219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1600">
                      <a:solidFill>
                        <a:srgbClr val="EE0000"/>
                      </a:solidFill>
                      <a:latin typeface="Red Hat Display"/>
                      <a:ea typeface="Red Hat Display"/>
                      <a:cs typeface="Red Hat Display"/>
                      <a:sym typeface="Red Hat Display"/>
                    </a:rPr>
                    <a:t>Sink</a:t>
                  </a:r>
                  <a:endParaRPr sz="1600">
                    <a:solidFill>
                      <a:srgbClr val="EE0000"/>
                    </a:solidFill>
                    <a:latin typeface="Red Hat Display"/>
                    <a:ea typeface="Red Hat Display"/>
                    <a:cs typeface="Red Hat Display"/>
                    <a:sym typeface="Red Hat Display"/>
                  </a:endParaRPr>
                </a:p>
              </p:txBody>
            </p:sp>
          </p:grpSp>
          <p:grpSp>
            <p:nvGrpSpPr>
              <p:cNvPr id="4936" name="Google Shape;4936;p385"/>
              <p:cNvGrpSpPr/>
              <p:nvPr/>
            </p:nvGrpSpPr>
            <p:grpSpPr>
              <a:xfrm>
                <a:off x="5581325" y="3498457"/>
                <a:ext cx="1041000" cy="1202880"/>
                <a:chOff x="3920225" y="4118545"/>
                <a:chExt cx="1041000" cy="1202880"/>
              </a:xfrm>
            </p:grpSpPr>
            <p:sp>
              <p:nvSpPr>
                <p:cNvPr id="4937" name="Google Shape;4937;p385"/>
                <p:cNvSpPr/>
                <p:nvPr/>
              </p:nvSpPr>
              <p:spPr>
                <a:xfrm>
                  <a:off x="3920225" y="4127725"/>
                  <a:ext cx="1041000" cy="1193700"/>
                </a:xfrm>
                <a:prstGeom prst="foldedCorner">
                  <a:avLst>
                    <a:gd fmla="val 16667" name="adj"/>
                  </a:avLst>
                </a:prstGeom>
                <a:solidFill>
                  <a:schemeClr val="lt1"/>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500"/>
                </a:p>
              </p:txBody>
            </p:sp>
            <p:pic>
              <p:nvPicPr>
                <p:cNvPr id="4938" name="Google Shape;4938;p385"/>
                <p:cNvPicPr preferRelativeResize="0"/>
                <p:nvPr/>
              </p:nvPicPr>
              <p:blipFill>
                <a:blip r:embed="rId5">
                  <a:alphaModFix/>
                </a:blip>
                <a:stretch>
                  <a:fillRect/>
                </a:stretch>
              </p:blipFill>
              <p:spPr>
                <a:xfrm>
                  <a:off x="4016934" y="4118545"/>
                  <a:ext cx="864000" cy="866357"/>
                </a:xfrm>
                <a:prstGeom prst="rect">
                  <a:avLst/>
                </a:prstGeom>
                <a:noFill/>
                <a:ln>
                  <a:noFill/>
                </a:ln>
              </p:spPr>
            </p:pic>
            <p:sp>
              <p:nvSpPr>
                <p:cNvPr id="4939" name="Google Shape;4939;p385"/>
                <p:cNvSpPr txBox="1"/>
                <p:nvPr/>
              </p:nvSpPr>
              <p:spPr>
                <a:xfrm>
                  <a:off x="4012850" y="4882171"/>
                  <a:ext cx="864000" cy="3219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1600">
                      <a:solidFill>
                        <a:srgbClr val="EE0000"/>
                      </a:solidFill>
                      <a:latin typeface="Red Hat Display"/>
                      <a:ea typeface="Red Hat Display"/>
                      <a:cs typeface="Red Hat Display"/>
                      <a:sym typeface="Red Hat Display"/>
                    </a:rPr>
                    <a:t>Action</a:t>
                  </a:r>
                  <a:endParaRPr sz="1600">
                    <a:solidFill>
                      <a:srgbClr val="EE0000"/>
                    </a:solidFill>
                    <a:latin typeface="Red Hat Display"/>
                    <a:ea typeface="Red Hat Display"/>
                    <a:cs typeface="Red Hat Display"/>
                    <a:sym typeface="Red Hat Display"/>
                  </a:endParaRPr>
                </a:p>
              </p:txBody>
            </p:sp>
          </p:grpSp>
          <p:grpSp>
            <p:nvGrpSpPr>
              <p:cNvPr id="4940" name="Google Shape;4940;p385"/>
              <p:cNvGrpSpPr/>
              <p:nvPr/>
            </p:nvGrpSpPr>
            <p:grpSpPr>
              <a:xfrm>
                <a:off x="3565751" y="3340155"/>
                <a:ext cx="903391" cy="654177"/>
                <a:chOff x="955925" y="1341887"/>
                <a:chExt cx="1166720" cy="844863"/>
              </a:xfrm>
            </p:grpSpPr>
            <p:pic>
              <p:nvPicPr>
                <p:cNvPr id="4941" name="Google Shape;4941;p385"/>
                <p:cNvPicPr preferRelativeResize="0"/>
                <p:nvPr/>
              </p:nvPicPr>
              <p:blipFill>
                <a:blip r:embed="rId6">
                  <a:alphaModFix/>
                </a:blip>
                <a:stretch>
                  <a:fillRect/>
                </a:stretch>
              </p:blipFill>
              <p:spPr>
                <a:xfrm>
                  <a:off x="955925" y="1341887"/>
                  <a:ext cx="787150" cy="782300"/>
                </a:xfrm>
                <a:prstGeom prst="rect">
                  <a:avLst/>
                </a:prstGeom>
                <a:noFill/>
                <a:ln>
                  <a:noFill/>
                </a:ln>
              </p:spPr>
            </p:pic>
            <p:sp>
              <p:nvSpPr>
                <p:cNvPr id="4942" name="Google Shape;4942;p385"/>
                <p:cNvSpPr txBox="1"/>
                <p:nvPr/>
              </p:nvSpPr>
              <p:spPr>
                <a:xfrm>
                  <a:off x="1306045" y="1709750"/>
                  <a:ext cx="816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ed Hat Text"/>
                      <a:ea typeface="Red Hat Text"/>
                      <a:cs typeface="Red Hat Text"/>
                      <a:sym typeface="Red Hat Text"/>
                    </a:rPr>
                    <a:t>KMLT</a:t>
                  </a:r>
                  <a:endParaRPr b="1" sz="1200">
                    <a:latin typeface="Red Hat Text"/>
                    <a:ea typeface="Red Hat Text"/>
                    <a:cs typeface="Red Hat Text"/>
                    <a:sym typeface="Red Hat Text"/>
                  </a:endParaRPr>
                </a:p>
              </p:txBody>
            </p:sp>
          </p:grpSp>
          <p:grpSp>
            <p:nvGrpSpPr>
              <p:cNvPr id="4943" name="Google Shape;4943;p385"/>
              <p:cNvGrpSpPr/>
              <p:nvPr/>
            </p:nvGrpSpPr>
            <p:grpSpPr>
              <a:xfrm>
                <a:off x="904972" y="3714854"/>
                <a:ext cx="1031100" cy="1126649"/>
                <a:chOff x="1543197" y="4464711"/>
                <a:chExt cx="1031100" cy="1126649"/>
              </a:xfrm>
            </p:grpSpPr>
            <p:sp>
              <p:nvSpPr>
                <p:cNvPr id="4944" name="Google Shape;4944;p385"/>
                <p:cNvSpPr txBox="1"/>
                <p:nvPr/>
              </p:nvSpPr>
              <p:spPr>
                <a:xfrm>
                  <a:off x="1543197" y="5204960"/>
                  <a:ext cx="1031100" cy="38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rgbClr val="434343"/>
                      </a:solidFill>
                      <a:latin typeface="Overpass"/>
                      <a:ea typeface="Overpass"/>
                      <a:cs typeface="Overpass"/>
                      <a:sym typeface="Overpass"/>
                    </a:rPr>
                    <a:t>Incoming</a:t>
                  </a:r>
                  <a:endParaRPr sz="1200">
                    <a:solidFill>
                      <a:srgbClr val="434343"/>
                    </a:solidFill>
                    <a:latin typeface="Overpass"/>
                    <a:ea typeface="Overpass"/>
                    <a:cs typeface="Overpass"/>
                    <a:sym typeface="Overpass"/>
                  </a:endParaRPr>
                </a:p>
                <a:p>
                  <a:pPr indent="0" lvl="0" marL="0" rtl="0" algn="ctr">
                    <a:spcBef>
                      <a:spcPts val="0"/>
                    </a:spcBef>
                    <a:spcAft>
                      <a:spcPts val="0"/>
                    </a:spcAft>
                    <a:buClr>
                      <a:srgbClr val="000000"/>
                    </a:buClr>
                    <a:buSzPts val="1100"/>
                    <a:buFont typeface="Arial"/>
                    <a:buNone/>
                  </a:pPr>
                  <a:r>
                    <a:rPr lang="en" sz="1200">
                      <a:solidFill>
                        <a:srgbClr val="434343"/>
                      </a:solidFill>
                      <a:latin typeface="Overpass"/>
                      <a:ea typeface="Overpass"/>
                      <a:cs typeface="Overpass"/>
                      <a:sym typeface="Overpass"/>
                    </a:rPr>
                    <a:t>Data</a:t>
                  </a:r>
                  <a:endParaRPr sz="1200">
                    <a:solidFill>
                      <a:srgbClr val="434343"/>
                    </a:solidFill>
                    <a:latin typeface="Overpass"/>
                    <a:ea typeface="Overpass"/>
                    <a:cs typeface="Overpass"/>
                    <a:sym typeface="Overpass"/>
                  </a:endParaRPr>
                </a:p>
              </p:txBody>
            </p:sp>
            <p:pic>
              <p:nvPicPr>
                <p:cNvPr id="4945" name="Google Shape;4945;p385"/>
                <p:cNvPicPr preferRelativeResize="0"/>
                <p:nvPr/>
              </p:nvPicPr>
              <p:blipFill>
                <a:blip r:embed="rId7">
                  <a:alphaModFix/>
                </a:blip>
                <a:stretch>
                  <a:fillRect/>
                </a:stretch>
              </p:blipFill>
              <p:spPr>
                <a:xfrm>
                  <a:off x="1674235" y="4464711"/>
                  <a:ext cx="769025" cy="768961"/>
                </a:xfrm>
                <a:prstGeom prst="rect">
                  <a:avLst/>
                </a:prstGeom>
                <a:noFill/>
                <a:ln>
                  <a:noFill/>
                </a:ln>
              </p:spPr>
            </p:pic>
          </p:grpSp>
          <p:cxnSp>
            <p:nvCxnSpPr>
              <p:cNvPr id="4946" name="Google Shape;4946;p385"/>
              <p:cNvCxnSpPr>
                <a:stCxn id="4945" idx="3"/>
                <a:endCxn id="4929" idx="1"/>
              </p:cNvCxnSpPr>
              <p:nvPr/>
            </p:nvCxnSpPr>
            <p:spPr>
              <a:xfrm>
                <a:off x="1805035" y="4099335"/>
                <a:ext cx="991200" cy="600"/>
              </a:xfrm>
              <a:prstGeom prst="straightConnector1">
                <a:avLst/>
              </a:prstGeom>
              <a:noFill/>
              <a:ln cap="flat" cmpd="sng" w="19050">
                <a:solidFill>
                  <a:schemeClr val="accent1"/>
                </a:solidFill>
                <a:prstDash val="solid"/>
                <a:round/>
                <a:headEnd len="med" w="med" type="none"/>
                <a:tailEnd len="med" w="med" type="triangle"/>
              </a:ln>
            </p:spPr>
          </p:cxnSp>
          <p:grpSp>
            <p:nvGrpSpPr>
              <p:cNvPr id="4947" name="Google Shape;4947;p385"/>
              <p:cNvGrpSpPr/>
              <p:nvPr/>
            </p:nvGrpSpPr>
            <p:grpSpPr>
              <a:xfrm>
                <a:off x="10353772" y="3714854"/>
                <a:ext cx="1031100" cy="1126649"/>
                <a:chOff x="1543197" y="4464711"/>
                <a:chExt cx="1031100" cy="1126649"/>
              </a:xfrm>
            </p:grpSpPr>
            <p:sp>
              <p:nvSpPr>
                <p:cNvPr id="4948" name="Google Shape;4948;p385"/>
                <p:cNvSpPr txBox="1"/>
                <p:nvPr/>
              </p:nvSpPr>
              <p:spPr>
                <a:xfrm>
                  <a:off x="1543197" y="5204960"/>
                  <a:ext cx="1031100" cy="38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rgbClr val="434343"/>
                      </a:solidFill>
                      <a:latin typeface="Overpass"/>
                      <a:ea typeface="Overpass"/>
                      <a:cs typeface="Overpass"/>
                      <a:sym typeface="Overpass"/>
                    </a:rPr>
                    <a:t>Outgoing</a:t>
                  </a:r>
                  <a:endParaRPr sz="1200">
                    <a:solidFill>
                      <a:srgbClr val="434343"/>
                    </a:solidFill>
                    <a:latin typeface="Overpass"/>
                    <a:ea typeface="Overpass"/>
                    <a:cs typeface="Overpass"/>
                    <a:sym typeface="Overpass"/>
                  </a:endParaRPr>
                </a:p>
                <a:p>
                  <a:pPr indent="0" lvl="0" marL="0" rtl="0" algn="ctr">
                    <a:spcBef>
                      <a:spcPts val="0"/>
                    </a:spcBef>
                    <a:spcAft>
                      <a:spcPts val="0"/>
                    </a:spcAft>
                    <a:buClr>
                      <a:srgbClr val="000000"/>
                    </a:buClr>
                    <a:buSzPts val="1100"/>
                    <a:buFont typeface="Arial"/>
                    <a:buNone/>
                  </a:pPr>
                  <a:r>
                    <a:rPr lang="en" sz="1200">
                      <a:solidFill>
                        <a:srgbClr val="434343"/>
                      </a:solidFill>
                      <a:latin typeface="Overpass"/>
                      <a:ea typeface="Overpass"/>
                      <a:cs typeface="Overpass"/>
                      <a:sym typeface="Overpass"/>
                    </a:rPr>
                    <a:t>Data</a:t>
                  </a:r>
                  <a:endParaRPr sz="1200">
                    <a:solidFill>
                      <a:srgbClr val="434343"/>
                    </a:solidFill>
                    <a:latin typeface="Overpass"/>
                    <a:ea typeface="Overpass"/>
                    <a:cs typeface="Overpass"/>
                    <a:sym typeface="Overpass"/>
                  </a:endParaRPr>
                </a:p>
              </p:txBody>
            </p:sp>
            <p:pic>
              <p:nvPicPr>
                <p:cNvPr id="4949" name="Google Shape;4949;p385"/>
                <p:cNvPicPr preferRelativeResize="0"/>
                <p:nvPr/>
              </p:nvPicPr>
              <p:blipFill>
                <a:blip r:embed="rId7">
                  <a:alphaModFix/>
                </a:blip>
                <a:stretch>
                  <a:fillRect/>
                </a:stretch>
              </p:blipFill>
              <p:spPr>
                <a:xfrm>
                  <a:off x="1674235" y="4464711"/>
                  <a:ext cx="769025" cy="768961"/>
                </a:xfrm>
                <a:prstGeom prst="rect">
                  <a:avLst/>
                </a:prstGeom>
                <a:noFill/>
                <a:ln>
                  <a:noFill/>
                </a:ln>
              </p:spPr>
            </p:pic>
          </p:grpSp>
          <p:cxnSp>
            <p:nvCxnSpPr>
              <p:cNvPr id="4950" name="Google Shape;4950;p385"/>
              <p:cNvCxnSpPr>
                <a:stCxn id="4933" idx="3"/>
                <a:endCxn id="4949" idx="1"/>
              </p:cNvCxnSpPr>
              <p:nvPr/>
            </p:nvCxnSpPr>
            <p:spPr>
              <a:xfrm flipH="1" rot="10800000">
                <a:off x="9407350" y="4099300"/>
                <a:ext cx="1077600" cy="600"/>
              </a:xfrm>
              <a:prstGeom prst="straightConnector1">
                <a:avLst/>
              </a:prstGeom>
              <a:noFill/>
              <a:ln cap="flat" cmpd="sng" w="19050">
                <a:solidFill>
                  <a:schemeClr val="accent1"/>
                </a:solidFill>
                <a:prstDash val="solid"/>
                <a:round/>
                <a:headEnd len="med" w="med" type="none"/>
                <a:tailEnd len="med" w="med" type="triangle"/>
              </a:ln>
            </p:spPr>
          </p:cxnSp>
          <p:grpSp>
            <p:nvGrpSpPr>
              <p:cNvPr id="4951" name="Google Shape;4951;p385"/>
              <p:cNvGrpSpPr/>
              <p:nvPr/>
            </p:nvGrpSpPr>
            <p:grpSpPr>
              <a:xfrm>
                <a:off x="6349773" y="3340155"/>
                <a:ext cx="903391" cy="654177"/>
                <a:chOff x="955925" y="1341887"/>
                <a:chExt cx="1166720" cy="844863"/>
              </a:xfrm>
            </p:grpSpPr>
            <p:pic>
              <p:nvPicPr>
                <p:cNvPr id="4952" name="Google Shape;4952;p385"/>
                <p:cNvPicPr preferRelativeResize="0"/>
                <p:nvPr/>
              </p:nvPicPr>
              <p:blipFill>
                <a:blip r:embed="rId6">
                  <a:alphaModFix/>
                </a:blip>
                <a:stretch>
                  <a:fillRect/>
                </a:stretch>
              </p:blipFill>
              <p:spPr>
                <a:xfrm>
                  <a:off x="955925" y="1341887"/>
                  <a:ext cx="787150" cy="782300"/>
                </a:xfrm>
                <a:prstGeom prst="rect">
                  <a:avLst/>
                </a:prstGeom>
                <a:noFill/>
                <a:ln>
                  <a:noFill/>
                </a:ln>
              </p:spPr>
            </p:pic>
            <p:sp>
              <p:nvSpPr>
                <p:cNvPr id="4953" name="Google Shape;4953;p385"/>
                <p:cNvSpPr txBox="1"/>
                <p:nvPr/>
              </p:nvSpPr>
              <p:spPr>
                <a:xfrm>
                  <a:off x="1306045" y="1709750"/>
                  <a:ext cx="816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ed Hat Text"/>
                      <a:ea typeface="Red Hat Text"/>
                      <a:cs typeface="Red Hat Text"/>
                      <a:sym typeface="Red Hat Text"/>
                    </a:rPr>
                    <a:t>KMLT</a:t>
                  </a:r>
                  <a:endParaRPr b="1" sz="1200">
                    <a:latin typeface="Red Hat Text"/>
                    <a:ea typeface="Red Hat Text"/>
                    <a:cs typeface="Red Hat Text"/>
                    <a:sym typeface="Red Hat Text"/>
                  </a:endParaRPr>
                </a:p>
              </p:txBody>
            </p:sp>
          </p:grpSp>
          <p:grpSp>
            <p:nvGrpSpPr>
              <p:cNvPr id="4954" name="Google Shape;4954;p385"/>
              <p:cNvGrpSpPr/>
              <p:nvPr/>
            </p:nvGrpSpPr>
            <p:grpSpPr>
              <a:xfrm>
                <a:off x="9128351" y="3340155"/>
                <a:ext cx="903391" cy="654177"/>
                <a:chOff x="955925" y="1341887"/>
                <a:chExt cx="1166720" cy="844863"/>
              </a:xfrm>
            </p:grpSpPr>
            <p:pic>
              <p:nvPicPr>
                <p:cNvPr id="4955" name="Google Shape;4955;p385"/>
                <p:cNvPicPr preferRelativeResize="0"/>
                <p:nvPr/>
              </p:nvPicPr>
              <p:blipFill>
                <a:blip r:embed="rId6">
                  <a:alphaModFix/>
                </a:blip>
                <a:stretch>
                  <a:fillRect/>
                </a:stretch>
              </p:blipFill>
              <p:spPr>
                <a:xfrm>
                  <a:off x="955925" y="1341887"/>
                  <a:ext cx="787150" cy="782300"/>
                </a:xfrm>
                <a:prstGeom prst="rect">
                  <a:avLst/>
                </a:prstGeom>
                <a:noFill/>
                <a:ln>
                  <a:noFill/>
                </a:ln>
              </p:spPr>
            </p:pic>
            <p:sp>
              <p:nvSpPr>
                <p:cNvPr id="4956" name="Google Shape;4956;p385"/>
                <p:cNvSpPr txBox="1"/>
                <p:nvPr/>
              </p:nvSpPr>
              <p:spPr>
                <a:xfrm>
                  <a:off x="1306045" y="1709750"/>
                  <a:ext cx="8166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Red Hat Text"/>
                      <a:ea typeface="Red Hat Text"/>
                      <a:cs typeface="Red Hat Text"/>
                      <a:sym typeface="Red Hat Text"/>
                    </a:rPr>
                    <a:t>KMLT</a:t>
                  </a:r>
                  <a:endParaRPr b="1" sz="1200">
                    <a:latin typeface="Red Hat Text"/>
                    <a:ea typeface="Red Hat Text"/>
                    <a:cs typeface="Red Hat Text"/>
                    <a:sym typeface="Red Hat Text"/>
                  </a:endParaRPr>
                </a:p>
              </p:txBody>
            </p:sp>
          </p:grpSp>
          <p:sp>
            <p:nvSpPr>
              <p:cNvPr id="4957" name="Google Shape;4957;p385"/>
              <p:cNvSpPr txBox="1"/>
              <p:nvPr/>
            </p:nvSpPr>
            <p:spPr>
              <a:xfrm>
                <a:off x="5224477" y="2868425"/>
                <a:ext cx="1758600" cy="38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rgbClr val="434343"/>
                    </a:solidFill>
                    <a:latin typeface="Overpass"/>
                    <a:ea typeface="Overpass"/>
                    <a:cs typeface="Overpass"/>
                    <a:sym typeface="Overpass"/>
                  </a:rPr>
                  <a:t>Camel pipe</a:t>
                </a:r>
                <a:endParaRPr sz="1200">
                  <a:solidFill>
                    <a:srgbClr val="434343"/>
                  </a:solidFill>
                  <a:latin typeface="Overpass"/>
                  <a:ea typeface="Overpass"/>
                  <a:cs typeface="Overpass"/>
                  <a:sym typeface="Overpass"/>
                </a:endParaRPr>
              </a:p>
              <a:p>
                <a:pPr indent="0" lvl="0" marL="0" rtl="0" algn="ctr">
                  <a:spcBef>
                    <a:spcPts val="0"/>
                  </a:spcBef>
                  <a:spcAft>
                    <a:spcPts val="0"/>
                  </a:spcAft>
                  <a:buClr>
                    <a:srgbClr val="000000"/>
                  </a:buClr>
                  <a:buSzPts val="1100"/>
                  <a:buFont typeface="Arial"/>
                  <a:buNone/>
                </a:pPr>
                <a:r>
                  <a:t/>
                </a:r>
                <a:endParaRPr sz="1200">
                  <a:solidFill>
                    <a:srgbClr val="434343"/>
                  </a:solidFill>
                  <a:latin typeface="Overpass"/>
                  <a:ea typeface="Overpass"/>
                  <a:cs typeface="Overpass"/>
                  <a:sym typeface="Overpass"/>
                </a:endParaRPr>
              </a:p>
            </p:txBody>
          </p:sp>
        </p:grpSp>
        <p:sp>
          <p:nvSpPr>
            <p:cNvPr id="4958" name="Google Shape;4958;p385"/>
            <p:cNvSpPr txBox="1"/>
            <p:nvPr/>
          </p:nvSpPr>
          <p:spPr>
            <a:xfrm>
              <a:off x="4211600" y="4753484"/>
              <a:ext cx="864000" cy="3219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7200">
                  <a:solidFill>
                    <a:srgbClr val="EE0000"/>
                  </a:solidFill>
                  <a:latin typeface="Red Hat Display"/>
                  <a:ea typeface="Red Hat Display"/>
                  <a:cs typeface="Red Hat Display"/>
                  <a:sym typeface="Red Hat Display"/>
                </a:rPr>
                <a:t>... </a:t>
              </a:r>
              <a:endParaRPr sz="7200">
                <a:solidFill>
                  <a:srgbClr val="EE0000"/>
                </a:solidFill>
                <a:latin typeface="Red Hat Display"/>
                <a:ea typeface="Red Hat Display"/>
                <a:cs typeface="Red Hat Display"/>
                <a:sym typeface="Red Hat Display"/>
              </a:endParaRPr>
            </a:p>
          </p:txBody>
        </p:sp>
        <p:sp>
          <p:nvSpPr>
            <p:cNvPr id="4959" name="Google Shape;4959;p385"/>
            <p:cNvSpPr txBox="1"/>
            <p:nvPr/>
          </p:nvSpPr>
          <p:spPr>
            <a:xfrm>
              <a:off x="7031000" y="4753484"/>
              <a:ext cx="864000" cy="3219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None/>
              </a:pPr>
              <a:r>
                <a:rPr lang="en" sz="7200">
                  <a:solidFill>
                    <a:srgbClr val="EE0000"/>
                  </a:solidFill>
                  <a:latin typeface="Red Hat Display"/>
                  <a:ea typeface="Red Hat Display"/>
                  <a:cs typeface="Red Hat Display"/>
                  <a:sym typeface="Red Hat Display"/>
                </a:rPr>
                <a:t>... </a:t>
              </a:r>
              <a:endParaRPr sz="7200">
                <a:solidFill>
                  <a:srgbClr val="EE0000"/>
                </a:solidFill>
                <a:latin typeface="Red Hat Display"/>
                <a:ea typeface="Red Hat Display"/>
                <a:cs typeface="Red Hat Display"/>
                <a:sym typeface="Red Hat Display"/>
              </a:endParaRPr>
            </a:p>
          </p:txBody>
        </p:sp>
        <p:cxnSp>
          <p:nvCxnSpPr>
            <p:cNvPr id="4960" name="Google Shape;4960;p385"/>
            <p:cNvCxnSpPr/>
            <p:nvPr/>
          </p:nvCxnSpPr>
          <p:spPr>
            <a:xfrm>
              <a:off x="4847550" y="5061850"/>
              <a:ext cx="673500" cy="836700"/>
            </a:xfrm>
            <a:prstGeom prst="straightConnector1">
              <a:avLst/>
            </a:prstGeom>
            <a:noFill/>
            <a:ln cap="flat" cmpd="sng" w="9525">
              <a:solidFill>
                <a:schemeClr val="dk2"/>
              </a:solidFill>
              <a:prstDash val="solid"/>
              <a:round/>
              <a:headEnd len="med" w="med" type="none"/>
              <a:tailEnd len="med" w="med" type="stealth"/>
            </a:ln>
          </p:spPr>
        </p:cxnSp>
        <p:cxnSp>
          <p:nvCxnSpPr>
            <p:cNvPr id="4961" name="Google Shape;4961;p385"/>
            <p:cNvCxnSpPr/>
            <p:nvPr/>
          </p:nvCxnSpPr>
          <p:spPr>
            <a:xfrm flipH="1">
              <a:off x="6684500" y="5041450"/>
              <a:ext cx="571500" cy="897900"/>
            </a:xfrm>
            <a:prstGeom prst="straightConnector1">
              <a:avLst/>
            </a:prstGeom>
            <a:noFill/>
            <a:ln cap="flat" cmpd="sng" w="9525">
              <a:solidFill>
                <a:schemeClr val="dk2"/>
              </a:solidFill>
              <a:prstDash val="solid"/>
              <a:round/>
              <a:headEnd len="med" w="med" type="none"/>
              <a:tailEnd len="med" w="med" type="stealth"/>
            </a:ln>
          </p:spPr>
        </p:cxnSp>
        <p:sp>
          <p:nvSpPr>
            <p:cNvPr id="4962" name="Google Shape;4962;p385"/>
            <p:cNvSpPr txBox="1"/>
            <p:nvPr/>
          </p:nvSpPr>
          <p:spPr>
            <a:xfrm>
              <a:off x="5448750" y="6128000"/>
              <a:ext cx="1294500" cy="38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lang="en" sz="1200">
                  <a:solidFill>
                    <a:srgbClr val="434343"/>
                  </a:solidFill>
                  <a:latin typeface="Overpass"/>
                  <a:ea typeface="Overpass"/>
                  <a:cs typeface="Overpass"/>
                  <a:sym typeface="Overpass"/>
                </a:rPr>
                <a:t>more Camel code</a:t>
              </a:r>
              <a:endParaRPr sz="1200">
                <a:solidFill>
                  <a:srgbClr val="434343"/>
                </a:solidFill>
                <a:latin typeface="Overpass"/>
                <a:ea typeface="Overpass"/>
                <a:cs typeface="Overpass"/>
                <a:sym typeface="Overpass"/>
              </a:endParaRPr>
            </a:p>
            <a:p>
              <a:pPr indent="0" lvl="0" marL="0" rtl="0" algn="ctr">
                <a:spcBef>
                  <a:spcPts val="0"/>
                </a:spcBef>
                <a:spcAft>
                  <a:spcPts val="0"/>
                </a:spcAft>
                <a:buClr>
                  <a:srgbClr val="000000"/>
                </a:buClr>
                <a:buSzPts val="1100"/>
                <a:buFont typeface="Arial"/>
                <a:buNone/>
              </a:pPr>
              <a:r>
                <a:t/>
              </a:r>
              <a:endParaRPr sz="1200">
                <a:solidFill>
                  <a:srgbClr val="434343"/>
                </a:solidFill>
                <a:latin typeface="Overpass"/>
                <a:ea typeface="Overpass"/>
                <a:cs typeface="Overpass"/>
                <a:sym typeface="Overpass"/>
              </a:endParaRPr>
            </a:p>
          </p:txBody>
        </p:sp>
      </p:grpSp>
      <p:sp>
        <p:nvSpPr>
          <p:cNvPr id="4963" name="Google Shape;4963;p38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APPLICATION FOUNDATIONS</a:t>
            </a:r>
            <a:endParaRPr/>
          </a:p>
        </p:txBody>
      </p:sp>
      <p:grpSp>
        <p:nvGrpSpPr>
          <p:cNvPr id="4964" name="Google Shape;4964;p385"/>
          <p:cNvGrpSpPr/>
          <p:nvPr/>
        </p:nvGrpSpPr>
        <p:grpSpPr>
          <a:xfrm>
            <a:off x="1798681" y="1758881"/>
            <a:ext cx="7332975" cy="438750"/>
            <a:chOff x="3280375" y="1500675"/>
            <a:chExt cx="9777300" cy="585000"/>
          </a:xfrm>
        </p:grpSpPr>
        <p:cxnSp>
          <p:nvCxnSpPr>
            <p:cNvPr id="4965" name="Google Shape;4965;p385"/>
            <p:cNvCxnSpPr/>
            <p:nvPr/>
          </p:nvCxnSpPr>
          <p:spPr>
            <a:xfrm flipH="1" rot="10800000">
              <a:off x="5289750" y="2009639"/>
              <a:ext cx="1144500" cy="1500"/>
            </a:xfrm>
            <a:prstGeom prst="straightConnector1">
              <a:avLst/>
            </a:prstGeom>
            <a:noFill/>
            <a:ln cap="flat" cmpd="sng" w="9525">
              <a:solidFill>
                <a:srgbClr val="EE0000"/>
              </a:solidFill>
              <a:prstDash val="solid"/>
              <a:round/>
              <a:headEnd len="med" w="med" type="diamond"/>
              <a:tailEnd len="med" w="med" type="diamond"/>
            </a:ln>
          </p:spPr>
        </p:cxnSp>
        <p:sp>
          <p:nvSpPr>
            <p:cNvPr id="4966" name="Google Shape;4966;p385"/>
            <p:cNvSpPr txBox="1"/>
            <p:nvPr/>
          </p:nvSpPr>
          <p:spPr>
            <a:xfrm>
              <a:off x="3280375" y="1500675"/>
              <a:ext cx="9777300" cy="585000"/>
            </a:xfrm>
            <a:prstGeom prst="rect">
              <a:avLst/>
            </a:prstGeom>
            <a:noFill/>
            <a:ln>
              <a:noFill/>
            </a:ln>
          </p:spPr>
          <p:txBody>
            <a:bodyPr anchorCtr="0" anchor="t" bIns="68575" lIns="68575" spcFirstLastPara="1" rIns="68575" wrap="square" tIns="68575">
              <a:noAutofit/>
            </a:bodyPr>
            <a:lstStyle/>
            <a:p>
              <a:pPr indent="0" lvl="0" marL="0" rtl="0" algn="l">
                <a:lnSpc>
                  <a:spcPct val="115000"/>
                </a:lnSpc>
                <a:spcBef>
                  <a:spcPts val="0"/>
                </a:spcBef>
                <a:spcAft>
                  <a:spcPts val="0"/>
                </a:spcAft>
                <a:buNone/>
              </a:pPr>
              <a:r>
                <a:rPr lang="en" sz="2000">
                  <a:solidFill>
                    <a:srgbClr val="EE0000"/>
                  </a:solidFill>
                  <a:latin typeface="Red Hat Text"/>
                  <a:ea typeface="Red Hat Text"/>
                  <a:cs typeface="Red Hat Text"/>
                  <a:sym typeface="Red Hat Text"/>
                </a:rPr>
                <a:t>Kamelets are </a:t>
              </a:r>
              <a:r>
                <a:rPr b="1" lang="en" sz="2000">
                  <a:solidFill>
                    <a:srgbClr val="EE0000"/>
                  </a:solidFill>
                  <a:latin typeface="Red Hat Text"/>
                  <a:ea typeface="Red Hat Text"/>
                  <a:cs typeface="Red Hat Text"/>
                  <a:sym typeface="Red Hat Text"/>
                </a:rPr>
                <a:t>Kamel</a:t>
              </a:r>
              <a:r>
                <a:rPr lang="en" sz="2000">
                  <a:solidFill>
                    <a:srgbClr val="EE0000"/>
                  </a:solidFill>
                  <a:latin typeface="Red Hat Text"/>
                  <a:ea typeface="Red Hat Text"/>
                  <a:cs typeface="Red Hat Text"/>
                  <a:sym typeface="Red Hat Text"/>
                </a:rPr>
                <a:t> route snipp</a:t>
              </a:r>
              <a:r>
                <a:rPr b="1" lang="en" sz="2000">
                  <a:solidFill>
                    <a:srgbClr val="EE0000"/>
                  </a:solidFill>
                  <a:latin typeface="Red Hat Text"/>
                  <a:ea typeface="Red Hat Text"/>
                  <a:cs typeface="Red Hat Text"/>
                  <a:sym typeface="Red Hat Text"/>
                </a:rPr>
                <a:t>ets</a:t>
              </a:r>
              <a:endParaRPr sz="1100"/>
            </a:p>
          </p:txBody>
        </p:sp>
        <p:cxnSp>
          <p:nvCxnSpPr>
            <p:cNvPr id="4967" name="Google Shape;4967;p385"/>
            <p:cNvCxnSpPr/>
            <p:nvPr/>
          </p:nvCxnSpPr>
          <p:spPr>
            <a:xfrm>
              <a:off x="8067675" y="2005025"/>
              <a:ext cx="576600" cy="4800"/>
            </a:xfrm>
            <a:prstGeom prst="straightConnector1">
              <a:avLst/>
            </a:prstGeom>
            <a:noFill/>
            <a:ln cap="flat" cmpd="sng" w="9525">
              <a:solidFill>
                <a:srgbClr val="EE0000"/>
              </a:solidFill>
              <a:prstDash val="solid"/>
              <a:round/>
              <a:headEnd len="med" w="med" type="diamond"/>
              <a:tailEnd len="med" w="med" type="diamond"/>
            </a:ln>
          </p:spPr>
        </p:cxnSp>
      </p:grpSp>
      <p:grpSp>
        <p:nvGrpSpPr>
          <p:cNvPr id="4968" name="Google Shape;4968;p385"/>
          <p:cNvGrpSpPr/>
          <p:nvPr/>
        </p:nvGrpSpPr>
        <p:grpSpPr>
          <a:xfrm>
            <a:off x="620675" y="1758459"/>
            <a:ext cx="1294788" cy="1042894"/>
            <a:chOff x="2029650" y="1717650"/>
            <a:chExt cx="1726384" cy="1390526"/>
          </a:xfrm>
        </p:grpSpPr>
        <p:pic>
          <p:nvPicPr>
            <p:cNvPr id="4969" name="Google Shape;4969;p385"/>
            <p:cNvPicPr preferRelativeResize="0"/>
            <p:nvPr/>
          </p:nvPicPr>
          <p:blipFill>
            <a:blip r:embed="rId8">
              <a:alphaModFix/>
            </a:blip>
            <a:stretch>
              <a:fillRect/>
            </a:stretch>
          </p:blipFill>
          <p:spPr>
            <a:xfrm>
              <a:off x="2029650" y="1717650"/>
              <a:ext cx="1067825" cy="1067825"/>
            </a:xfrm>
            <a:prstGeom prst="rect">
              <a:avLst/>
            </a:prstGeom>
            <a:noFill/>
            <a:ln>
              <a:noFill/>
            </a:ln>
          </p:spPr>
        </p:pic>
        <p:sp>
          <p:nvSpPr>
            <p:cNvPr id="4970" name="Google Shape;4970;p385"/>
            <p:cNvSpPr txBox="1"/>
            <p:nvPr/>
          </p:nvSpPr>
          <p:spPr>
            <a:xfrm>
              <a:off x="2666134" y="2246276"/>
              <a:ext cx="1089900" cy="8619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n" sz="1400">
                  <a:solidFill>
                    <a:srgbClr val="000000"/>
                  </a:solidFill>
                  <a:latin typeface="Overpass"/>
                  <a:ea typeface="Overpass"/>
                  <a:cs typeface="Overpass"/>
                  <a:sym typeface="Overpass"/>
                </a:rPr>
                <a:t>KMLT</a:t>
              </a:r>
              <a:endParaRPr b="1" sz="1400">
                <a:latin typeface="Overpass"/>
                <a:ea typeface="Overpass"/>
                <a:cs typeface="Overpass"/>
                <a:sym typeface="Overpas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4" name="Shape 4974"/>
        <p:cNvGrpSpPr/>
        <p:nvPr/>
      </p:nvGrpSpPr>
      <p:grpSpPr>
        <a:xfrm>
          <a:off x="0" y="0"/>
          <a:ext cx="0" cy="0"/>
          <a:chOff x="0" y="0"/>
          <a:chExt cx="0" cy="0"/>
        </a:xfrm>
      </p:grpSpPr>
      <p:sp>
        <p:nvSpPr>
          <p:cNvPr id="4975" name="Google Shape;4975;p386"/>
          <p:cNvSpPr txBox="1"/>
          <p:nvPr>
            <p:ph idx="1" type="subTitle"/>
          </p:nvPr>
        </p:nvSpPr>
        <p:spPr>
          <a:xfrm>
            <a:off x="597033" y="73921"/>
            <a:ext cx="6865200" cy="1088400"/>
          </a:xfrm>
          <a:prstGeom prst="rect">
            <a:avLst/>
          </a:prstGeom>
        </p:spPr>
        <p:txBody>
          <a:bodyPr anchorCtr="0" anchor="ctr" bIns="91425" lIns="438900" spcFirstLastPara="1" rIns="91425" wrap="square" tIns="91425">
            <a:noAutofit/>
          </a:bodyPr>
          <a:lstStyle/>
          <a:p>
            <a:pPr indent="0" lvl="0" marL="0" marR="0" rtl="0" algn="l">
              <a:lnSpc>
                <a:spcPct val="100000"/>
              </a:lnSpc>
              <a:spcBef>
                <a:spcPts val="0"/>
              </a:spcBef>
              <a:spcAft>
                <a:spcPts val="0"/>
              </a:spcAft>
              <a:buNone/>
            </a:pPr>
            <a:r>
              <a:rPr lang="en" sz="1100">
                <a:solidFill>
                  <a:schemeClr val="accent1"/>
                </a:solidFill>
                <a:latin typeface="Red Hat Text Medium"/>
                <a:ea typeface="Red Hat Text Medium"/>
                <a:cs typeface="Red Hat Text Medium"/>
                <a:sym typeface="Red Hat Text Medium"/>
              </a:rPr>
              <a:t>ENTERPRISE INTEGRATION</a:t>
            </a:r>
            <a:endParaRPr sz="1100">
              <a:solidFill>
                <a:schemeClr val="accent1"/>
              </a:solidFill>
              <a:latin typeface="Red Hat Text Medium"/>
              <a:ea typeface="Red Hat Text Medium"/>
              <a:cs typeface="Red Hat Text Medium"/>
              <a:sym typeface="Red Hat Text Medium"/>
            </a:endParaRPr>
          </a:p>
        </p:txBody>
      </p:sp>
      <p:sp>
        <p:nvSpPr>
          <p:cNvPr id="4976" name="Google Shape;4976;p386"/>
          <p:cNvSpPr txBox="1"/>
          <p:nvPr>
            <p:ph idx="12" type="sldNum"/>
          </p:nvPr>
        </p:nvSpPr>
        <p:spPr>
          <a:xfrm>
            <a:off x="109300" y="8226075"/>
            <a:ext cx="975600" cy="191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4977" name="Google Shape;4977;p386"/>
          <p:cNvSpPr txBox="1"/>
          <p:nvPr/>
        </p:nvSpPr>
        <p:spPr>
          <a:xfrm>
            <a:off x="3221912" y="1480463"/>
            <a:ext cx="5748300" cy="8163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 sz="2000">
                <a:solidFill>
                  <a:srgbClr val="1A1A1A"/>
                </a:solidFill>
                <a:latin typeface="Red Hat Text"/>
                <a:ea typeface="Red Hat Text"/>
                <a:cs typeface="Red Hat Text"/>
                <a:sym typeface="Red Hat Text"/>
              </a:rPr>
              <a:t>bind Kamelets to form a running integration unit</a:t>
            </a:r>
            <a:endParaRPr sz="2000">
              <a:solidFill>
                <a:srgbClr val="1A1A1A"/>
              </a:solidFill>
              <a:latin typeface="Red Hat Text"/>
              <a:ea typeface="Red Hat Text"/>
              <a:cs typeface="Red Hat Text"/>
              <a:sym typeface="Red Hat Text"/>
            </a:endParaRPr>
          </a:p>
          <a:p>
            <a:pPr indent="0" lvl="0" marL="0" rtl="0" algn="l">
              <a:lnSpc>
                <a:spcPct val="100000"/>
              </a:lnSpc>
              <a:spcBef>
                <a:spcPts val="500"/>
              </a:spcBef>
              <a:spcAft>
                <a:spcPts val="0"/>
              </a:spcAft>
              <a:buNone/>
            </a:pPr>
            <a:r>
              <a:t/>
            </a:r>
            <a:endParaRPr sz="2000">
              <a:solidFill>
                <a:srgbClr val="24292E"/>
              </a:solidFill>
              <a:latin typeface="Red Hat Text"/>
              <a:ea typeface="Red Hat Text"/>
              <a:cs typeface="Red Hat Text"/>
              <a:sym typeface="Red Hat Text"/>
            </a:endParaRPr>
          </a:p>
          <a:p>
            <a:pPr indent="0" lvl="0" marL="0" rtl="0" algn="l">
              <a:lnSpc>
                <a:spcPct val="115000"/>
              </a:lnSpc>
              <a:spcBef>
                <a:spcPts val="1100"/>
              </a:spcBef>
              <a:spcAft>
                <a:spcPts val="1100"/>
              </a:spcAft>
              <a:buNone/>
            </a:pPr>
            <a:r>
              <a:t/>
            </a:r>
            <a:endParaRPr sz="1900">
              <a:solidFill>
                <a:srgbClr val="434343"/>
              </a:solidFill>
              <a:latin typeface="Red Hat Text"/>
              <a:ea typeface="Red Hat Text"/>
              <a:cs typeface="Red Hat Text"/>
              <a:sym typeface="Red Hat Text"/>
            </a:endParaRPr>
          </a:p>
        </p:txBody>
      </p:sp>
      <p:grpSp>
        <p:nvGrpSpPr>
          <p:cNvPr id="4978" name="Google Shape;4978;p386"/>
          <p:cNvGrpSpPr/>
          <p:nvPr/>
        </p:nvGrpSpPr>
        <p:grpSpPr>
          <a:xfrm>
            <a:off x="475457" y="2614889"/>
            <a:ext cx="11169569" cy="3475936"/>
            <a:chOff x="475457" y="2614889"/>
            <a:chExt cx="11169569" cy="3475936"/>
          </a:xfrm>
        </p:grpSpPr>
        <p:grpSp>
          <p:nvGrpSpPr>
            <p:cNvPr id="4979" name="Google Shape;4979;p386"/>
            <p:cNvGrpSpPr/>
            <p:nvPr/>
          </p:nvGrpSpPr>
          <p:grpSpPr>
            <a:xfrm>
              <a:off x="4356304" y="4272517"/>
              <a:ext cx="3149998" cy="1818308"/>
              <a:chOff x="4302826" y="4283867"/>
              <a:chExt cx="3149998" cy="1818308"/>
            </a:xfrm>
          </p:grpSpPr>
          <p:cxnSp>
            <p:nvCxnSpPr>
              <p:cNvPr id="4980" name="Google Shape;4980;p386"/>
              <p:cNvCxnSpPr/>
              <p:nvPr/>
            </p:nvCxnSpPr>
            <p:spPr>
              <a:xfrm rot="10800000">
                <a:off x="7020820" y="4283867"/>
                <a:ext cx="0" cy="774600"/>
              </a:xfrm>
              <a:prstGeom prst="straightConnector1">
                <a:avLst/>
              </a:prstGeom>
              <a:noFill/>
              <a:ln cap="flat" cmpd="sng" w="28575">
                <a:solidFill>
                  <a:schemeClr val="accent1"/>
                </a:solidFill>
                <a:prstDash val="solid"/>
                <a:round/>
                <a:headEnd len="med" w="med" type="none"/>
                <a:tailEnd len="med" w="med" type="none"/>
              </a:ln>
            </p:spPr>
          </p:cxnSp>
          <p:cxnSp>
            <p:nvCxnSpPr>
              <p:cNvPr id="4981" name="Google Shape;4981;p386"/>
              <p:cNvCxnSpPr/>
              <p:nvPr/>
            </p:nvCxnSpPr>
            <p:spPr>
              <a:xfrm rot="10800000">
                <a:off x="6258820" y="4283867"/>
                <a:ext cx="0" cy="774600"/>
              </a:xfrm>
              <a:prstGeom prst="straightConnector1">
                <a:avLst/>
              </a:prstGeom>
              <a:noFill/>
              <a:ln cap="flat" cmpd="sng" w="28575">
                <a:solidFill>
                  <a:schemeClr val="accent1"/>
                </a:solidFill>
                <a:prstDash val="solid"/>
                <a:round/>
                <a:headEnd len="med" w="med" type="none"/>
                <a:tailEnd len="med" w="med" type="none"/>
              </a:ln>
            </p:spPr>
          </p:cxnSp>
          <p:cxnSp>
            <p:nvCxnSpPr>
              <p:cNvPr id="4982" name="Google Shape;4982;p386"/>
              <p:cNvCxnSpPr/>
              <p:nvPr/>
            </p:nvCxnSpPr>
            <p:spPr>
              <a:xfrm rot="10800000">
                <a:off x="5496820" y="4283867"/>
                <a:ext cx="0" cy="774600"/>
              </a:xfrm>
              <a:prstGeom prst="straightConnector1">
                <a:avLst/>
              </a:prstGeom>
              <a:noFill/>
              <a:ln cap="flat" cmpd="sng" w="28575">
                <a:solidFill>
                  <a:schemeClr val="accent1"/>
                </a:solidFill>
                <a:prstDash val="solid"/>
                <a:round/>
                <a:headEnd len="med" w="med" type="none"/>
                <a:tailEnd len="med" w="med" type="none"/>
              </a:ln>
            </p:spPr>
          </p:cxnSp>
          <p:grpSp>
            <p:nvGrpSpPr>
              <p:cNvPr id="4983" name="Google Shape;4983;p386"/>
              <p:cNvGrpSpPr/>
              <p:nvPr/>
            </p:nvGrpSpPr>
            <p:grpSpPr>
              <a:xfrm>
                <a:off x="5826824" y="4959563"/>
                <a:ext cx="864000" cy="1142612"/>
                <a:chOff x="3934499" y="5084438"/>
                <a:chExt cx="864000" cy="1142612"/>
              </a:xfrm>
            </p:grpSpPr>
            <p:pic>
              <p:nvPicPr>
                <p:cNvPr id="4984" name="Google Shape;4984;p386"/>
                <p:cNvPicPr preferRelativeResize="0"/>
                <p:nvPr/>
              </p:nvPicPr>
              <p:blipFill rotWithShape="1">
                <a:blip r:embed="rId3">
                  <a:alphaModFix/>
                </a:blip>
                <a:srcRect b="0" l="0" r="0" t="0"/>
                <a:stretch/>
              </p:blipFill>
              <p:spPr>
                <a:xfrm>
                  <a:off x="3934505" y="5084438"/>
                  <a:ext cx="863988" cy="863986"/>
                </a:xfrm>
                <a:prstGeom prst="rect">
                  <a:avLst/>
                </a:prstGeom>
                <a:noFill/>
                <a:ln>
                  <a:noFill/>
                </a:ln>
              </p:spPr>
            </p:pic>
            <p:sp>
              <p:nvSpPr>
                <p:cNvPr id="4985" name="Google Shape;4985;p386"/>
                <p:cNvSpPr txBox="1"/>
                <p:nvPr/>
              </p:nvSpPr>
              <p:spPr>
                <a:xfrm>
                  <a:off x="3934499" y="5877550"/>
                  <a:ext cx="864000" cy="34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Red Hat Text"/>
                      <a:ea typeface="Red Hat Text"/>
                      <a:cs typeface="Red Hat Text"/>
                      <a:sym typeface="Red Hat Text"/>
                    </a:rPr>
                    <a:t>Kafka</a:t>
                  </a:r>
                  <a:endParaRPr sz="1100">
                    <a:latin typeface="Red Hat Text"/>
                    <a:ea typeface="Red Hat Text"/>
                    <a:cs typeface="Red Hat Text"/>
                    <a:sym typeface="Red Hat Text"/>
                  </a:endParaRPr>
                </a:p>
                <a:p>
                  <a:pPr indent="0" lvl="0" marL="0" rtl="0" algn="ctr">
                    <a:spcBef>
                      <a:spcPts val="0"/>
                    </a:spcBef>
                    <a:spcAft>
                      <a:spcPts val="0"/>
                    </a:spcAft>
                    <a:buNone/>
                  </a:pPr>
                  <a:r>
                    <a:rPr lang="en" sz="1100">
                      <a:latin typeface="Red Hat Text"/>
                      <a:ea typeface="Red Hat Text"/>
                      <a:cs typeface="Red Hat Text"/>
                      <a:sym typeface="Red Hat Text"/>
                    </a:rPr>
                    <a:t> client</a:t>
                  </a:r>
                  <a:endParaRPr sz="1100">
                    <a:latin typeface="Red Hat Text"/>
                    <a:ea typeface="Red Hat Text"/>
                    <a:cs typeface="Red Hat Text"/>
                    <a:sym typeface="Red Hat Text"/>
                  </a:endParaRPr>
                </a:p>
              </p:txBody>
            </p:sp>
          </p:grpSp>
          <p:grpSp>
            <p:nvGrpSpPr>
              <p:cNvPr id="4986" name="Google Shape;4986;p386"/>
              <p:cNvGrpSpPr/>
              <p:nvPr/>
            </p:nvGrpSpPr>
            <p:grpSpPr>
              <a:xfrm>
                <a:off x="4302826" y="4959563"/>
                <a:ext cx="863988" cy="1142612"/>
                <a:chOff x="5347226" y="5084438"/>
                <a:chExt cx="863988" cy="1142612"/>
              </a:xfrm>
            </p:grpSpPr>
            <p:pic>
              <p:nvPicPr>
                <p:cNvPr id="4987" name="Google Shape;4987;p386"/>
                <p:cNvPicPr preferRelativeResize="0"/>
                <p:nvPr/>
              </p:nvPicPr>
              <p:blipFill rotWithShape="1">
                <a:blip r:embed="rId4">
                  <a:alphaModFix/>
                </a:blip>
                <a:srcRect b="0" l="0" r="0" t="0"/>
                <a:stretch/>
              </p:blipFill>
              <p:spPr>
                <a:xfrm>
                  <a:off x="5347226" y="5084438"/>
                  <a:ext cx="863988" cy="863986"/>
                </a:xfrm>
                <a:prstGeom prst="rect">
                  <a:avLst/>
                </a:prstGeom>
                <a:noFill/>
                <a:ln>
                  <a:noFill/>
                </a:ln>
              </p:spPr>
            </p:pic>
            <p:sp>
              <p:nvSpPr>
                <p:cNvPr id="4988" name="Google Shape;4988;p386"/>
                <p:cNvSpPr txBox="1"/>
                <p:nvPr/>
              </p:nvSpPr>
              <p:spPr>
                <a:xfrm>
                  <a:off x="5413375" y="5877550"/>
                  <a:ext cx="731700" cy="34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Red Hat Text"/>
                      <a:ea typeface="Red Hat Text"/>
                      <a:cs typeface="Red Hat Text"/>
                      <a:sym typeface="Red Hat Text"/>
                    </a:rPr>
                    <a:t>Kafka app</a:t>
                  </a:r>
                  <a:endParaRPr sz="1100">
                    <a:latin typeface="Red Hat Text"/>
                    <a:ea typeface="Red Hat Text"/>
                    <a:cs typeface="Red Hat Text"/>
                    <a:sym typeface="Red Hat Text"/>
                  </a:endParaRPr>
                </a:p>
              </p:txBody>
            </p:sp>
          </p:grpSp>
          <p:grpSp>
            <p:nvGrpSpPr>
              <p:cNvPr id="4989" name="Google Shape;4989;p386"/>
              <p:cNvGrpSpPr/>
              <p:nvPr/>
            </p:nvGrpSpPr>
            <p:grpSpPr>
              <a:xfrm>
                <a:off x="5064826" y="4959563"/>
                <a:ext cx="863988" cy="1142612"/>
                <a:chOff x="5347226" y="5084438"/>
                <a:chExt cx="863988" cy="1142612"/>
              </a:xfrm>
            </p:grpSpPr>
            <p:pic>
              <p:nvPicPr>
                <p:cNvPr id="4990" name="Google Shape;4990;p386"/>
                <p:cNvPicPr preferRelativeResize="0"/>
                <p:nvPr/>
              </p:nvPicPr>
              <p:blipFill rotWithShape="1">
                <a:blip r:embed="rId4">
                  <a:alphaModFix/>
                </a:blip>
                <a:srcRect b="0" l="0" r="0" t="0"/>
                <a:stretch/>
              </p:blipFill>
              <p:spPr>
                <a:xfrm>
                  <a:off x="5347226" y="5084438"/>
                  <a:ext cx="863988" cy="863986"/>
                </a:xfrm>
                <a:prstGeom prst="rect">
                  <a:avLst/>
                </a:prstGeom>
                <a:noFill/>
                <a:ln>
                  <a:noFill/>
                </a:ln>
              </p:spPr>
            </p:pic>
            <p:sp>
              <p:nvSpPr>
                <p:cNvPr id="4991" name="Google Shape;4991;p386"/>
                <p:cNvSpPr txBox="1"/>
                <p:nvPr/>
              </p:nvSpPr>
              <p:spPr>
                <a:xfrm>
                  <a:off x="5413375" y="5877550"/>
                  <a:ext cx="731700" cy="34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Red Hat Text"/>
                      <a:ea typeface="Red Hat Text"/>
                      <a:cs typeface="Red Hat Text"/>
                      <a:sym typeface="Red Hat Text"/>
                    </a:rPr>
                    <a:t>Kafka app</a:t>
                  </a:r>
                  <a:endParaRPr sz="1100">
                    <a:latin typeface="Red Hat Text"/>
                    <a:ea typeface="Red Hat Text"/>
                    <a:cs typeface="Red Hat Text"/>
                    <a:sym typeface="Red Hat Text"/>
                  </a:endParaRPr>
                </a:p>
              </p:txBody>
            </p:sp>
          </p:grpSp>
          <p:grpSp>
            <p:nvGrpSpPr>
              <p:cNvPr id="4992" name="Google Shape;4992;p386"/>
              <p:cNvGrpSpPr/>
              <p:nvPr/>
            </p:nvGrpSpPr>
            <p:grpSpPr>
              <a:xfrm>
                <a:off x="6588824" y="4959563"/>
                <a:ext cx="864000" cy="1142612"/>
                <a:chOff x="3934499" y="5084438"/>
                <a:chExt cx="864000" cy="1142612"/>
              </a:xfrm>
            </p:grpSpPr>
            <p:pic>
              <p:nvPicPr>
                <p:cNvPr id="4993" name="Google Shape;4993;p386"/>
                <p:cNvPicPr preferRelativeResize="0"/>
                <p:nvPr/>
              </p:nvPicPr>
              <p:blipFill rotWithShape="1">
                <a:blip r:embed="rId3">
                  <a:alphaModFix/>
                </a:blip>
                <a:srcRect b="0" l="0" r="0" t="0"/>
                <a:stretch/>
              </p:blipFill>
              <p:spPr>
                <a:xfrm>
                  <a:off x="3934505" y="5084438"/>
                  <a:ext cx="863988" cy="863986"/>
                </a:xfrm>
                <a:prstGeom prst="rect">
                  <a:avLst/>
                </a:prstGeom>
                <a:noFill/>
                <a:ln>
                  <a:noFill/>
                </a:ln>
              </p:spPr>
            </p:pic>
            <p:sp>
              <p:nvSpPr>
                <p:cNvPr id="4994" name="Google Shape;4994;p386"/>
                <p:cNvSpPr txBox="1"/>
                <p:nvPr/>
              </p:nvSpPr>
              <p:spPr>
                <a:xfrm>
                  <a:off x="3934499" y="5877550"/>
                  <a:ext cx="864000" cy="34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latin typeface="Red Hat Text"/>
                      <a:ea typeface="Red Hat Text"/>
                      <a:cs typeface="Red Hat Text"/>
                      <a:sym typeface="Red Hat Text"/>
                    </a:rPr>
                    <a:t>Kafka</a:t>
                  </a:r>
                  <a:endParaRPr sz="1100">
                    <a:latin typeface="Red Hat Text"/>
                    <a:ea typeface="Red Hat Text"/>
                    <a:cs typeface="Red Hat Text"/>
                    <a:sym typeface="Red Hat Text"/>
                  </a:endParaRPr>
                </a:p>
                <a:p>
                  <a:pPr indent="0" lvl="0" marL="0" rtl="0" algn="ctr">
                    <a:spcBef>
                      <a:spcPts val="0"/>
                    </a:spcBef>
                    <a:spcAft>
                      <a:spcPts val="0"/>
                    </a:spcAft>
                    <a:buNone/>
                  </a:pPr>
                  <a:r>
                    <a:rPr lang="en" sz="1100">
                      <a:latin typeface="Red Hat Text"/>
                      <a:ea typeface="Red Hat Text"/>
                      <a:cs typeface="Red Hat Text"/>
                      <a:sym typeface="Red Hat Text"/>
                    </a:rPr>
                    <a:t> client</a:t>
                  </a:r>
                  <a:endParaRPr sz="1100">
                    <a:latin typeface="Red Hat Text"/>
                    <a:ea typeface="Red Hat Text"/>
                    <a:cs typeface="Red Hat Text"/>
                    <a:sym typeface="Red Hat Text"/>
                  </a:endParaRPr>
                </a:p>
              </p:txBody>
            </p:sp>
          </p:grpSp>
          <p:cxnSp>
            <p:nvCxnSpPr>
              <p:cNvPr id="4995" name="Google Shape;4995;p386"/>
              <p:cNvCxnSpPr/>
              <p:nvPr/>
            </p:nvCxnSpPr>
            <p:spPr>
              <a:xfrm rot="10800000">
                <a:off x="4734820" y="4283867"/>
                <a:ext cx="0" cy="774600"/>
              </a:xfrm>
              <a:prstGeom prst="straightConnector1">
                <a:avLst/>
              </a:prstGeom>
              <a:noFill/>
              <a:ln cap="flat" cmpd="sng" w="28575">
                <a:solidFill>
                  <a:schemeClr val="accent1"/>
                </a:solidFill>
                <a:prstDash val="solid"/>
                <a:round/>
                <a:headEnd len="med" w="med" type="none"/>
                <a:tailEnd len="med" w="med" type="none"/>
              </a:ln>
            </p:spPr>
          </p:cxnSp>
        </p:grpSp>
        <p:pic>
          <p:nvPicPr>
            <p:cNvPr descr="Image result for twitter logo" id="4996" name="Google Shape;4996;p386"/>
            <p:cNvPicPr preferRelativeResize="0"/>
            <p:nvPr/>
          </p:nvPicPr>
          <p:blipFill>
            <a:blip r:embed="rId5">
              <a:alphaModFix/>
            </a:blip>
            <a:stretch>
              <a:fillRect/>
            </a:stretch>
          </p:blipFill>
          <p:spPr>
            <a:xfrm>
              <a:off x="11067257" y="4185361"/>
              <a:ext cx="577768" cy="437729"/>
            </a:xfrm>
            <a:prstGeom prst="rect">
              <a:avLst/>
            </a:prstGeom>
            <a:noFill/>
            <a:ln>
              <a:noFill/>
            </a:ln>
          </p:spPr>
        </p:pic>
        <p:pic>
          <p:nvPicPr>
            <p:cNvPr descr="Image result for facebook logo" id="4997" name="Google Shape;4997;p386"/>
            <p:cNvPicPr preferRelativeResize="0"/>
            <p:nvPr/>
          </p:nvPicPr>
          <p:blipFill>
            <a:blip r:embed="rId6">
              <a:alphaModFix/>
            </a:blip>
            <a:stretch>
              <a:fillRect/>
            </a:stretch>
          </p:blipFill>
          <p:spPr>
            <a:xfrm>
              <a:off x="11079268" y="4720621"/>
              <a:ext cx="260774" cy="271885"/>
            </a:xfrm>
            <a:prstGeom prst="rect">
              <a:avLst/>
            </a:prstGeom>
            <a:noFill/>
            <a:ln>
              <a:noFill/>
            </a:ln>
          </p:spPr>
        </p:pic>
        <p:pic>
          <p:nvPicPr>
            <p:cNvPr descr="Image result for slack logo" id="4998" name="Google Shape;4998;p386"/>
            <p:cNvPicPr preferRelativeResize="0"/>
            <p:nvPr/>
          </p:nvPicPr>
          <p:blipFill>
            <a:blip r:embed="rId7">
              <a:alphaModFix/>
            </a:blip>
            <a:stretch>
              <a:fillRect/>
            </a:stretch>
          </p:blipFill>
          <p:spPr>
            <a:xfrm>
              <a:off x="11185903" y="3789307"/>
              <a:ext cx="340497" cy="355005"/>
            </a:xfrm>
            <a:prstGeom prst="rect">
              <a:avLst/>
            </a:prstGeom>
            <a:noFill/>
            <a:ln>
              <a:noFill/>
            </a:ln>
          </p:spPr>
        </p:pic>
        <p:pic>
          <p:nvPicPr>
            <p:cNvPr descr="Image result for github logo" id="4999" name="Google Shape;4999;p386"/>
            <p:cNvPicPr preferRelativeResize="0"/>
            <p:nvPr/>
          </p:nvPicPr>
          <p:blipFill>
            <a:blip r:embed="rId8">
              <a:alphaModFix/>
            </a:blip>
            <a:stretch>
              <a:fillRect/>
            </a:stretch>
          </p:blipFill>
          <p:spPr>
            <a:xfrm>
              <a:off x="10999725" y="3326729"/>
              <a:ext cx="419846" cy="437729"/>
            </a:xfrm>
            <a:prstGeom prst="rect">
              <a:avLst/>
            </a:prstGeom>
            <a:noFill/>
            <a:ln>
              <a:noFill/>
            </a:ln>
          </p:spPr>
        </p:pic>
        <p:grpSp>
          <p:nvGrpSpPr>
            <p:cNvPr id="5000" name="Google Shape;5000;p386"/>
            <p:cNvGrpSpPr/>
            <p:nvPr/>
          </p:nvGrpSpPr>
          <p:grpSpPr>
            <a:xfrm>
              <a:off x="475457" y="2614889"/>
              <a:ext cx="1309614" cy="3030703"/>
              <a:chOff x="704057" y="2614889"/>
              <a:chExt cx="1309614" cy="3030703"/>
            </a:xfrm>
          </p:grpSpPr>
          <p:pic>
            <p:nvPicPr>
              <p:cNvPr descr="Image result for twitter logo" id="5001" name="Google Shape;5001;p386"/>
              <p:cNvPicPr preferRelativeResize="0"/>
              <p:nvPr/>
            </p:nvPicPr>
            <p:blipFill>
              <a:blip r:embed="rId5">
                <a:alphaModFix/>
              </a:blip>
              <a:stretch>
                <a:fillRect/>
              </a:stretch>
            </p:blipFill>
            <p:spPr>
              <a:xfrm>
                <a:off x="704057" y="4185361"/>
                <a:ext cx="577768" cy="437729"/>
              </a:xfrm>
              <a:prstGeom prst="rect">
                <a:avLst/>
              </a:prstGeom>
              <a:noFill/>
              <a:ln>
                <a:noFill/>
              </a:ln>
            </p:spPr>
          </p:pic>
          <p:pic>
            <p:nvPicPr>
              <p:cNvPr descr="Image result for facebook logo" id="5002" name="Google Shape;5002;p386"/>
              <p:cNvPicPr preferRelativeResize="0"/>
              <p:nvPr/>
            </p:nvPicPr>
            <p:blipFill>
              <a:blip r:embed="rId6">
                <a:alphaModFix/>
              </a:blip>
              <a:stretch>
                <a:fillRect/>
              </a:stretch>
            </p:blipFill>
            <p:spPr>
              <a:xfrm>
                <a:off x="1020868" y="4720621"/>
                <a:ext cx="260774" cy="271885"/>
              </a:xfrm>
              <a:prstGeom prst="rect">
                <a:avLst/>
              </a:prstGeom>
              <a:noFill/>
              <a:ln>
                <a:noFill/>
              </a:ln>
            </p:spPr>
          </p:pic>
          <p:pic>
            <p:nvPicPr>
              <p:cNvPr descr="Image result for slack logo" id="5003" name="Google Shape;5003;p386"/>
              <p:cNvPicPr preferRelativeResize="0"/>
              <p:nvPr/>
            </p:nvPicPr>
            <p:blipFill>
              <a:blip r:embed="rId7">
                <a:alphaModFix/>
              </a:blip>
              <a:stretch>
                <a:fillRect/>
              </a:stretch>
            </p:blipFill>
            <p:spPr>
              <a:xfrm>
                <a:off x="822703" y="3789307"/>
                <a:ext cx="340497" cy="355005"/>
              </a:xfrm>
              <a:prstGeom prst="rect">
                <a:avLst/>
              </a:prstGeom>
              <a:noFill/>
              <a:ln>
                <a:noFill/>
              </a:ln>
            </p:spPr>
          </p:pic>
          <p:pic>
            <p:nvPicPr>
              <p:cNvPr descr="Image result for github logo" id="5004" name="Google Shape;5004;p386"/>
              <p:cNvPicPr preferRelativeResize="0"/>
              <p:nvPr/>
            </p:nvPicPr>
            <p:blipFill>
              <a:blip r:embed="rId8">
                <a:alphaModFix/>
              </a:blip>
              <a:stretch>
                <a:fillRect/>
              </a:stretch>
            </p:blipFill>
            <p:spPr>
              <a:xfrm>
                <a:off x="941325" y="3326729"/>
                <a:ext cx="419846" cy="437729"/>
              </a:xfrm>
              <a:prstGeom prst="rect">
                <a:avLst/>
              </a:prstGeom>
              <a:noFill/>
              <a:ln>
                <a:noFill/>
              </a:ln>
            </p:spPr>
          </p:pic>
          <p:pic>
            <p:nvPicPr>
              <p:cNvPr descr="Image result for telegram logo" id="5005" name="Google Shape;5005;p386"/>
              <p:cNvPicPr preferRelativeResize="0"/>
              <p:nvPr/>
            </p:nvPicPr>
            <p:blipFill>
              <a:blip r:embed="rId9">
                <a:alphaModFix/>
              </a:blip>
              <a:stretch>
                <a:fillRect/>
              </a:stretch>
            </p:blipFill>
            <p:spPr>
              <a:xfrm>
                <a:off x="1183592" y="5098686"/>
                <a:ext cx="340497" cy="355005"/>
              </a:xfrm>
              <a:prstGeom prst="rect">
                <a:avLst/>
              </a:prstGeom>
              <a:noFill/>
              <a:ln>
                <a:noFill/>
              </a:ln>
            </p:spPr>
          </p:pic>
          <p:pic>
            <p:nvPicPr>
              <p:cNvPr descr="Image result for salesforce logo" id="5006" name="Google Shape;5006;p386"/>
              <p:cNvPicPr preferRelativeResize="0"/>
              <p:nvPr/>
            </p:nvPicPr>
            <p:blipFill>
              <a:blip r:embed="rId10">
                <a:alphaModFix/>
              </a:blip>
              <a:stretch>
                <a:fillRect/>
              </a:stretch>
            </p:blipFill>
            <p:spPr>
              <a:xfrm>
                <a:off x="1110692" y="2946881"/>
                <a:ext cx="486320" cy="355005"/>
              </a:xfrm>
              <a:prstGeom prst="rect">
                <a:avLst/>
              </a:prstGeom>
              <a:noFill/>
              <a:ln>
                <a:noFill/>
              </a:ln>
            </p:spPr>
          </p:pic>
          <p:pic>
            <p:nvPicPr>
              <p:cNvPr descr="Image result for servicenow logo" id="5007" name="Google Shape;5007;p386"/>
              <p:cNvPicPr preferRelativeResize="0"/>
              <p:nvPr/>
            </p:nvPicPr>
            <p:blipFill>
              <a:blip r:embed="rId11">
                <a:alphaModFix/>
              </a:blip>
              <a:stretch>
                <a:fillRect/>
              </a:stretch>
            </p:blipFill>
            <p:spPr>
              <a:xfrm>
                <a:off x="1633503" y="5290586"/>
                <a:ext cx="340497" cy="355005"/>
              </a:xfrm>
              <a:prstGeom prst="rect">
                <a:avLst/>
              </a:prstGeom>
              <a:noFill/>
              <a:ln>
                <a:noFill/>
              </a:ln>
            </p:spPr>
          </p:pic>
          <p:pic>
            <p:nvPicPr>
              <p:cNvPr descr="Image result for gmail logo" id="5008" name="Google Shape;5008;p386"/>
              <p:cNvPicPr preferRelativeResize="0"/>
              <p:nvPr/>
            </p:nvPicPr>
            <p:blipFill>
              <a:blip r:embed="rId12">
                <a:alphaModFix/>
              </a:blip>
              <a:stretch>
                <a:fillRect/>
              </a:stretch>
            </p:blipFill>
            <p:spPr>
              <a:xfrm>
                <a:off x="1593829" y="2614889"/>
                <a:ext cx="419841" cy="331983"/>
              </a:xfrm>
              <a:prstGeom prst="rect">
                <a:avLst/>
              </a:prstGeom>
              <a:noFill/>
              <a:ln>
                <a:noFill/>
              </a:ln>
            </p:spPr>
          </p:pic>
        </p:grpSp>
        <p:cxnSp>
          <p:nvCxnSpPr>
            <p:cNvPr id="5009" name="Google Shape;5009;p386"/>
            <p:cNvCxnSpPr/>
            <p:nvPr/>
          </p:nvCxnSpPr>
          <p:spPr>
            <a:xfrm>
              <a:off x="1694100" y="2979975"/>
              <a:ext cx="681000" cy="986400"/>
            </a:xfrm>
            <a:prstGeom prst="straightConnector1">
              <a:avLst/>
            </a:prstGeom>
            <a:noFill/>
            <a:ln cap="flat" cmpd="sng" w="19050">
              <a:solidFill>
                <a:schemeClr val="accent1"/>
              </a:solidFill>
              <a:prstDash val="solid"/>
              <a:round/>
              <a:headEnd len="med" w="med" type="none"/>
              <a:tailEnd len="med" w="med" type="none"/>
            </a:ln>
          </p:spPr>
        </p:cxnSp>
        <p:cxnSp>
          <p:nvCxnSpPr>
            <p:cNvPr id="5010" name="Google Shape;5010;p386"/>
            <p:cNvCxnSpPr/>
            <p:nvPr/>
          </p:nvCxnSpPr>
          <p:spPr>
            <a:xfrm>
              <a:off x="1346687" y="3251637"/>
              <a:ext cx="1028400" cy="715200"/>
            </a:xfrm>
            <a:prstGeom prst="straightConnector1">
              <a:avLst/>
            </a:prstGeom>
            <a:noFill/>
            <a:ln cap="flat" cmpd="sng" w="19050">
              <a:solidFill>
                <a:schemeClr val="accent1"/>
              </a:solidFill>
              <a:prstDash val="solid"/>
              <a:round/>
              <a:headEnd len="med" w="med" type="none"/>
              <a:tailEnd len="med" w="med" type="none"/>
            </a:ln>
          </p:spPr>
        </p:cxnSp>
        <p:cxnSp>
          <p:nvCxnSpPr>
            <p:cNvPr id="5011" name="Google Shape;5011;p386"/>
            <p:cNvCxnSpPr/>
            <p:nvPr/>
          </p:nvCxnSpPr>
          <p:spPr>
            <a:xfrm>
              <a:off x="1132487" y="3621837"/>
              <a:ext cx="1242600" cy="345000"/>
            </a:xfrm>
            <a:prstGeom prst="straightConnector1">
              <a:avLst/>
            </a:prstGeom>
            <a:noFill/>
            <a:ln cap="flat" cmpd="sng" w="19050">
              <a:solidFill>
                <a:schemeClr val="accent1"/>
              </a:solidFill>
              <a:prstDash val="solid"/>
              <a:round/>
              <a:headEnd len="med" w="med" type="none"/>
              <a:tailEnd len="med" w="med" type="none"/>
            </a:ln>
          </p:spPr>
        </p:cxnSp>
        <p:cxnSp>
          <p:nvCxnSpPr>
            <p:cNvPr id="5012" name="Google Shape;5012;p386"/>
            <p:cNvCxnSpPr/>
            <p:nvPr/>
          </p:nvCxnSpPr>
          <p:spPr>
            <a:xfrm>
              <a:off x="1010687" y="3966837"/>
              <a:ext cx="1364400" cy="0"/>
            </a:xfrm>
            <a:prstGeom prst="straightConnector1">
              <a:avLst/>
            </a:prstGeom>
            <a:noFill/>
            <a:ln cap="flat" cmpd="sng" w="19050">
              <a:solidFill>
                <a:schemeClr val="accent1"/>
              </a:solidFill>
              <a:prstDash val="solid"/>
              <a:round/>
              <a:headEnd len="med" w="med" type="none"/>
              <a:tailEnd len="med" w="med" type="none"/>
            </a:ln>
          </p:spPr>
        </p:cxnSp>
        <p:cxnSp>
          <p:nvCxnSpPr>
            <p:cNvPr id="5013" name="Google Shape;5013;p386"/>
            <p:cNvCxnSpPr>
              <a:stCxn id="5001" idx="3"/>
            </p:cNvCxnSpPr>
            <p:nvPr/>
          </p:nvCxnSpPr>
          <p:spPr>
            <a:xfrm flipH="1" rot="10800000">
              <a:off x="1053225" y="3969826"/>
              <a:ext cx="1314300" cy="434400"/>
            </a:xfrm>
            <a:prstGeom prst="straightConnector1">
              <a:avLst/>
            </a:prstGeom>
            <a:noFill/>
            <a:ln cap="flat" cmpd="sng" w="19050">
              <a:solidFill>
                <a:schemeClr val="accent1"/>
              </a:solidFill>
              <a:prstDash val="solid"/>
              <a:round/>
              <a:headEnd len="med" w="med" type="none"/>
              <a:tailEnd len="med" w="med" type="none"/>
            </a:ln>
          </p:spPr>
        </p:cxnSp>
        <p:cxnSp>
          <p:nvCxnSpPr>
            <p:cNvPr id="5014" name="Google Shape;5014;p386"/>
            <p:cNvCxnSpPr/>
            <p:nvPr/>
          </p:nvCxnSpPr>
          <p:spPr>
            <a:xfrm flipH="1" rot="10800000">
              <a:off x="1129187" y="3966837"/>
              <a:ext cx="1245900" cy="737400"/>
            </a:xfrm>
            <a:prstGeom prst="straightConnector1">
              <a:avLst/>
            </a:prstGeom>
            <a:noFill/>
            <a:ln cap="flat" cmpd="sng" w="19050">
              <a:solidFill>
                <a:schemeClr val="accent1"/>
              </a:solidFill>
              <a:prstDash val="solid"/>
              <a:round/>
              <a:headEnd len="med" w="med" type="none"/>
              <a:tailEnd len="med" w="med" type="none"/>
            </a:ln>
          </p:spPr>
        </p:cxnSp>
        <p:cxnSp>
          <p:nvCxnSpPr>
            <p:cNvPr id="5015" name="Google Shape;5015;p386"/>
            <p:cNvCxnSpPr/>
            <p:nvPr/>
          </p:nvCxnSpPr>
          <p:spPr>
            <a:xfrm flipH="1" rot="10800000">
              <a:off x="1267487" y="3966837"/>
              <a:ext cx="1107600" cy="1106700"/>
            </a:xfrm>
            <a:prstGeom prst="straightConnector1">
              <a:avLst/>
            </a:prstGeom>
            <a:noFill/>
            <a:ln cap="flat" cmpd="sng" w="19050">
              <a:solidFill>
                <a:schemeClr val="accent1"/>
              </a:solidFill>
              <a:prstDash val="solid"/>
              <a:round/>
              <a:headEnd len="med" w="med" type="none"/>
              <a:tailEnd len="med" w="med" type="none"/>
            </a:ln>
          </p:spPr>
        </p:cxnSp>
        <p:cxnSp>
          <p:nvCxnSpPr>
            <p:cNvPr id="5016" name="Google Shape;5016;p386"/>
            <p:cNvCxnSpPr/>
            <p:nvPr/>
          </p:nvCxnSpPr>
          <p:spPr>
            <a:xfrm flipH="1" rot="10800000">
              <a:off x="1651487" y="3966837"/>
              <a:ext cx="723600" cy="1247400"/>
            </a:xfrm>
            <a:prstGeom prst="straightConnector1">
              <a:avLst/>
            </a:prstGeom>
            <a:noFill/>
            <a:ln cap="flat" cmpd="sng" w="19050">
              <a:solidFill>
                <a:schemeClr val="accent1"/>
              </a:solidFill>
              <a:prstDash val="solid"/>
              <a:round/>
              <a:headEnd len="med" w="med" type="none"/>
              <a:tailEnd len="med" w="med" type="none"/>
            </a:ln>
          </p:spPr>
        </p:cxnSp>
        <p:cxnSp>
          <p:nvCxnSpPr>
            <p:cNvPr id="5017" name="Google Shape;5017;p386"/>
            <p:cNvCxnSpPr>
              <a:endCxn id="5018" idx="1"/>
            </p:cNvCxnSpPr>
            <p:nvPr/>
          </p:nvCxnSpPr>
          <p:spPr>
            <a:xfrm flipH="1" rot="10800000">
              <a:off x="2357387" y="3966837"/>
              <a:ext cx="246300" cy="3000"/>
            </a:xfrm>
            <a:prstGeom prst="straightConnector1">
              <a:avLst/>
            </a:prstGeom>
            <a:noFill/>
            <a:ln cap="flat" cmpd="sng" w="19050">
              <a:solidFill>
                <a:schemeClr val="accent1"/>
              </a:solidFill>
              <a:prstDash val="solid"/>
              <a:round/>
              <a:headEnd len="med" w="med" type="none"/>
              <a:tailEnd len="med" w="med" type="stealth"/>
            </a:ln>
          </p:spPr>
        </p:cxnSp>
        <p:pic>
          <p:nvPicPr>
            <p:cNvPr descr="Image result for telegram logo" id="5019" name="Google Shape;5019;p386"/>
            <p:cNvPicPr preferRelativeResize="0"/>
            <p:nvPr/>
          </p:nvPicPr>
          <p:blipFill>
            <a:blip r:embed="rId9">
              <a:alphaModFix/>
            </a:blip>
            <a:stretch>
              <a:fillRect/>
            </a:stretch>
          </p:blipFill>
          <p:spPr>
            <a:xfrm>
              <a:off x="10784792" y="5098686"/>
              <a:ext cx="340497" cy="355005"/>
            </a:xfrm>
            <a:prstGeom prst="rect">
              <a:avLst/>
            </a:prstGeom>
            <a:noFill/>
            <a:ln>
              <a:noFill/>
            </a:ln>
          </p:spPr>
        </p:pic>
        <p:pic>
          <p:nvPicPr>
            <p:cNvPr descr="Image result for salesforce logo" id="5020" name="Google Shape;5020;p386"/>
            <p:cNvPicPr preferRelativeResize="0"/>
            <p:nvPr/>
          </p:nvPicPr>
          <p:blipFill>
            <a:blip r:embed="rId10">
              <a:alphaModFix/>
            </a:blip>
            <a:stretch>
              <a:fillRect/>
            </a:stretch>
          </p:blipFill>
          <p:spPr>
            <a:xfrm>
              <a:off x="10711892" y="2946881"/>
              <a:ext cx="486320" cy="355005"/>
            </a:xfrm>
            <a:prstGeom prst="rect">
              <a:avLst/>
            </a:prstGeom>
            <a:noFill/>
            <a:ln>
              <a:noFill/>
            </a:ln>
          </p:spPr>
        </p:pic>
        <p:pic>
          <p:nvPicPr>
            <p:cNvPr descr="Image result for servicenow logo" id="5021" name="Google Shape;5021;p386"/>
            <p:cNvPicPr preferRelativeResize="0"/>
            <p:nvPr/>
          </p:nvPicPr>
          <p:blipFill>
            <a:blip r:embed="rId11">
              <a:alphaModFix/>
            </a:blip>
            <a:stretch>
              <a:fillRect/>
            </a:stretch>
          </p:blipFill>
          <p:spPr>
            <a:xfrm>
              <a:off x="10320303" y="5290586"/>
              <a:ext cx="340497" cy="355005"/>
            </a:xfrm>
            <a:prstGeom prst="rect">
              <a:avLst/>
            </a:prstGeom>
            <a:noFill/>
            <a:ln>
              <a:noFill/>
            </a:ln>
          </p:spPr>
        </p:pic>
        <p:pic>
          <p:nvPicPr>
            <p:cNvPr descr="Image result for gmail logo" id="5022" name="Google Shape;5022;p386"/>
            <p:cNvPicPr preferRelativeResize="0"/>
            <p:nvPr/>
          </p:nvPicPr>
          <p:blipFill>
            <a:blip r:embed="rId12">
              <a:alphaModFix/>
            </a:blip>
            <a:stretch>
              <a:fillRect/>
            </a:stretch>
          </p:blipFill>
          <p:spPr>
            <a:xfrm>
              <a:off x="10280629" y="2614889"/>
              <a:ext cx="419841" cy="331983"/>
            </a:xfrm>
            <a:prstGeom prst="rect">
              <a:avLst/>
            </a:prstGeom>
            <a:noFill/>
            <a:ln>
              <a:noFill/>
            </a:ln>
          </p:spPr>
        </p:pic>
        <p:cxnSp>
          <p:nvCxnSpPr>
            <p:cNvPr id="5023" name="Google Shape;5023;p386"/>
            <p:cNvCxnSpPr>
              <a:stCxn id="5018" idx="3"/>
            </p:cNvCxnSpPr>
            <p:nvPr/>
          </p:nvCxnSpPr>
          <p:spPr>
            <a:xfrm flipH="1" rot="10800000">
              <a:off x="9287414" y="3010437"/>
              <a:ext cx="938400" cy="956400"/>
            </a:xfrm>
            <a:prstGeom prst="straightConnector1">
              <a:avLst/>
            </a:prstGeom>
            <a:noFill/>
            <a:ln cap="flat" cmpd="sng" w="19050">
              <a:solidFill>
                <a:schemeClr val="accent1"/>
              </a:solidFill>
              <a:prstDash val="solid"/>
              <a:round/>
              <a:headEnd len="med" w="med" type="none"/>
              <a:tailEnd len="med" w="med" type="stealth"/>
            </a:ln>
          </p:spPr>
        </p:cxnSp>
        <p:cxnSp>
          <p:nvCxnSpPr>
            <p:cNvPr id="5024" name="Google Shape;5024;p386"/>
            <p:cNvCxnSpPr>
              <a:stCxn id="5018" idx="3"/>
            </p:cNvCxnSpPr>
            <p:nvPr/>
          </p:nvCxnSpPr>
          <p:spPr>
            <a:xfrm flipH="1" rot="10800000">
              <a:off x="9287414" y="3205437"/>
              <a:ext cx="1389000" cy="761400"/>
            </a:xfrm>
            <a:prstGeom prst="straightConnector1">
              <a:avLst/>
            </a:prstGeom>
            <a:noFill/>
            <a:ln cap="flat" cmpd="sng" w="19050">
              <a:solidFill>
                <a:schemeClr val="accent1"/>
              </a:solidFill>
              <a:prstDash val="solid"/>
              <a:round/>
              <a:headEnd len="med" w="med" type="none"/>
              <a:tailEnd len="med" w="med" type="stealth"/>
            </a:ln>
          </p:spPr>
        </p:cxnSp>
        <p:cxnSp>
          <p:nvCxnSpPr>
            <p:cNvPr id="5025" name="Google Shape;5025;p386"/>
            <p:cNvCxnSpPr>
              <a:stCxn id="5018" idx="3"/>
            </p:cNvCxnSpPr>
            <p:nvPr/>
          </p:nvCxnSpPr>
          <p:spPr>
            <a:xfrm flipH="1" rot="10800000">
              <a:off x="9287414" y="3586437"/>
              <a:ext cx="1693800" cy="380400"/>
            </a:xfrm>
            <a:prstGeom prst="straightConnector1">
              <a:avLst/>
            </a:prstGeom>
            <a:noFill/>
            <a:ln cap="flat" cmpd="sng" w="19050">
              <a:solidFill>
                <a:schemeClr val="accent1"/>
              </a:solidFill>
              <a:prstDash val="solid"/>
              <a:round/>
              <a:headEnd len="med" w="med" type="none"/>
              <a:tailEnd len="med" w="med" type="stealth"/>
            </a:ln>
          </p:spPr>
        </p:cxnSp>
        <p:cxnSp>
          <p:nvCxnSpPr>
            <p:cNvPr id="5026" name="Google Shape;5026;p386"/>
            <p:cNvCxnSpPr>
              <a:stCxn id="5018" idx="3"/>
            </p:cNvCxnSpPr>
            <p:nvPr/>
          </p:nvCxnSpPr>
          <p:spPr>
            <a:xfrm>
              <a:off x="9287414" y="3966837"/>
              <a:ext cx="1846200" cy="600"/>
            </a:xfrm>
            <a:prstGeom prst="straightConnector1">
              <a:avLst/>
            </a:prstGeom>
            <a:noFill/>
            <a:ln cap="flat" cmpd="sng" w="19050">
              <a:solidFill>
                <a:schemeClr val="accent1"/>
              </a:solidFill>
              <a:prstDash val="solid"/>
              <a:round/>
              <a:headEnd len="med" w="med" type="none"/>
              <a:tailEnd len="med" w="med" type="stealth"/>
            </a:ln>
          </p:spPr>
        </p:cxnSp>
        <p:cxnSp>
          <p:nvCxnSpPr>
            <p:cNvPr id="5027" name="Google Shape;5027;p386"/>
            <p:cNvCxnSpPr>
              <a:stCxn id="5018" idx="3"/>
            </p:cNvCxnSpPr>
            <p:nvPr/>
          </p:nvCxnSpPr>
          <p:spPr>
            <a:xfrm>
              <a:off x="9287414" y="3966837"/>
              <a:ext cx="1810800" cy="381600"/>
            </a:xfrm>
            <a:prstGeom prst="straightConnector1">
              <a:avLst/>
            </a:prstGeom>
            <a:noFill/>
            <a:ln cap="flat" cmpd="sng" w="19050">
              <a:solidFill>
                <a:schemeClr val="accent1"/>
              </a:solidFill>
              <a:prstDash val="solid"/>
              <a:round/>
              <a:headEnd len="med" w="med" type="none"/>
              <a:tailEnd len="med" w="med" type="stealth"/>
            </a:ln>
          </p:spPr>
        </p:cxnSp>
        <p:cxnSp>
          <p:nvCxnSpPr>
            <p:cNvPr id="5028" name="Google Shape;5028;p386"/>
            <p:cNvCxnSpPr>
              <a:stCxn id="5018" idx="3"/>
            </p:cNvCxnSpPr>
            <p:nvPr/>
          </p:nvCxnSpPr>
          <p:spPr>
            <a:xfrm>
              <a:off x="9287414" y="3966837"/>
              <a:ext cx="1734600" cy="762600"/>
            </a:xfrm>
            <a:prstGeom prst="straightConnector1">
              <a:avLst/>
            </a:prstGeom>
            <a:noFill/>
            <a:ln cap="flat" cmpd="sng" w="19050">
              <a:solidFill>
                <a:schemeClr val="accent1"/>
              </a:solidFill>
              <a:prstDash val="solid"/>
              <a:round/>
              <a:headEnd len="med" w="med" type="none"/>
              <a:tailEnd len="med" w="med" type="stealth"/>
            </a:ln>
          </p:spPr>
        </p:cxnSp>
        <p:cxnSp>
          <p:nvCxnSpPr>
            <p:cNvPr id="5029" name="Google Shape;5029;p386"/>
            <p:cNvCxnSpPr>
              <a:stCxn id="5018" idx="3"/>
            </p:cNvCxnSpPr>
            <p:nvPr/>
          </p:nvCxnSpPr>
          <p:spPr>
            <a:xfrm>
              <a:off x="9287414" y="3966837"/>
              <a:ext cx="1526400" cy="1108200"/>
            </a:xfrm>
            <a:prstGeom prst="straightConnector1">
              <a:avLst/>
            </a:prstGeom>
            <a:noFill/>
            <a:ln cap="flat" cmpd="sng" w="19050">
              <a:solidFill>
                <a:schemeClr val="accent1"/>
              </a:solidFill>
              <a:prstDash val="solid"/>
              <a:round/>
              <a:headEnd len="med" w="med" type="none"/>
              <a:tailEnd len="med" w="med" type="stealth"/>
            </a:ln>
          </p:spPr>
        </p:cxnSp>
        <p:cxnSp>
          <p:nvCxnSpPr>
            <p:cNvPr id="5030" name="Google Shape;5030;p386"/>
            <p:cNvCxnSpPr>
              <a:stCxn id="5018" idx="3"/>
            </p:cNvCxnSpPr>
            <p:nvPr/>
          </p:nvCxnSpPr>
          <p:spPr>
            <a:xfrm>
              <a:off x="9287414" y="3966837"/>
              <a:ext cx="1069200" cy="1260600"/>
            </a:xfrm>
            <a:prstGeom prst="straightConnector1">
              <a:avLst/>
            </a:prstGeom>
            <a:noFill/>
            <a:ln cap="flat" cmpd="sng" w="19050">
              <a:solidFill>
                <a:schemeClr val="accent1"/>
              </a:solidFill>
              <a:prstDash val="solid"/>
              <a:round/>
              <a:headEnd len="med" w="med" type="none"/>
              <a:tailEnd len="med" w="med" type="stealth"/>
            </a:ln>
          </p:spPr>
        </p:cxnSp>
        <p:pic>
          <p:nvPicPr>
            <p:cNvPr id="5031" name="Google Shape;5031;p386"/>
            <p:cNvPicPr preferRelativeResize="0"/>
            <p:nvPr/>
          </p:nvPicPr>
          <p:blipFill>
            <a:blip r:embed="rId13">
              <a:alphaModFix/>
            </a:blip>
            <a:stretch>
              <a:fillRect/>
            </a:stretch>
          </p:blipFill>
          <p:spPr>
            <a:xfrm>
              <a:off x="2604713" y="3285400"/>
              <a:ext cx="6683749" cy="1370850"/>
            </a:xfrm>
            <a:prstGeom prst="rect">
              <a:avLst/>
            </a:prstGeom>
            <a:noFill/>
            <a:ln>
              <a:noFill/>
            </a:ln>
          </p:spPr>
        </p:pic>
      </p:grpSp>
      <p:sp>
        <p:nvSpPr>
          <p:cNvPr id="5032" name="Google Shape;5032;p386"/>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marR="0" rtl="0" algn="ctr">
              <a:lnSpc>
                <a:spcPct val="130000"/>
              </a:lnSpc>
              <a:spcBef>
                <a:spcPts val="0"/>
              </a:spcBef>
              <a:spcAft>
                <a:spcPts val="0"/>
              </a:spcAft>
              <a:buNone/>
            </a:pPr>
            <a:r>
              <a:rPr lang="en" sz="3600">
                <a:latin typeface="Red Hat Text"/>
                <a:ea typeface="Red Hat Text"/>
                <a:cs typeface="Red Hat Text"/>
                <a:sym typeface="Red Hat Text"/>
              </a:rPr>
              <a:t>Camel Pipes</a:t>
            </a:r>
            <a:endParaRPr sz="3600">
              <a:latin typeface="Red Hat Text"/>
              <a:ea typeface="Red Hat Text"/>
              <a:cs typeface="Red Hat Text"/>
              <a:sym typeface="Red Hat Tex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6" name="Shape 5036"/>
        <p:cNvGrpSpPr/>
        <p:nvPr/>
      </p:nvGrpSpPr>
      <p:grpSpPr>
        <a:xfrm>
          <a:off x="0" y="0"/>
          <a:ext cx="0" cy="0"/>
          <a:chOff x="0" y="0"/>
          <a:chExt cx="0" cy="0"/>
        </a:xfrm>
      </p:grpSpPr>
      <p:sp>
        <p:nvSpPr>
          <p:cNvPr id="5037" name="Google Shape;5037;p38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038" name="Google Shape;5038;p387"/>
          <p:cNvSpPr txBox="1"/>
          <p:nvPr>
            <p:ph type="title"/>
          </p:nvPr>
        </p:nvSpPr>
        <p:spPr>
          <a:xfrm>
            <a:off x="447775" y="1084550"/>
            <a:ext cx="75414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Enterprise Integration Patterns</a:t>
            </a:r>
            <a:endParaRPr/>
          </a:p>
        </p:txBody>
      </p:sp>
      <p:sp>
        <p:nvSpPr>
          <p:cNvPr id="5039" name="Google Shape;5039;p38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5040" name="Google Shape;5040;p387"/>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4" name="Shape 5044"/>
        <p:cNvGrpSpPr/>
        <p:nvPr/>
      </p:nvGrpSpPr>
      <p:grpSpPr>
        <a:xfrm>
          <a:off x="0" y="0"/>
          <a:ext cx="0" cy="0"/>
          <a:chOff x="0" y="0"/>
          <a:chExt cx="0" cy="0"/>
        </a:xfrm>
      </p:grpSpPr>
      <p:sp>
        <p:nvSpPr>
          <p:cNvPr id="5045" name="Google Shape;5045;p388"/>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3600"/>
              <a:t>Efficiently connect disparate systems</a:t>
            </a:r>
            <a:endParaRPr sz="3600"/>
          </a:p>
        </p:txBody>
      </p:sp>
      <p:sp>
        <p:nvSpPr>
          <p:cNvPr id="5046" name="Google Shape;5046;p38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47" name="Google Shape;5047;p388"/>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sz="2000"/>
              <a:t>using integration patterns</a:t>
            </a:r>
            <a:endParaRPr sz="2000"/>
          </a:p>
        </p:txBody>
      </p:sp>
      <p:sp>
        <p:nvSpPr>
          <p:cNvPr id="5048" name="Google Shape;5048;p388"/>
          <p:cNvSpPr/>
          <p:nvPr/>
        </p:nvSpPr>
        <p:spPr>
          <a:xfrm>
            <a:off x="2284350" y="2029200"/>
            <a:ext cx="2387400" cy="40275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Message Bridge</a:t>
            </a:r>
            <a:endParaRPr>
              <a:latin typeface="Red Hat Text"/>
              <a:ea typeface="Red Hat Text"/>
              <a:cs typeface="Red Hat Text"/>
              <a:sym typeface="Red Hat Text"/>
            </a:endParaRPr>
          </a:p>
        </p:txBody>
      </p:sp>
      <p:sp>
        <p:nvSpPr>
          <p:cNvPr id="5049" name="Google Shape;5049;p388"/>
          <p:cNvSpPr/>
          <p:nvPr/>
        </p:nvSpPr>
        <p:spPr>
          <a:xfrm>
            <a:off x="4902425" y="2029200"/>
            <a:ext cx="2387400" cy="33309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Pipeline</a:t>
            </a:r>
            <a:endParaRPr>
              <a:latin typeface="Red Hat Text"/>
              <a:ea typeface="Red Hat Text"/>
              <a:cs typeface="Red Hat Text"/>
              <a:sym typeface="Red Hat Text"/>
            </a:endParaRPr>
          </a:p>
        </p:txBody>
      </p:sp>
      <p:sp>
        <p:nvSpPr>
          <p:cNvPr id="5050" name="Google Shape;5050;p388"/>
          <p:cNvSpPr/>
          <p:nvPr/>
        </p:nvSpPr>
        <p:spPr>
          <a:xfrm>
            <a:off x="7520525" y="2029200"/>
            <a:ext cx="2387400" cy="4713900"/>
          </a:xfrm>
          <a:prstGeom prst="rect">
            <a:avLst/>
          </a:prstGeom>
          <a:solidFill>
            <a:schemeClr val="lt2"/>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Service Mediator</a:t>
            </a:r>
            <a:endParaRPr>
              <a:latin typeface="Red Hat Text"/>
              <a:ea typeface="Red Hat Text"/>
              <a:cs typeface="Red Hat Text"/>
              <a:sym typeface="Red Hat Text"/>
            </a:endParaRPr>
          </a:p>
        </p:txBody>
      </p:sp>
      <p:sp>
        <p:nvSpPr>
          <p:cNvPr id="5051" name="Google Shape;5051;p388"/>
          <p:cNvSpPr/>
          <p:nvPr/>
        </p:nvSpPr>
        <p:spPr>
          <a:xfrm>
            <a:off x="7586063" y="25477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Routing</a:t>
            </a:r>
            <a:endParaRPr>
              <a:latin typeface="Red Hat Text"/>
              <a:ea typeface="Red Hat Text"/>
              <a:cs typeface="Red Hat Text"/>
              <a:sym typeface="Red Hat Text"/>
            </a:endParaRPr>
          </a:p>
        </p:txBody>
      </p:sp>
      <p:sp>
        <p:nvSpPr>
          <p:cNvPr id="5052" name="Google Shape;5052;p388"/>
          <p:cNvSpPr/>
          <p:nvPr/>
        </p:nvSpPr>
        <p:spPr>
          <a:xfrm>
            <a:off x="7586063" y="28903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Composition</a:t>
            </a:r>
            <a:endParaRPr>
              <a:latin typeface="Red Hat Text"/>
              <a:ea typeface="Red Hat Text"/>
              <a:cs typeface="Red Hat Text"/>
              <a:sym typeface="Red Hat Text"/>
            </a:endParaRPr>
          </a:p>
        </p:txBody>
      </p:sp>
      <p:sp>
        <p:nvSpPr>
          <p:cNvPr id="5053" name="Google Shape;5053;p388"/>
          <p:cNvSpPr/>
          <p:nvPr/>
        </p:nvSpPr>
        <p:spPr>
          <a:xfrm>
            <a:off x="7586063" y="32329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Orchestration</a:t>
            </a:r>
            <a:endParaRPr>
              <a:latin typeface="Red Hat Text"/>
              <a:ea typeface="Red Hat Text"/>
              <a:cs typeface="Red Hat Text"/>
              <a:sym typeface="Red Hat Text"/>
            </a:endParaRPr>
          </a:p>
        </p:txBody>
      </p:sp>
      <p:sp>
        <p:nvSpPr>
          <p:cNvPr id="5054" name="Google Shape;5054;p388"/>
          <p:cNvSpPr/>
          <p:nvPr/>
        </p:nvSpPr>
        <p:spPr>
          <a:xfrm>
            <a:off x="7586063" y="52885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Interface translation</a:t>
            </a:r>
            <a:endParaRPr>
              <a:latin typeface="Red Hat Text"/>
              <a:ea typeface="Red Hat Text"/>
              <a:cs typeface="Red Hat Text"/>
              <a:sym typeface="Red Hat Text"/>
            </a:endParaRPr>
          </a:p>
        </p:txBody>
      </p:sp>
      <p:sp>
        <p:nvSpPr>
          <p:cNvPr id="5055" name="Google Shape;5055;p388"/>
          <p:cNvSpPr/>
          <p:nvPr/>
        </p:nvSpPr>
        <p:spPr>
          <a:xfrm>
            <a:off x="4967975" y="2547838"/>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migration</a:t>
            </a:r>
            <a:endParaRPr>
              <a:latin typeface="Red Hat Text"/>
              <a:ea typeface="Red Hat Text"/>
              <a:cs typeface="Red Hat Text"/>
              <a:sym typeface="Red Hat Text"/>
            </a:endParaRPr>
          </a:p>
        </p:txBody>
      </p:sp>
      <p:sp>
        <p:nvSpPr>
          <p:cNvPr id="5056" name="Google Shape;5056;p388"/>
          <p:cNvSpPr/>
          <p:nvPr/>
        </p:nvSpPr>
        <p:spPr>
          <a:xfrm>
            <a:off x="4967975" y="2890438"/>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Data enrichment</a:t>
            </a:r>
            <a:endParaRPr>
              <a:latin typeface="Red Hat Text"/>
              <a:ea typeface="Red Hat Text"/>
              <a:cs typeface="Red Hat Text"/>
              <a:sym typeface="Red Hat Text"/>
            </a:endParaRPr>
          </a:p>
        </p:txBody>
      </p:sp>
      <p:sp>
        <p:nvSpPr>
          <p:cNvPr id="5057" name="Google Shape;5057;p388"/>
          <p:cNvSpPr/>
          <p:nvPr/>
        </p:nvSpPr>
        <p:spPr>
          <a:xfrm>
            <a:off x="4967975" y="3233038"/>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Red Hat Text"/>
                <a:ea typeface="Red Hat Text"/>
                <a:cs typeface="Red Hat Text"/>
                <a:sym typeface="Red Hat Text"/>
              </a:rPr>
              <a:t>Data synchronization / Strangler</a:t>
            </a:r>
            <a:endParaRPr sz="1100">
              <a:latin typeface="Red Hat Text"/>
              <a:ea typeface="Red Hat Text"/>
              <a:cs typeface="Red Hat Text"/>
              <a:sym typeface="Red Hat Text"/>
            </a:endParaRPr>
          </a:p>
        </p:txBody>
      </p:sp>
      <p:sp>
        <p:nvSpPr>
          <p:cNvPr id="5058" name="Google Shape;5058;p388"/>
          <p:cNvSpPr/>
          <p:nvPr/>
        </p:nvSpPr>
        <p:spPr>
          <a:xfrm>
            <a:off x="2351463" y="2547900"/>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Routing</a:t>
            </a:r>
            <a:endParaRPr>
              <a:latin typeface="Red Hat Text"/>
              <a:ea typeface="Red Hat Text"/>
              <a:cs typeface="Red Hat Text"/>
              <a:sym typeface="Red Hat Text"/>
            </a:endParaRPr>
          </a:p>
        </p:txBody>
      </p:sp>
      <p:sp>
        <p:nvSpPr>
          <p:cNvPr id="5059" name="Google Shape;5059;p388"/>
          <p:cNvSpPr/>
          <p:nvPr/>
        </p:nvSpPr>
        <p:spPr>
          <a:xfrm>
            <a:off x="2351463" y="2890500"/>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Publish-subscribe</a:t>
            </a:r>
            <a:endParaRPr>
              <a:latin typeface="Red Hat Text"/>
              <a:ea typeface="Red Hat Text"/>
              <a:cs typeface="Red Hat Text"/>
              <a:sym typeface="Red Hat Text"/>
            </a:endParaRPr>
          </a:p>
        </p:txBody>
      </p:sp>
      <p:sp>
        <p:nvSpPr>
          <p:cNvPr id="5060" name="Google Shape;5060;p388"/>
          <p:cNvSpPr/>
          <p:nvPr/>
        </p:nvSpPr>
        <p:spPr>
          <a:xfrm>
            <a:off x="2351463" y="3233100"/>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Message transformation</a:t>
            </a:r>
            <a:endParaRPr>
              <a:latin typeface="Red Hat Text"/>
              <a:ea typeface="Red Hat Text"/>
              <a:cs typeface="Red Hat Text"/>
              <a:sym typeface="Red Hat Text"/>
            </a:endParaRPr>
          </a:p>
        </p:txBody>
      </p:sp>
      <p:sp>
        <p:nvSpPr>
          <p:cNvPr id="5061" name="Google Shape;5061;p388"/>
          <p:cNvSpPr/>
          <p:nvPr/>
        </p:nvSpPr>
        <p:spPr>
          <a:xfrm>
            <a:off x="2351463" y="3575700"/>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Exactly once delivery</a:t>
            </a:r>
            <a:endParaRPr>
              <a:latin typeface="Red Hat Text"/>
              <a:ea typeface="Red Hat Text"/>
              <a:cs typeface="Red Hat Text"/>
              <a:sym typeface="Red Hat Text"/>
            </a:endParaRPr>
          </a:p>
        </p:txBody>
      </p:sp>
      <p:sp>
        <p:nvSpPr>
          <p:cNvPr id="5062" name="Google Shape;5062;p388"/>
          <p:cNvSpPr/>
          <p:nvPr/>
        </p:nvSpPr>
        <p:spPr>
          <a:xfrm>
            <a:off x="2351463" y="39181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Event sequencing</a:t>
            </a:r>
            <a:endParaRPr>
              <a:latin typeface="Red Hat Text"/>
              <a:ea typeface="Red Hat Text"/>
              <a:cs typeface="Red Hat Text"/>
              <a:sym typeface="Red Hat Text"/>
            </a:endParaRPr>
          </a:p>
        </p:txBody>
      </p:sp>
      <p:sp>
        <p:nvSpPr>
          <p:cNvPr id="5063" name="Google Shape;5063;p388"/>
          <p:cNvSpPr/>
          <p:nvPr/>
        </p:nvSpPr>
        <p:spPr>
          <a:xfrm>
            <a:off x="4967975" y="3575638"/>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Aggregation</a:t>
            </a:r>
            <a:endParaRPr>
              <a:latin typeface="Red Hat Text"/>
              <a:ea typeface="Red Hat Text"/>
              <a:cs typeface="Red Hat Text"/>
              <a:sym typeface="Red Hat Text"/>
            </a:endParaRPr>
          </a:p>
        </p:txBody>
      </p:sp>
      <p:sp>
        <p:nvSpPr>
          <p:cNvPr id="5064" name="Google Shape;5064;p388"/>
          <p:cNvSpPr/>
          <p:nvPr/>
        </p:nvSpPr>
        <p:spPr>
          <a:xfrm>
            <a:off x="4967975" y="3918113"/>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Claim check</a:t>
            </a:r>
            <a:endParaRPr>
              <a:latin typeface="Red Hat Text"/>
              <a:ea typeface="Red Hat Text"/>
              <a:cs typeface="Red Hat Text"/>
              <a:sym typeface="Red Hat Text"/>
            </a:endParaRPr>
          </a:p>
        </p:txBody>
      </p:sp>
      <p:sp>
        <p:nvSpPr>
          <p:cNvPr id="5065" name="Google Shape;5065;p388"/>
          <p:cNvSpPr/>
          <p:nvPr/>
        </p:nvSpPr>
        <p:spPr>
          <a:xfrm>
            <a:off x="7586063" y="35755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Parallel pipeline</a:t>
            </a:r>
            <a:endParaRPr>
              <a:latin typeface="Red Hat Text"/>
              <a:ea typeface="Red Hat Text"/>
              <a:cs typeface="Red Hat Text"/>
              <a:sym typeface="Red Hat Text"/>
            </a:endParaRPr>
          </a:p>
        </p:txBody>
      </p:sp>
      <p:sp>
        <p:nvSpPr>
          <p:cNvPr id="5066" name="Google Shape;5066;p388"/>
          <p:cNvSpPr/>
          <p:nvPr/>
        </p:nvSpPr>
        <p:spPr>
          <a:xfrm>
            <a:off x="2351463" y="42607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Batch processing</a:t>
            </a:r>
            <a:endParaRPr>
              <a:latin typeface="Red Hat Text"/>
              <a:ea typeface="Red Hat Text"/>
              <a:cs typeface="Red Hat Text"/>
              <a:sym typeface="Red Hat Text"/>
            </a:endParaRPr>
          </a:p>
        </p:txBody>
      </p:sp>
      <p:sp>
        <p:nvSpPr>
          <p:cNvPr id="5067" name="Google Shape;5067;p388"/>
          <p:cNvSpPr/>
          <p:nvPr/>
        </p:nvSpPr>
        <p:spPr>
          <a:xfrm>
            <a:off x="2351463" y="4603313"/>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Dead letter queue</a:t>
            </a:r>
            <a:endParaRPr>
              <a:latin typeface="Red Hat Text"/>
              <a:ea typeface="Red Hat Text"/>
              <a:cs typeface="Red Hat Text"/>
              <a:sym typeface="Red Hat Text"/>
            </a:endParaRPr>
          </a:p>
        </p:txBody>
      </p:sp>
      <p:sp>
        <p:nvSpPr>
          <p:cNvPr id="5068" name="Google Shape;5068;p388"/>
          <p:cNvSpPr/>
          <p:nvPr/>
        </p:nvSpPr>
        <p:spPr>
          <a:xfrm>
            <a:off x="7586063" y="39181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Error handling</a:t>
            </a:r>
            <a:endParaRPr>
              <a:latin typeface="Red Hat Text"/>
              <a:ea typeface="Red Hat Text"/>
              <a:cs typeface="Red Hat Text"/>
              <a:sym typeface="Red Hat Text"/>
            </a:endParaRPr>
          </a:p>
        </p:txBody>
      </p:sp>
      <p:sp>
        <p:nvSpPr>
          <p:cNvPr id="5069" name="Google Shape;5069;p388"/>
          <p:cNvSpPr/>
          <p:nvPr/>
        </p:nvSpPr>
        <p:spPr>
          <a:xfrm>
            <a:off x="7586063" y="42607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Correlation</a:t>
            </a:r>
            <a:endParaRPr>
              <a:latin typeface="Red Hat Text"/>
              <a:ea typeface="Red Hat Text"/>
              <a:cs typeface="Red Hat Text"/>
              <a:sym typeface="Red Hat Text"/>
            </a:endParaRPr>
          </a:p>
        </p:txBody>
      </p:sp>
      <p:sp>
        <p:nvSpPr>
          <p:cNvPr id="5070" name="Google Shape;5070;p388"/>
          <p:cNvSpPr/>
          <p:nvPr/>
        </p:nvSpPr>
        <p:spPr>
          <a:xfrm>
            <a:off x="4967975" y="4260838"/>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Correlation</a:t>
            </a:r>
            <a:endParaRPr>
              <a:latin typeface="Red Hat Text"/>
              <a:ea typeface="Red Hat Text"/>
              <a:cs typeface="Red Hat Text"/>
              <a:sym typeface="Red Hat Text"/>
            </a:endParaRPr>
          </a:p>
        </p:txBody>
      </p:sp>
      <p:sp>
        <p:nvSpPr>
          <p:cNvPr id="5071" name="Google Shape;5071;p388"/>
          <p:cNvSpPr/>
          <p:nvPr/>
        </p:nvSpPr>
        <p:spPr>
          <a:xfrm>
            <a:off x="2351463" y="4945850"/>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Correlation</a:t>
            </a:r>
            <a:endParaRPr>
              <a:latin typeface="Red Hat Text"/>
              <a:ea typeface="Red Hat Text"/>
              <a:cs typeface="Red Hat Text"/>
              <a:sym typeface="Red Hat Text"/>
            </a:endParaRPr>
          </a:p>
        </p:txBody>
      </p:sp>
      <p:sp>
        <p:nvSpPr>
          <p:cNvPr id="5072" name="Google Shape;5072;p388"/>
          <p:cNvSpPr/>
          <p:nvPr/>
        </p:nvSpPr>
        <p:spPr>
          <a:xfrm>
            <a:off x="2351463" y="52884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Idempotence resolution</a:t>
            </a:r>
            <a:endParaRPr>
              <a:latin typeface="Red Hat Text"/>
              <a:ea typeface="Red Hat Text"/>
              <a:cs typeface="Red Hat Text"/>
              <a:sym typeface="Red Hat Text"/>
            </a:endParaRPr>
          </a:p>
        </p:txBody>
      </p:sp>
      <p:sp>
        <p:nvSpPr>
          <p:cNvPr id="5073" name="Google Shape;5073;p388"/>
          <p:cNvSpPr/>
          <p:nvPr/>
        </p:nvSpPr>
        <p:spPr>
          <a:xfrm>
            <a:off x="7586063" y="46033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Retry</a:t>
            </a:r>
            <a:endParaRPr>
              <a:latin typeface="Red Hat Text"/>
              <a:ea typeface="Red Hat Text"/>
              <a:cs typeface="Red Hat Text"/>
              <a:sym typeface="Red Hat Text"/>
            </a:endParaRPr>
          </a:p>
        </p:txBody>
      </p:sp>
      <p:sp>
        <p:nvSpPr>
          <p:cNvPr id="5074" name="Google Shape;5074;p388"/>
          <p:cNvSpPr/>
          <p:nvPr/>
        </p:nvSpPr>
        <p:spPr>
          <a:xfrm>
            <a:off x="4967975" y="4603563"/>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Retry</a:t>
            </a:r>
            <a:endParaRPr>
              <a:latin typeface="Red Hat Text"/>
              <a:ea typeface="Red Hat Text"/>
              <a:cs typeface="Red Hat Text"/>
              <a:sym typeface="Red Hat Text"/>
            </a:endParaRPr>
          </a:p>
        </p:txBody>
      </p:sp>
      <p:sp>
        <p:nvSpPr>
          <p:cNvPr id="5075" name="Google Shape;5075;p388"/>
          <p:cNvSpPr/>
          <p:nvPr/>
        </p:nvSpPr>
        <p:spPr>
          <a:xfrm>
            <a:off x="7586063" y="4945975"/>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Throttling</a:t>
            </a:r>
            <a:endParaRPr>
              <a:latin typeface="Red Hat Text"/>
              <a:ea typeface="Red Hat Text"/>
              <a:cs typeface="Red Hat Text"/>
              <a:sym typeface="Red Hat Text"/>
            </a:endParaRPr>
          </a:p>
        </p:txBody>
      </p:sp>
      <p:sp>
        <p:nvSpPr>
          <p:cNvPr id="5076" name="Google Shape;5076;p388"/>
          <p:cNvSpPr/>
          <p:nvPr/>
        </p:nvSpPr>
        <p:spPr>
          <a:xfrm>
            <a:off x="2351463" y="5631100"/>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Event sourcing</a:t>
            </a:r>
            <a:endParaRPr>
              <a:latin typeface="Red Hat Text"/>
              <a:ea typeface="Red Hat Text"/>
              <a:cs typeface="Red Hat Text"/>
              <a:sym typeface="Red Hat Text"/>
            </a:endParaRPr>
          </a:p>
        </p:txBody>
      </p:sp>
      <p:sp>
        <p:nvSpPr>
          <p:cNvPr id="5077" name="Google Shape;5077;p388"/>
          <p:cNvSpPr/>
          <p:nvPr/>
        </p:nvSpPr>
        <p:spPr>
          <a:xfrm>
            <a:off x="7586050" y="5631163"/>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Health check</a:t>
            </a:r>
            <a:endParaRPr>
              <a:latin typeface="Red Hat Text"/>
              <a:ea typeface="Red Hat Text"/>
              <a:cs typeface="Red Hat Text"/>
              <a:sym typeface="Red Hat Text"/>
            </a:endParaRPr>
          </a:p>
        </p:txBody>
      </p:sp>
      <p:sp>
        <p:nvSpPr>
          <p:cNvPr id="5078" name="Google Shape;5078;p388"/>
          <p:cNvSpPr/>
          <p:nvPr/>
        </p:nvSpPr>
        <p:spPr>
          <a:xfrm>
            <a:off x="7586050" y="5973763"/>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Load leveling</a:t>
            </a:r>
            <a:endParaRPr>
              <a:latin typeface="Red Hat Text"/>
              <a:ea typeface="Red Hat Text"/>
              <a:cs typeface="Red Hat Text"/>
              <a:sym typeface="Red Hat Text"/>
            </a:endParaRPr>
          </a:p>
        </p:txBody>
      </p:sp>
      <p:sp>
        <p:nvSpPr>
          <p:cNvPr id="5079" name="Google Shape;5079;p388"/>
          <p:cNvSpPr/>
          <p:nvPr/>
        </p:nvSpPr>
        <p:spPr>
          <a:xfrm>
            <a:off x="4967963" y="4946038"/>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Normalizer</a:t>
            </a:r>
            <a:endParaRPr>
              <a:latin typeface="Red Hat Text"/>
              <a:ea typeface="Red Hat Text"/>
              <a:cs typeface="Red Hat Text"/>
              <a:sym typeface="Red Hat Text"/>
            </a:endParaRPr>
          </a:p>
        </p:txBody>
      </p:sp>
      <p:sp>
        <p:nvSpPr>
          <p:cNvPr id="5080" name="Google Shape;5080;p388"/>
          <p:cNvSpPr/>
          <p:nvPr/>
        </p:nvSpPr>
        <p:spPr>
          <a:xfrm>
            <a:off x="7586050" y="6316363"/>
            <a:ext cx="2256300" cy="342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Saga</a:t>
            </a:r>
            <a:endParaRPr>
              <a:latin typeface="Red Hat Text"/>
              <a:ea typeface="Red Hat Text"/>
              <a:cs typeface="Red Hat Text"/>
              <a:sym typeface="Red Hat Text"/>
            </a:endParaRPr>
          </a:p>
        </p:txBody>
      </p:sp>
      <p:sp>
        <p:nvSpPr>
          <p:cNvPr id="5081" name="Google Shape;5081;p388">
            <a:hlinkClick r:id="rId3"/>
          </p:cNvPr>
          <p:cNvSpPr/>
          <p:nvPr/>
        </p:nvSpPr>
        <p:spPr>
          <a:xfrm>
            <a:off x="1110075" y="6146900"/>
            <a:ext cx="2650800" cy="459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u="sng">
                <a:solidFill>
                  <a:schemeClr val="hlink"/>
                </a:solidFill>
                <a:latin typeface="Red Hat Text"/>
                <a:ea typeface="Red Hat Text"/>
                <a:cs typeface="Red Hat Text"/>
                <a:sym typeface="Red Hat Text"/>
                <a:hlinkClick r:id="rId4"/>
              </a:rPr>
              <a:t>Enterprise Integration Patterns</a:t>
            </a:r>
            <a:endParaRPr>
              <a:solidFill>
                <a:srgbClr val="141414"/>
              </a:solidFill>
              <a:latin typeface="Red Hat Text"/>
              <a:ea typeface="Red Hat Text"/>
              <a:cs typeface="Red Hat Text"/>
              <a:sym typeface="Red Hat Text"/>
            </a:endParaRPr>
          </a:p>
        </p:txBody>
      </p:sp>
      <p:sp>
        <p:nvSpPr>
          <p:cNvPr id="5082" name="Google Shape;5082;p388"/>
          <p:cNvSpPr txBox="1"/>
          <p:nvPr/>
        </p:nvSpPr>
        <p:spPr>
          <a:xfrm>
            <a:off x="5281338" y="6069050"/>
            <a:ext cx="1561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Solution implementation</a:t>
            </a:r>
            <a:endParaRPr>
              <a:latin typeface="Red Hat Text"/>
              <a:ea typeface="Red Hat Text"/>
              <a:cs typeface="Red Hat Text"/>
              <a:sym typeface="Red Hat Text"/>
            </a:endParaRPr>
          </a:p>
        </p:txBody>
      </p:sp>
      <p:cxnSp>
        <p:nvCxnSpPr>
          <p:cNvPr id="5083" name="Google Shape;5083;p388"/>
          <p:cNvCxnSpPr>
            <a:stCxn id="5081" idx="3"/>
            <a:endCxn id="5082" idx="1"/>
          </p:cNvCxnSpPr>
          <p:nvPr/>
        </p:nvCxnSpPr>
        <p:spPr>
          <a:xfrm>
            <a:off x="3760875" y="6376850"/>
            <a:ext cx="1520400" cy="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7" name="Shape 5087"/>
        <p:cNvGrpSpPr/>
        <p:nvPr/>
      </p:nvGrpSpPr>
      <p:grpSpPr>
        <a:xfrm>
          <a:off x="0" y="0"/>
          <a:ext cx="0" cy="0"/>
          <a:chOff x="0" y="0"/>
          <a:chExt cx="0" cy="0"/>
        </a:xfrm>
      </p:grpSpPr>
      <p:sp>
        <p:nvSpPr>
          <p:cNvPr id="5088" name="Google Shape;5088;p38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089" name="Google Shape;5089;p389"/>
          <p:cNvSpPr txBox="1"/>
          <p:nvPr>
            <p:ph type="title"/>
          </p:nvPr>
        </p:nvSpPr>
        <p:spPr>
          <a:xfrm>
            <a:off x="1752600" y="946000"/>
            <a:ext cx="8686800" cy="967500"/>
          </a:xfrm>
          <a:prstGeom prst="rect">
            <a:avLst/>
          </a:prstGeom>
        </p:spPr>
        <p:txBody>
          <a:bodyPr anchorCtr="0" anchor="t" bIns="91425" lIns="438900" spcFirstLastPara="1" rIns="91425" wrap="square" tIns="91425">
            <a:noAutofit/>
          </a:bodyPr>
          <a:lstStyle/>
          <a:p>
            <a:pPr indent="0" lvl="0" marL="0" rtl="0" algn="ctr">
              <a:lnSpc>
                <a:spcPct val="100000"/>
              </a:lnSpc>
              <a:spcBef>
                <a:spcPts val="0"/>
              </a:spcBef>
              <a:spcAft>
                <a:spcPts val="4000"/>
              </a:spcAft>
              <a:buNone/>
            </a:pPr>
            <a:r>
              <a:rPr lang="en" sz="3600">
                <a:latin typeface="Red Hat Text"/>
                <a:ea typeface="Red Hat Text"/>
                <a:cs typeface="Red Hat Text"/>
                <a:sym typeface="Red Hat Text"/>
              </a:rPr>
              <a:t>System Integration</a:t>
            </a:r>
            <a:endParaRPr sz="3600">
              <a:latin typeface="Red Hat Text"/>
              <a:ea typeface="Red Hat Text"/>
              <a:cs typeface="Red Hat Text"/>
              <a:sym typeface="Red Hat Text"/>
            </a:endParaRPr>
          </a:p>
        </p:txBody>
      </p:sp>
      <p:sp>
        <p:nvSpPr>
          <p:cNvPr id="5090" name="Google Shape;5090;p389"/>
          <p:cNvSpPr/>
          <p:nvPr/>
        </p:nvSpPr>
        <p:spPr>
          <a:xfrm>
            <a:off x="1561967" y="2586733"/>
            <a:ext cx="1868700" cy="8283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b="1" lang="en" sz="1900">
                <a:latin typeface="Overpass"/>
                <a:ea typeface="Overpass"/>
                <a:cs typeface="Overpass"/>
                <a:sym typeface="Overpass"/>
              </a:rPr>
              <a:t>System A</a:t>
            </a:r>
            <a:endParaRPr b="1" sz="1900">
              <a:latin typeface="Overpass"/>
              <a:ea typeface="Overpass"/>
              <a:cs typeface="Overpass"/>
              <a:sym typeface="Overpass"/>
            </a:endParaRPr>
          </a:p>
        </p:txBody>
      </p:sp>
      <p:sp>
        <p:nvSpPr>
          <p:cNvPr id="5091" name="Google Shape;5091;p389"/>
          <p:cNvSpPr/>
          <p:nvPr/>
        </p:nvSpPr>
        <p:spPr>
          <a:xfrm>
            <a:off x="8761233" y="2586733"/>
            <a:ext cx="1868700" cy="828300"/>
          </a:xfrm>
          <a:prstGeom prst="roundRect">
            <a:avLst>
              <a:gd fmla="val 16667" name="adj"/>
            </a:avLst>
          </a:prstGeom>
          <a:solidFill>
            <a:srgbClr val="C9DAF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b="1" lang="en" sz="1900">
                <a:latin typeface="Overpass"/>
                <a:ea typeface="Overpass"/>
                <a:cs typeface="Overpass"/>
                <a:sym typeface="Overpass"/>
              </a:rPr>
              <a:t>System B</a:t>
            </a:r>
            <a:endParaRPr b="1" sz="1900">
              <a:latin typeface="Overpass"/>
              <a:ea typeface="Overpass"/>
              <a:cs typeface="Overpass"/>
              <a:sym typeface="Overpass"/>
            </a:endParaRPr>
          </a:p>
        </p:txBody>
      </p:sp>
      <p:cxnSp>
        <p:nvCxnSpPr>
          <p:cNvPr id="5092" name="Google Shape;5092;p389"/>
          <p:cNvCxnSpPr>
            <a:endCxn id="5091" idx="1"/>
          </p:cNvCxnSpPr>
          <p:nvPr/>
        </p:nvCxnSpPr>
        <p:spPr>
          <a:xfrm>
            <a:off x="6764733" y="3000883"/>
            <a:ext cx="1996500" cy="0"/>
          </a:xfrm>
          <a:prstGeom prst="straightConnector1">
            <a:avLst/>
          </a:prstGeom>
          <a:noFill/>
          <a:ln cap="flat" cmpd="sng" w="9525">
            <a:solidFill>
              <a:schemeClr val="dk2"/>
            </a:solidFill>
            <a:prstDash val="solid"/>
            <a:round/>
            <a:headEnd len="med" w="med" type="none"/>
            <a:tailEnd len="med" w="med" type="triangle"/>
          </a:ln>
        </p:spPr>
      </p:cxnSp>
      <p:pic>
        <p:nvPicPr>
          <p:cNvPr id="5093" name="Google Shape;5093;p389"/>
          <p:cNvPicPr preferRelativeResize="0"/>
          <p:nvPr/>
        </p:nvPicPr>
        <p:blipFill rotWithShape="1">
          <a:blip r:embed="rId3">
            <a:alphaModFix/>
          </a:blip>
          <a:srcRect b="0" l="0" r="0" t="0"/>
          <a:stretch/>
        </p:blipFill>
        <p:spPr>
          <a:xfrm>
            <a:off x="5015075" y="1962673"/>
            <a:ext cx="2076375" cy="2076401"/>
          </a:xfrm>
          <a:prstGeom prst="rect">
            <a:avLst/>
          </a:prstGeom>
          <a:noFill/>
          <a:ln>
            <a:noFill/>
          </a:ln>
        </p:spPr>
      </p:pic>
      <p:cxnSp>
        <p:nvCxnSpPr>
          <p:cNvPr id="5094" name="Google Shape;5094;p389"/>
          <p:cNvCxnSpPr>
            <a:stCxn id="5090" idx="3"/>
          </p:cNvCxnSpPr>
          <p:nvPr/>
        </p:nvCxnSpPr>
        <p:spPr>
          <a:xfrm>
            <a:off x="3430667" y="3000883"/>
            <a:ext cx="1631100" cy="0"/>
          </a:xfrm>
          <a:prstGeom prst="straightConnector1">
            <a:avLst/>
          </a:prstGeom>
          <a:noFill/>
          <a:ln cap="flat" cmpd="sng" w="9525">
            <a:solidFill>
              <a:schemeClr val="dk2"/>
            </a:solidFill>
            <a:prstDash val="solid"/>
            <a:round/>
            <a:headEnd len="med" w="med" type="none"/>
            <a:tailEnd len="med" w="med" type="triangle"/>
          </a:ln>
        </p:spPr>
      </p:cxnSp>
      <p:sp>
        <p:nvSpPr>
          <p:cNvPr id="5095" name="Google Shape;5095;p38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096" name="Google Shape;5096;p389"/>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097" name="Google Shape;5097;p389"/>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p>
            <a:pPr indent="0" lvl="0" marL="0" rtl="0" algn="l">
              <a:spcBef>
                <a:spcPts val="0"/>
              </a:spcBef>
              <a:spcAft>
                <a:spcPts val="11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1" name="Shape 5101"/>
        <p:cNvGrpSpPr/>
        <p:nvPr/>
      </p:nvGrpSpPr>
      <p:grpSpPr>
        <a:xfrm>
          <a:off x="0" y="0"/>
          <a:ext cx="0" cy="0"/>
          <a:chOff x="0" y="0"/>
          <a:chExt cx="0" cy="0"/>
        </a:xfrm>
      </p:grpSpPr>
      <p:sp>
        <p:nvSpPr>
          <p:cNvPr id="5102" name="Google Shape;5102;p390"/>
          <p:cNvSpPr txBox="1"/>
          <p:nvPr>
            <p:ph type="title"/>
          </p:nvPr>
        </p:nvSpPr>
        <p:spPr>
          <a:xfrm>
            <a:off x="1752600" y="946000"/>
            <a:ext cx="8686800" cy="967500"/>
          </a:xfrm>
          <a:prstGeom prst="rect">
            <a:avLst/>
          </a:prstGeom>
          <a:no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SzPts val="3700"/>
              <a:buNone/>
            </a:pPr>
            <a:r>
              <a:rPr lang="en" sz="3600"/>
              <a:t>Enterprise Integration Patterns</a:t>
            </a:r>
            <a:endParaRPr sz="3600"/>
          </a:p>
        </p:txBody>
      </p:sp>
      <p:pic>
        <p:nvPicPr>
          <p:cNvPr id="5103" name="Google Shape;5103;p390"/>
          <p:cNvPicPr preferRelativeResize="0"/>
          <p:nvPr/>
        </p:nvPicPr>
        <p:blipFill rotWithShape="1">
          <a:blip r:embed="rId3">
            <a:alphaModFix/>
          </a:blip>
          <a:srcRect b="0" l="0" r="0" t="0"/>
          <a:stretch/>
        </p:blipFill>
        <p:spPr>
          <a:xfrm>
            <a:off x="1896817" y="1763358"/>
            <a:ext cx="8398358" cy="5094633"/>
          </a:xfrm>
          <a:prstGeom prst="rect">
            <a:avLst/>
          </a:prstGeom>
          <a:noFill/>
          <a:ln>
            <a:noFill/>
          </a:ln>
        </p:spPr>
      </p:pic>
      <p:sp>
        <p:nvSpPr>
          <p:cNvPr id="5104" name="Google Shape;5104;p39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05" name="Google Shape;5105;p39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06" name="Google Shape;5106;p390"/>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0" name="Shape 5110"/>
        <p:cNvGrpSpPr/>
        <p:nvPr/>
      </p:nvGrpSpPr>
      <p:grpSpPr>
        <a:xfrm>
          <a:off x="0" y="0"/>
          <a:ext cx="0" cy="0"/>
          <a:chOff x="0" y="0"/>
          <a:chExt cx="0" cy="0"/>
        </a:xfrm>
      </p:grpSpPr>
      <p:sp>
        <p:nvSpPr>
          <p:cNvPr id="5111" name="Google Shape;5111;p391"/>
          <p:cNvSpPr txBox="1"/>
          <p:nvPr>
            <p:ph type="title"/>
          </p:nvPr>
        </p:nvSpPr>
        <p:spPr>
          <a:xfrm>
            <a:off x="1752600" y="946000"/>
            <a:ext cx="8686800" cy="967500"/>
          </a:xfrm>
          <a:prstGeom prst="rect">
            <a:avLst/>
          </a:prstGeom>
        </p:spPr>
        <p:txBody>
          <a:bodyPr anchorCtr="0" anchor="t" bIns="91425" lIns="438900" spcFirstLastPara="1" rIns="91425" wrap="square" tIns="91425">
            <a:noAutofit/>
          </a:bodyPr>
          <a:lstStyle/>
          <a:p>
            <a:pPr indent="0" lvl="0" marL="0" rtl="0" algn="ctr">
              <a:lnSpc>
                <a:spcPct val="100000"/>
              </a:lnSpc>
              <a:spcBef>
                <a:spcPts val="0"/>
              </a:spcBef>
              <a:spcAft>
                <a:spcPts val="4000"/>
              </a:spcAft>
              <a:buNone/>
            </a:pPr>
            <a:r>
              <a:rPr lang="en" sz="3600">
                <a:latin typeface="Red Hat Text"/>
                <a:ea typeface="Red Hat Text"/>
                <a:cs typeface="Red Hat Text"/>
                <a:sym typeface="Red Hat Text"/>
              </a:rPr>
              <a:t>Integration Patterns</a:t>
            </a:r>
            <a:endParaRPr sz="3600">
              <a:latin typeface="Red Hat Text"/>
              <a:ea typeface="Red Hat Text"/>
              <a:cs typeface="Red Hat Text"/>
              <a:sym typeface="Red Hat Text"/>
            </a:endParaRPr>
          </a:p>
        </p:txBody>
      </p:sp>
      <p:pic>
        <p:nvPicPr>
          <p:cNvPr descr="http://ecx.images-amazon.com/images/I/51eqtvacK7L.jpg" id="5112" name="Google Shape;5112;p391"/>
          <p:cNvPicPr preferRelativeResize="0"/>
          <p:nvPr/>
        </p:nvPicPr>
        <p:blipFill rotWithShape="1">
          <a:blip r:embed="rId3">
            <a:alphaModFix/>
          </a:blip>
          <a:srcRect b="0" l="0" r="0" t="0"/>
          <a:stretch/>
        </p:blipFill>
        <p:spPr>
          <a:xfrm>
            <a:off x="841067" y="2185007"/>
            <a:ext cx="2730900" cy="3402300"/>
          </a:xfrm>
          <a:prstGeom prst="rect">
            <a:avLst/>
          </a:prstGeom>
          <a:noFill/>
          <a:ln>
            <a:noFill/>
          </a:ln>
        </p:spPr>
      </p:pic>
      <p:sp>
        <p:nvSpPr>
          <p:cNvPr id="5113" name="Google Shape;5113;p391"/>
          <p:cNvSpPr/>
          <p:nvPr/>
        </p:nvSpPr>
        <p:spPr>
          <a:xfrm>
            <a:off x="3283533" y="1983233"/>
            <a:ext cx="2088900" cy="123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lang="en" sz="1900"/>
              <a:t>Split </a:t>
            </a:r>
            <a:endParaRPr sz="1900"/>
          </a:p>
          <a:p>
            <a:pPr indent="0" lvl="0" marL="0" rtl="0" algn="l">
              <a:spcBef>
                <a:spcPts val="0"/>
              </a:spcBef>
              <a:spcAft>
                <a:spcPts val="0"/>
              </a:spcAft>
              <a:buNone/>
            </a:pPr>
            <a:r>
              <a:rPr lang="en" sz="1900"/>
              <a:t>orders</a:t>
            </a:r>
            <a:endParaRPr sz="1900"/>
          </a:p>
        </p:txBody>
      </p:sp>
      <p:cxnSp>
        <p:nvCxnSpPr>
          <p:cNvPr id="5114" name="Google Shape;5114;p391"/>
          <p:cNvCxnSpPr>
            <a:stCxn id="5113" idx="3"/>
            <a:endCxn id="5115" idx="1"/>
          </p:cNvCxnSpPr>
          <p:nvPr/>
        </p:nvCxnSpPr>
        <p:spPr>
          <a:xfrm>
            <a:off x="5372433" y="2602283"/>
            <a:ext cx="371700" cy="0"/>
          </a:xfrm>
          <a:prstGeom prst="straightConnector1">
            <a:avLst/>
          </a:prstGeom>
          <a:noFill/>
          <a:ln cap="flat" cmpd="sng" w="9525">
            <a:solidFill>
              <a:schemeClr val="dk2"/>
            </a:solidFill>
            <a:prstDash val="solid"/>
            <a:round/>
            <a:headEnd len="med" w="med" type="none"/>
            <a:tailEnd len="med" w="med" type="triangle"/>
          </a:ln>
        </p:spPr>
      </p:cxnSp>
      <p:sp>
        <p:nvSpPr>
          <p:cNvPr id="5115" name="Google Shape;5115;p391"/>
          <p:cNvSpPr/>
          <p:nvPr/>
        </p:nvSpPr>
        <p:spPr>
          <a:xfrm>
            <a:off x="5744000" y="1983250"/>
            <a:ext cx="2682900" cy="123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lang="en" sz="1900"/>
              <a:t>Send </a:t>
            </a:r>
            <a:endParaRPr sz="1900"/>
          </a:p>
          <a:p>
            <a:pPr indent="0" lvl="0" marL="0" rtl="0" algn="l">
              <a:spcBef>
                <a:spcPts val="0"/>
              </a:spcBef>
              <a:spcAft>
                <a:spcPts val="0"/>
              </a:spcAft>
              <a:buNone/>
            </a:pPr>
            <a:r>
              <a:rPr lang="en" sz="1900"/>
              <a:t>each order </a:t>
            </a:r>
            <a:endParaRPr sz="1900"/>
          </a:p>
          <a:p>
            <a:pPr indent="0" lvl="0" marL="0" rtl="0" algn="l">
              <a:spcBef>
                <a:spcPts val="0"/>
              </a:spcBef>
              <a:spcAft>
                <a:spcPts val="0"/>
              </a:spcAft>
              <a:buNone/>
            </a:pPr>
            <a:r>
              <a:rPr lang="en" sz="1900"/>
              <a:t>to it’s </a:t>
            </a:r>
            <a:endParaRPr sz="1900"/>
          </a:p>
          <a:p>
            <a:pPr indent="0" lvl="0" marL="0" rtl="0" algn="l">
              <a:spcBef>
                <a:spcPts val="0"/>
              </a:spcBef>
              <a:spcAft>
                <a:spcPts val="0"/>
              </a:spcAft>
              <a:buNone/>
            </a:pPr>
            <a:r>
              <a:rPr lang="en" sz="1900"/>
              <a:t>process service</a:t>
            </a:r>
            <a:endParaRPr sz="1900"/>
          </a:p>
        </p:txBody>
      </p:sp>
      <p:sp>
        <p:nvSpPr>
          <p:cNvPr id="5116" name="Google Shape;5116;p391"/>
          <p:cNvSpPr/>
          <p:nvPr/>
        </p:nvSpPr>
        <p:spPr>
          <a:xfrm>
            <a:off x="9280133" y="1146600"/>
            <a:ext cx="2088900" cy="123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lang="en" sz="1900"/>
              <a:t>Electronics</a:t>
            </a:r>
            <a:endParaRPr sz="1900"/>
          </a:p>
        </p:txBody>
      </p:sp>
      <p:sp>
        <p:nvSpPr>
          <p:cNvPr id="5117" name="Google Shape;5117;p391"/>
          <p:cNvSpPr/>
          <p:nvPr/>
        </p:nvSpPr>
        <p:spPr>
          <a:xfrm>
            <a:off x="9280133" y="2602233"/>
            <a:ext cx="2088900" cy="1238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lang="en" sz="1900"/>
              <a:t>Others</a:t>
            </a:r>
            <a:endParaRPr sz="1900"/>
          </a:p>
        </p:txBody>
      </p:sp>
      <p:cxnSp>
        <p:nvCxnSpPr>
          <p:cNvPr id="5118" name="Google Shape;5118;p391"/>
          <p:cNvCxnSpPr>
            <a:stCxn id="5115" idx="3"/>
            <a:endCxn id="5116" idx="1"/>
          </p:cNvCxnSpPr>
          <p:nvPr/>
        </p:nvCxnSpPr>
        <p:spPr>
          <a:xfrm flipH="1" rot="10800000">
            <a:off x="8426900" y="1765600"/>
            <a:ext cx="853200" cy="836700"/>
          </a:xfrm>
          <a:prstGeom prst="straightConnector1">
            <a:avLst/>
          </a:prstGeom>
          <a:noFill/>
          <a:ln cap="flat" cmpd="sng" w="9525">
            <a:solidFill>
              <a:schemeClr val="dk2"/>
            </a:solidFill>
            <a:prstDash val="solid"/>
            <a:round/>
            <a:headEnd len="med" w="med" type="none"/>
            <a:tailEnd len="med" w="med" type="triangle"/>
          </a:ln>
        </p:spPr>
      </p:cxnSp>
      <p:cxnSp>
        <p:nvCxnSpPr>
          <p:cNvPr id="5119" name="Google Shape;5119;p391"/>
          <p:cNvCxnSpPr>
            <a:stCxn id="5115" idx="3"/>
            <a:endCxn id="5117" idx="1"/>
          </p:cNvCxnSpPr>
          <p:nvPr/>
        </p:nvCxnSpPr>
        <p:spPr>
          <a:xfrm>
            <a:off x="8426900" y="2602300"/>
            <a:ext cx="853200" cy="618900"/>
          </a:xfrm>
          <a:prstGeom prst="straightConnector1">
            <a:avLst/>
          </a:prstGeom>
          <a:noFill/>
          <a:ln cap="flat" cmpd="sng" w="9525">
            <a:solidFill>
              <a:schemeClr val="dk2"/>
            </a:solidFill>
            <a:prstDash val="solid"/>
            <a:round/>
            <a:headEnd len="med" w="med" type="none"/>
            <a:tailEnd len="med" w="med" type="triangle"/>
          </a:ln>
        </p:spPr>
      </p:cxnSp>
      <p:pic>
        <p:nvPicPr>
          <p:cNvPr id="5120" name="Google Shape;5120;p391"/>
          <p:cNvPicPr preferRelativeResize="0"/>
          <p:nvPr/>
        </p:nvPicPr>
        <p:blipFill>
          <a:blip r:embed="rId4">
            <a:alphaModFix/>
          </a:blip>
          <a:stretch>
            <a:fillRect/>
          </a:stretch>
        </p:blipFill>
        <p:spPr>
          <a:xfrm>
            <a:off x="7330163" y="2291083"/>
            <a:ext cx="991070" cy="622300"/>
          </a:xfrm>
          <a:prstGeom prst="rect">
            <a:avLst/>
          </a:prstGeom>
          <a:noFill/>
          <a:ln>
            <a:noFill/>
          </a:ln>
        </p:spPr>
      </p:pic>
      <p:pic>
        <p:nvPicPr>
          <p:cNvPr id="5121" name="Google Shape;5121;p391"/>
          <p:cNvPicPr preferRelativeResize="0"/>
          <p:nvPr/>
        </p:nvPicPr>
        <p:blipFill>
          <a:blip r:embed="rId5">
            <a:alphaModFix/>
          </a:blip>
          <a:stretch>
            <a:fillRect/>
          </a:stretch>
        </p:blipFill>
        <p:spPr>
          <a:xfrm>
            <a:off x="4247267" y="2291084"/>
            <a:ext cx="991115" cy="622300"/>
          </a:xfrm>
          <a:prstGeom prst="rect">
            <a:avLst/>
          </a:prstGeom>
          <a:noFill/>
          <a:ln>
            <a:noFill/>
          </a:ln>
        </p:spPr>
      </p:pic>
      <p:pic>
        <p:nvPicPr>
          <p:cNvPr id="5122" name="Google Shape;5122;p391"/>
          <p:cNvPicPr preferRelativeResize="0"/>
          <p:nvPr/>
        </p:nvPicPr>
        <p:blipFill>
          <a:blip r:embed="rId6">
            <a:alphaModFix/>
          </a:blip>
          <a:stretch>
            <a:fillRect/>
          </a:stretch>
        </p:blipFill>
        <p:spPr>
          <a:xfrm>
            <a:off x="10598933" y="2878333"/>
            <a:ext cx="635000" cy="685800"/>
          </a:xfrm>
          <a:prstGeom prst="rect">
            <a:avLst/>
          </a:prstGeom>
          <a:noFill/>
          <a:ln>
            <a:noFill/>
          </a:ln>
        </p:spPr>
      </p:pic>
      <p:pic>
        <p:nvPicPr>
          <p:cNvPr id="5123" name="Google Shape;5123;p391"/>
          <p:cNvPicPr preferRelativeResize="0"/>
          <p:nvPr/>
        </p:nvPicPr>
        <p:blipFill>
          <a:blip r:embed="rId7">
            <a:alphaModFix/>
          </a:blip>
          <a:stretch>
            <a:fillRect/>
          </a:stretch>
        </p:blipFill>
        <p:spPr>
          <a:xfrm>
            <a:off x="4196717" y="3832867"/>
            <a:ext cx="1092200" cy="685800"/>
          </a:xfrm>
          <a:prstGeom prst="rect">
            <a:avLst/>
          </a:prstGeom>
          <a:noFill/>
          <a:ln>
            <a:noFill/>
          </a:ln>
        </p:spPr>
      </p:pic>
      <p:pic>
        <p:nvPicPr>
          <p:cNvPr id="5124" name="Google Shape;5124;p391"/>
          <p:cNvPicPr preferRelativeResize="0"/>
          <p:nvPr/>
        </p:nvPicPr>
        <p:blipFill>
          <a:blip r:embed="rId8">
            <a:alphaModFix/>
          </a:blip>
          <a:stretch>
            <a:fillRect/>
          </a:stretch>
        </p:blipFill>
        <p:spPr>
          <a:xfrm>
            <a:off x="7000700" y="4901600"/>
            <a:ext cx="1193800" cy="685800"/>
          </a:xfrm>
          <a:prstGeom prst="rect">
            <a:avLst/>
          </a:prstGeom>
          <a:noFill/>
          <a:ln>
            <a:noFill/>
          </a:ln>
        </p:spPr>
      </p:pic>
      <p:pic>
        <p:nvPicPr>
          <p:cNvPr id="5125" name="Google Shape;5125;p391"/>
          <p:cNvPicPr preferRelativeResize="0"/>
          <p:nvPr/>
        </p:nvPicPr>
        <p:blipFill>
          <a:blip r:embed="rId9">
            <a:alphaModFix/>
          </a:blip>
          <a:stretch>
            <a:fillRect/>
          </a:stretch>
        </p:blipFill>
        <p:spPr>
          <a:xfrm>
            <a:off x="7051500" y="3832917"/>
            <a:ext cx="1092200" cy="685800"/>
          </a:xfrm>
          <a:prstGeom prst="rect">
            <a:avLst/>
          </a:prstGeom>
          <a:noFill/>
          <a:ln>
            <a:noFill/>
          </a:ln>
        </p:spPr>
      </p:pic>
      <p:pic>
        <p:nvPicPr>
          <p:cNvPr id="5126" name="Google Shape;5126;p391"/>
          <p:cNvPicPr preferRelativeResize="0"/>
          <p:nvPr/>
        </p:nvPicPr>
        <p:blipFill>
          <a:blip r:embed="rId10">
            <a:alphaModFix/>
          </a:blip>
          <a:stretch>
            <a:fillRect/>
          </a:stretch>
        </p:blipFill>
        <p:spPr>
          <a:xfrm>
            <a:off x="4196733" y="4901600"/>
            <a:ext cx="1092200" cy="685800"/>
          </a:xfrm>
          <a:prstGeom prst="rect">
            <a:avLst/>
          </a:prstGeom>
          <a:noFill/>
          <a:ln>
            <a:noFill/>
          </a:ln>
        </p:spPr>
      </p:pic>
      <p:sp>
        <p:nvSpPr>
          <p:cNvPr id="5127" name="Google Shape;5127;p391"/>
          <p:cNvSpPr txBox="1"/>
          <p:nvPr/>
        </p:nvSpPr>
        <p:spPr>
          <a:xfrm>
            <a:off x="5372333" y="3832933"/>
            <a:ext cx="1471500" cy="498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900">
                <a:latin typeface="Proxima Nova"/>
                <a:ea typeface="Proxima Nova"/>
                <a:cs typeface="Proxima Nova"/>
                <a:sym typeface="Proxima Nova"/>
              </a:rPr>
              <a:t>Aggregator</a:t>
            </a:r>
            <a:endParaRPr sz="1900">
              <a:latin typeface="Proxima Nova"/>
              <a:ea typeface="Proxima Nova"/>
              <a:cs typeface="Proxima Nova"/>
              <a:sym typeface="Proxima Nova"/>
            </a:endParaRPr>
          </a:p>
        </p:txBody>
      </p:sp>
      <p:sp>
        <p:nvSpPr>
          <p:cNvPr id="5128" name="Google Shape;5128;p391"/>
          <p:cNvSpPr txBox="1"/>
          <p:nvPr/>
        </p:nvSpPr>
        <p:spPr>
          <a:xfrm>
            <a:off x="5390600" y="4886867"/>
            <a:ext cx="1410900" cy="957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900">
                <a:latin typeface="Proxima Nova"/>
                <a:ea typeface="Proxima Nova"/>
                <a:cs typeface="Proxima Nova"/>
                <a:sym typeface="Proxima Nova"/>
              </a:rPr>
              <a:t>Normalizer</a:t>
            </a:r>
            <a:endParaRPr sz="1900">
              <a:latin typeface="Proxima Nova"/>
              <a:ea typeface="Proxima Nova"/>
              <a:cs typeface="Proxima Nova"/>
              <a:sym typeface="Proxima Nova"/>
            </a:endParaRPr>
          </a:p>
        </p:txBody>
      </p:sp>
      <p:sp>
        <p:nvSpPr>
          <p:cNvPr id="5129" name="Google Shape;5129;p391"/>
          <p:cNvSpPr txBox="1"/>
          <p:nvPr/>
        </p:nvSpPr>
        <p:spPr>
          <a:xfrm>
            <a:off x="8351267" y="3968833"/>
            <a:ext cx="2410800" cy="685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900">
                <a:latin typeface="Proxima Nova"/>
                <a:ea typeface="Proxima Nova"/>
                <a:cs typeface="Proxima Nova"/>
                <a:sym typeface="Proxima Nova"/>
              </a:rPr>
              <a:t>Content Enricher</a:t>
            </a:r>
            <a:endParaRPr sz="1900">
              <a:latin typeface="Proxima Nova"/>
              <a:ea typeface="Proxima Nova"/>
              <a:cs typeface="Proxima Nova"/>
              <a:sym typeface="Proxima Nova"/>
            </a:endParaRPr>
          </a:p>
        </p:txBody>
      </p:sp>
      <p:sp>
        <p:nvSpPr>
          <p:cNvPr id="5130" name="Google Shape;5130;p391"/>
          <p:cNvSpPr txBox="1"/>
          <p:nvPr/>
        </p:nvSpPr>
        <p:spPr>
          <a:xfrm>
            <a:off x="8426800" y="4901700"/>
            <a:ext cx="2410800" cy="6855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1900">
                <a:latin typeface="Proxima Nova"/>
                <a:ea typeface="Proxima Nova"/>
                <a:cs typeface="Proxima Nova"/>
                <a:sym typeface="Proxima Nova"/>
              </a:rPr>
              <a:t>Resequencer</a:t>
            </a:r>
            <a:endParaRPr sz="1900">
              <a:latin typeface="Proxima Nova"/>
              <a:ea typeface="Proxima Nova"/>
              <a:cs typeface="Proxima Nova"/>
              <a:sym typeface="Proxima Nova"/>
            </a:endParaRPr>
          </a:p>
        </p:txBody>
      </p:sp>
      <p:pic>
        <p:nvPicPr>
          <p:cNvPr id="5131" name="Google Shape;5131;p391"/>
          <p:cNvPicPr preferRelativeResize="0"/>
          <p:nvPr/>
        </p:nvPicPr>
        <p:blipFill>
          <a:blip r:embed="rId6">
            <a:alphaModFix/>
          </a:blip>
          <a:stretch>
            <a:fillRect/>
          </a:stretch>
        </p:blipFill>
        <p:spPr>
          <a:xfrm>
            <a:off x="10598933" y="1422700"/>
            <a:ext cx="635000" cy="685800"/>
          </a:xfrm>
          <a:prstGeom prst="rect">
            <a:avLst/>
          </a:prstGeom>
          <a:noFill/>
          <a:ln>
            <a:noFill/>
          </a:ln>
        </p:spPr>
      </p:pic>
      <p:sp>
        <p:nvSpPr>
          <p:cNvPr id="5132" name="Google Shape;5132;p39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33" name="Google Shape;5133;p39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34" name="Google Shape;5134;p391"/>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135" name="Google Shape;5135;p391"/>
          <p:cNvSpPr txBox="1"/>
          <p:nvPr>
            <p:ph idx="3" type="body"/>
          </p:nvPr>
        </p:nvSpPr>
        <p:spPr>
          <a:xfrm>
            <a:off x="885050" y="2074600"/>
            <a:ext cx="10388700" cy="3872700"/>
          </a:xfrm>
          <a:prstGeom prst="rect">
            <a:avLst/>
          </a:prstGeom>
        </p:spPr>
        <p:txBody>
          <a:bodyPr anchorCtr="0" anchor="t" bIns="0" lIns="0" spcFirstLastPara="1" rIns="0" wrap="square" tIns="0">
            <a:noAutofit/>
          </a:bodyPr>
          <a:lstStyle/>
          <a:p>
            <a:pPr indent="0" lvl="0" marL="0" rtl="0" algn="l">
              <a:spcBef>
                <a:spcPts val="0"/>
              </a:spcBef>
              <a:spcAft>
                <a:spcPts val="11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9" name="Shape 5139"/>
        <p:cNvGrpSpPr/>
        <p:nvPr/>
      </p:nvGrpSpPr>
      <p:grpSpPr>
        <a:xfrm>
          <a:off x="0" y="0"/>
          <a:ext cx="0" cy="0"/>
          <a:chOff x="0" y="0"/>
          <a:chExt cx="0" cy="0"/>
        </a:xfrm>
      </p:grpSpPr>
      <p:sp>
        <p:nvSpPr>
          <p:cNvPr id="5140" name="Google Shape;5140;p392"/>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Happy Path Scenarios</a:t>
            </a:r>
            <a:endParaRPr sz="3600" strike="noStrike">
              <a:solidFill>
                <a:srgbClr val="000000"/>
              </a:solidFill>
              <a:latin typeface="Red Hat Text"/>
              <a:ea typeface="Red Hat Text"/>
              <a:cs typeface="Red Hat Text"/>
              <a:sym typeface="Red Hat Text"/>
            </a:endParaRPr>
          </a:p>
        </p:txBody>
      </p:sp>
      <p:sp>
        <p:nvSpPr>
          <p:cNvPr id="5141" name="Google Shape;5141;p392"/>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000000"/>
                </a:solidFill>
                <a:latin typeface="Red Hat Text"/>
                <a:ea typeface="Red Hat Text"/>
                <a:cs typeface="Red Hat Text"/>
                <a:sym typeface="Red Hat Text"/>
              </a:rPr>
              <a:t>How Pipes and Filters Pattern looks in Camel?</a:t>
            </a:r>
            <a:endParaRPr sz="1800" strike="noStrike">
              <a:solidFill>
                <a:srgbClr val="000000"/>
              </a:solidFill>
              <a:latin typeface="Red Hat Text"/>
              <a:ea typeface="Red Hat Text"/>
              <a:cs typeface="Red Hat Text"/>
              <a:sym typeface="Red Hat Text"/>
            </a:endParaRPr>
          </a:p>
        </p:txBody>
      </p:sp>
      <p:pic>
        <p:nvPicPr>
          <p:cNvPr id="5142" name="Google Shape;5142;p392"/>
          <p:cNvPicPr preferRelativeResize="0"/>
          <p:nvPr/>
        </p:nvPicPr>
        <p:blipFill rotWithShape="1">
          <a:blip r:embed="rId3">
            <a:alphaModFix/>
          </a:blip>
          <a:srcRect b="0" l="0" r="0" t="0"/>
          <a:stretch/>
        </p:blipFill>
        <p:spPr>
          <a:xfrm>
            <a:off x="1584960" y="2077920"/>
            <a:ext cx="6766560" cy="1488240"/>
          </a:xfrm>
          <a:prstGeom prst="rect">
            <a:avLst/>
          </a:prstGeom>
          <a:noFill/>
          <a:ln>
            <a:noFill/>
          </a:ln>
        </p:spPr>
      </p:pic>
      <p:pic>
        <p:nvPicPr>
          <p:cNvPr id="5143" name="Google Shape;5143;p392"/>
          <p:cNvPicPr preferRelativeResize="0"/>
          <p:nvPr/>
        </p:nvPicPr>
        <p:blipFill rotWithShape="1">
          <a:blip r:embed="rId4">
            <a:alphaModFix/>
          </a:blip>
          <a:srcRect b="0" l="0" r="0" t="0"/>
          <a:stretch/>
        </p:blipFill>
        <p:spPr>
          <a:xfrm>
            <a:off x="3437760" y="3657600"/>
            <a:ext cx="3987360" cy="1701360"/>
          </a:xfrm>
          <a:prstGeom prst="rect">
            <a:avLst/>
          </a:prstGeom>
          <a:noFill/>
          <a:ln>
            <a:noFill/>
          </a:ln>
        </p:spPr>
      </p:pic>
      <p:sp>
        <p:nvSpPr>
          <p:cNvPr id="5144" name="Google Shape;5144;p392"/>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45" name="Google Shape;5145;p39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46" name="Google Shape;5146;p392"/>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0" name="Shape 5150"/>
        <p:cNvGrpSpPr/>
        <p:nvPr/>
      </p:nvGrpSpPr>
      <p:grpSpPr>
        <a:xfrm>
          <a:off x="0" y="0"/>
          <a:ext cx="0" cy="0"/>
          <a:chOff x="0" y="0"/>
          <a:chExt cx="0" cy="0"/>
        </a:xfrm>
      </p:grpSpPr>
      <p:sp>
        <p:nvSpPr>
          <p:cNvPr id="5151" name="Google Shape;5151;p393"/>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VETRO</a:t>
            </a:r>
            <a:endParaRPr sz="3600" strike="noStrike">
              <a:solidFill>
                <a:srgbClr val="000000"/>
              </a:solidFill>
              <a:latin typeface="Red Hat Text"/>
              <a:ea typeface="Red Hat Text"/>
              <a:cs typeface="Red Hat Text"/>
              <a:sym typeface="Red Hat Text"/>
            </a:endParaRPr>
          </a:p>
        </p:txBody>
      </p:sp>
      <p:sp>
        <p:nvSpPr>
          <p:cNvPr id="5152" name="Google Shape;5152;p393"/>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000000"/>
                </a:solidFill>
                <a:latin typeface="Red Hat Text"/>
                <a:ea typeface="Red Hat Text"/>
                <a:cs typeface="Red Hat Text"/>
                <a:sym typeface="Red Hat Text"/>
              </a:rPr>
              <a:t>What is a typical processing flow for a Camel route? </a:t>
            </a:r>
            <a:endParaRPr sz="1800" strike="noStrike">
              <a:solidFill>
                <a:srgbClr val="000000"/>
              </a:solidFill>
              <a:latin typeface="Red Hat Text"/>
              <a:ea typeface="Red Hat Text"/>
              <a:cs typeface="Red Hat Text"/>
              <a:sym typeface="Red Hat Text"/>
            </a:endParaRPr>
          </a:p>
        </p:txBody>
      </p:sp>
      <p:pic>
        <p:nvPicPr>
          <p:cNvPr id="5153" name="Google Shape;5153;p393"/>
          <p:cNvPicPr preferRelativeResize="0"/>
          <p:nvPr/>
        </p:nvPicPr>
        <p:blipFill rotWithShape="1">
          <a:blip r:embed="rId3">
            <a:alphaModFix/>
          </a:blip>
          <a:srcRect b="0" l="0" r="0" t="0"/>
          <a:stretch/>
        </p:blipFill>
        <p:spPr>
          <a:xfrm>
            <a:off x="1219200" y="2032560"/>
            <a:ext cx="7315200" cy="1234440"/>
          </a:xfrm>
          <a:prstGeom prst="rect">
            <a:avLst/>
          </a:prstGeom>
          <a:noFill/>
          <a:ln>
            <a:noFill/>
          </a:ln>
        </p:spPr>
      </p:pic>
      <p:sp>
        <p:nvSpPr>
          <p:cNvPr id="5154" name="Google Shape;5154;p393"/>
          <p:cNvSpPr txBox="1"/>
          <p:nvPr/>
        </p:nvSpPr>
        <p:spPr>
          <a:xfrm>
            <a:off x="914400" y="3702600"/>
            <a:ext cx="9324000" cy="2149500"/>
          </a:xfrm>
          <a:prstGeom prst="rect">
            <a:avLst/>
          </a:prstGeom>
          <a:noFill/>
          <a:ln>
            <a:noFill/>
          </a:ln>
        </p:spPr>
        <p:txBody>
          <a:bodyPr anchorCtr="0" anchor="t" bIns="0" lIns="0" spcFirstLastPara="1" rIns="0" wrap="square" tIns="0">
            <a:noAutofit/>
          </a:bodyPr>
          <a:lstStyle/>
          <a:p>
            <a:pPr indent="-317500" lvl="0" marL="457200" marR="0" rtl="0" algn="l">
              <a:lnSpc>
                <a:spcPct val="150000"/>
              </a:lnSpc>
              <a:spcBef>
                <a:spcPts val="0"/>
              </a:spcBef>
              <a:spcAft>
                <a:spcPts val="0"/>
              </a:spcAft>
              <a:buClr>
                <a:srgbClr val="353535"/>
              </a:buClr>
              <a:buSzPts val="1400"/>
              <a:buFont typeface="Overpass"/>
              <a:buChar char="●"/>
            </a:pPr>
            <a:r>
              <a:rPr b="1" lang="en" sz="1800" strike="noStrike">
                <a:solidFill>
                  <a:srgbClr val="353535"/>
                </a:solidFill>
                <a:latin typeface="Red Hat Text"/>
                <a:ea typeface="Red Hat Text"/>
                <a:cs typeface="Red Hat Text"/>
                <a:sym typeface="Red Hat Text"/>
              </a:rPr>
              <a:t>V</a:t>
            </a:r>
            <a:r>
              <a:rPr lang="en" sz="1600" strike="noStrike">
                <a:solidFill>
                  <a:srgbClr val="353535"/>
                </a:solidFill>
                <a:latin typeface="Red Hat Text"/>
                <a:ea typeface="Red Hat Text"/>
                <a:cs typeface="Red Hat Text"/>
                <a:sym typeface="Red Hat Text"/>
              </a:rPr>
              <a:t>alidate: validation, schematron, MSV, Jing, bean validation components </a:t>
            </a:r>
            <a:endParaRPr sz="1600" strike="noStrike">
              <a:solidFill>
                <a:srgbClr val="000000"/>
              </a:solidFill>
              <a:latin typeface="Red Hat Text"/>
              <a:ea typeface="Red Hat Text"/>
              <a:cs typeface="Red Hat Text"/>
              <a:sym typeface="Red Hat Text"/>
            </a:endParaRPr>
          </a:p>
          <a:p>
            <a:pPr indent="-317500" lvl="0" marL="457200" marR="0" rtl="0" algn="l">
              <a:lnSpc>
                <a:spcPct val="150000"/>
              </a:lnSpc>
              <a:spcBef>
                <a:spcPts val="0"/>
              </a:spcBef>
              <a:spcAft>
                <a:spcPts val="0"/>
              </a:spcAft>
              <a:buClr>
                <a:srgbClr val="353535"/>
              </a:buClr>
              <a:buSzPts val="1400"/>
              <a:buFont typeface="Overpass"/>
              <a:buChar char="●"/>
            </a:pPr>
            <a:r>
              <a:rPr b="1" lang="en" sz="1800" strike="noStrike">
                <a:solidFill>
                  <a:srgbClr val="353535"/>
                </a:solidFill>
                <a:latin typeface="Red Hat Text"/>
                <a:ea typeface="Red Hat Text"/>
                <a:cs typeface="Red Hat Text"/>
                <a:sym typeface="Red Hat Text"/>
              </a:rPr>
              <a:t>E</a:t>
            </a:r>
            <a:r>
              <a:rPr lang="en" sz="1600" strike="noStrike">
                <a:solidFill>
                  <a:srgbClr val="353535"/>
                </a:solidFill>
                <a:latin typeface="Red Hat Text"/>
                <a:ea typeface="Red Hat Text"/>
                <a:cs typeface="Red Hat Text"/>
                <a:sym typeface="Red Hat Text"/>
              </a:rPr>
              <a:t>nrich: enrich and pollEnrich EIPs, custom beans </a:t>
            </a:r>
            <a:endParaRPr sz="1600" strike="noStrike">
              <a:solidFill>
                <a:srgbClr val="000000"/>
              </a:solidFill>
              <a:latin typeface="Red Hat Text"/>
              <a:ea typeface="Red Hat Text"/>
              <a:cs typeface="Red Hat Text"/>
              <a:sym typeface="Red Hat Text"/>
            </a:endParaRPr>
          </a:p>
          <a:p>
            <a:pPr indent="-317500" lvl="0" marL="457200" marR="0" rtl="0" algn="l">
              <a:lnSpc>
                <a:spcPct val="150000"/>
              </a:lnSpc>
              <a:spcBef>
                <a:spcPts val="0"/>
              </a:spcBef>
              <a:spcAft>
                <a:spcPts val="0"/>
              </a:spcAft>
              <a:buClr>
                <a:srgbClr val="353535"/>
              </a:buClr>
              <a:buSzPts val="1400"/>
              <a:buFont typeface="Overpass"/>
              <a:buChar char="●"/>
            </a:pPr>
            <a:r>
              <a:rPr b="1" lang="en" sz="1800" strike="noStrike">
                <a:solidFill>
                  <a:srgbClr val="353535"/>
                </a:solidFill>
                <a:latin typeface="Red Hat Text"/>
                <a:ea typeface="Red Hat Text"/>
                <a:cs typeface="Red Hat Text"/>
                <a:sym typeface="Red Hat Text"/>
              </a:rPr>
              <a:t>T</a:t>
            </a:r>
            <a:r>
              <a:rPr lang="en" sz="1600" strike="noStrike">
                <a:solidFill>
                  <a:srgbClr val="353535"/>
                </a:solidFill>
                <a:latin typeface="Red Hat Text"/>
                <a:ea typeface="Red Hat Text"/>
                <a:cs typeface="Red Hat Text"/>
                <a:sym typeface="Red Hat Text"/>
              </a:rPr>
              <a:t>ransform: Data formats, auto type conversion, templating components </a:t>
            </a:r>
            <a:endParaRPr sz="1600" strike="noStrike">
              <a:solidFill>
                <a:srgbClr val="000000"/>
              </a:solidFill>
              <a:latin typeface="Red Hat Text"/>
              <a:ea typeface="Red Hat Text"/>
              <a:cs typeface="Red Hat Text"/>
              <a:sym typeface="Red Hat Text"/>
            </a:endParaRPr>
          </a:p>
          <a:p>
            <a:pPr indent="-317500" lvl="0" marL="457200" marR="0" rtl="0" algn="l">
              <a:lnSpc>
                <a:spcPct val="150000"/>
              </a:lnSpc>
              <a:spcBef>
                <a:spcPts val="0"/>
              </a:spcBef>
              <a:spcAft>
                <a:spcPts val="0"/>
              </a:spcAft>
              <a:buClr>
                <a:srgbClr val="353535"/>
              </a:buClr>
              <a:buSzPts val="1400"/>
              <a:buFont typeface="Overpass"/>
              <a:buChar char="●"/>
            </a:pPr>
            <a:r>
              <a:rPr b="1" lang="en" sz="1800" strike="noStrike">
                <a:solidFill>
                  <a:srgbClr val="353535"/>
                </a:solidFill>
                <a:latin typeface="Red Hat Text"/>
                <a:ea typeface="Red Hat Text"/>
                <a:cs typeface="Red Hat Text"/>
                <a:sym typeface="Red Hat Text"/>
              </a:rPr>
              <a:t>R</a:t>
            </a:r>
            <a:r>
              <a:rPr lang="en" sz="1600" strike="noStrike">
                <a:solidFill>
                  <a:srgbClr val="353535"/>
                </a:solidFill>
                <a:latin typeface="Red Hat Text"/>
                <a:ea typeface="Red Hat Text"/>
                <a:cs typeface="Red Hat Text"/>
                <a:sym typeface="Red Hat Text"/>
              </a:rPr>
              <a:t>oute: Message routing EIPs </a:t>
            </a:r>
            <a:endParaRPr sz="1600" strike="noStrike">
              <a:solidFill>
                <a:srgbClr val="000000"/>
              </a:solidFill>
              <a:latin typeface="Red Hat Text"/>
              <a:ea typeface="Red Hat Text"/>
              <a:cs typeface="Red Hat Text"/>
              <a:sym typeface="Red Hat Text"/>
            </a:endParaRPr>
          </a:p>
          <a:p>
            <a:pPr indent="-317500" lvl="0" marL="457200" marR="0" rtl="0" algn="l">
              <a:lnSpc>
                <a:spcPct val="150000"/>
              </a:lnSpc>
              <a:spcBef>
                <a:spcPts val="0"/>
              </a:spcBef>
              <a:spcAft>
                <a:spcPts val="0"/>
              </a:spcAft>
              <a:buClr>
                <a:srgbClr val="353535"/>
              </a:buClr>
              <a:buSzPts val="1400"/>
              <a:buChar char="●"/>
            </a:pPr>
            <a:r>
              <a:rPr b="1" lang="en" sz="1800" strike="noStrike">
                <a:solidFill>
                  <a:srgbClr val="353535"/>
                </a:solidFill>
                <a:latin typeface="Red Hat Text"/>
                <a:ea typeface="Red Hat Text"/>
                <a:cs typeface="Red Hat Text"/>
                <a:sym typeface="Red Hat Text"/>
              </a:rPr>
              <a:t>O</a:t>
            </a:r>
            <a:r>
              <a:rPr lang="en" sz="1600" strike="noStrike">
                <a:solidFill>
                  <a:srgbClr val="353535"/>
                </a:solidFill>
                <a:latin typeface="Red Hat Text"/>
                <a:ea typeface="Red Hat Text"/>
                <a:cs typeface="Red Hat Text"/>
                <a:sym typeface="Red Hat Text"/>
              </a:rPr>
              <a:t>perate: this is the essence of the processing flow </a:t>
            </a:r>
            <a:endParaRPr sz="1600" strike="noStrike">
              <a:solidFill>
                <a:srgbClr val="000000"/>
              </a:solidFill>
              <a:latin typeface="Red Hat Text"/>
              <a:ea typeface="Red Hat Text"/>
              <a:cs typeface="Red Hat Text"/>
              <a:sym typeface="Red Hat Text"/>
            </a:endParaRPr>
          </a:p>
        </p:txBody>
      </p:sp>
      <p:sp>
        <p:nvSpPr>
          <p:cNvPr id="5155" name="Google Shape;5155;p39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56" name="Google Shape;5156;p39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57" name="Google Shape;5157;p393"/>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1" name="Shape 5161"/>
        <p:cNvGrpSpPr/>
        <p:nvPr/>
      </p:nvGrpSpPr>
      <p:grpSpPr>
        <a:xfrm>
          <a:off x="0" y="0"/>
          <a:ext cx="0" cy="0"/>
          <a:chOff x="0" y="0"/>
          <a:chExt cx="0" cy="0"/>
        </a:xfrm>
      </p:grpSpPr>
      <p:sp>
        <p:nvSpPr>
          <p:cNvPr id="5162" name="Google Shape;5162;p394"/>
          <p:cNvSpPr txBox="1"/>
          <p:nvPr>
            <p:ph type="title"/>
          </p:nvPr>
        </p:nvSpPr>
        <p:spPr>
          <a:xfrm>
            <a:off x="1752600" y="946000"/>
            <a:ext cx="8686800" cy="967500"/>
          </a:xfrm>
          <a:prstGeom prst="rect">
            <a:avLst/>
          </a:prstGeom>
          <a:no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SzPts val="3700"/>
              <a:buNone/>
            </a:pPr>
            <a:r>
              <a:rPr lang="en" sz="3600"/>
              <a:t>Camel Routes</a:t>
            </a:r>
            <a:endParaRPr sz="3600"/>
          </a:p>
        </p:txBody>
      </p:sp>
      <p:sp>
        <p:nvSpPr>
          <p:cNvPr id="5163" name="Google Shape;5163;p394"/>
          <p:cNvSpPr txBox="1"/>
          <p:nvPr>
            <p:ph idx="3" type="body"/>
          </p:nvPr>
        </p:nvSpPr>
        <p:spPr>
          <a:xfrm>
            <a:off x="885050" y="2074600"/>
            <a:ext cx="10388700" cy="38727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500"/>
              <a:buFont typeface="Arial"/>
              <a:buNone/>
            </a:pPr>
            <a:r>
              <a:rPr lang="en" sz="3200">
                <a:latin typeface="Courier New"/>
                <a:ea typeface="Courier New"/>
                <a:cs typeface="Courier New"/>
                <a:sym typeface="Courier New"/>
              </a:rPr>
              <a:t>from("file:data/inbox")</a:t>
            </a:r>
            <a:br>
              <a:rPr lang="en" sz="3200">
                <a:latin typeface="Courier New"/>
                <a:ea typeface="Courier New"/>
                <a:cs typeface="Courier New"/>
                <a:sym typeface="Courier New"/>
              </a:rPr>
            </a:br>
            <a:r>
              <a:rPr lang="en" sz="3200">
                <a:latin typeface="Courier New"/>
                <a:ea typeface="Courier New"/>
                <a:cs typeface="Courier New"/>
                <a:sym typeface="Courier New"/>
              </a:rPr>
              <a:t>  .to("jms:queue:order");</a:t>
            </a:r>
            <a:endParaRPr sz="3200">
              <a:latin typeface="Courier New"/>
              <a:ea typeface="Courier New"/>
              <a:cs typeface="Courier New"/>
              <a:sym typeface="Courier New"/>
            </a:endParaRPr>
          </a:p>
          <a:p>
            <a:pPr indent="0" lvl="0" marL="0" rtl="0" algn="l">
              <a:lnSpc>
                <a:spcPct val="115000"/>
              </a:lnSpc>
              <a:spcBef>
                <a:spcPts val="2100"/>
              </a:spcBef>
              <a:spcAft>
                <a:spcPts val="2100"/>
              </a:spcAft>
              <a:buSzPts val="2400"/>
              <a:buNone/>
            </a:pPr>
            <a:r>
              <a:t/>
            </a:r>
            <a:endParaRPr/>
          </a:p>
        </p:txBody>
      </p:sp>
      <p:sp>
        <p:nvSpPr>
          <p:cNvPr id="5164" name="Google Shape;5164;p394"/>
          <p:cNvSpPr txBox="1"/>
          <p:nvPr>
            <p:ph idx="2" type="subTitle"/>
          </p:nvPr>
        </p:nvSpPr>
        <p:spPr>
          <a:xfrm>
            <a:off x="3857725" y="3954925"/>
            <a:ext cx="9182700" cy="25974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0"/>
              </a:spcAft>
              <a:buClr>
                <a:schemeClr val="dk1"/>
              </a:buClr>
              <a:buSzPts val="1500"/>
              <a:buFont typeface="Arial"/>
              <a:buNone/>
            </a:pPr>
            <a:r>
              <a:rPr lang="en" sz="3200">
                <a:latin typeface="Courier New"/>
                <a:ea typeface="Courier New"/>
                <a:cs typeface="Courier New"/>
                <a:sym typeface="Courier New"/>
              </a:rPr>
              <a:t>&lt;route&gt;</a:t>
            </a:r>
            <a:br>
              <a:rPr lang="en" sz="3200">
                <a:latin typeface="Courier New"/>
                <a:ea typeface="Courier New"/>
                <a:cs typeface="Courier New"/>
                <a:sym typeface="Courier New"/>
              </a:rPr>
            </a:br>
            <a:r>
              <a:rPr lang="en" sz="3200">
                <a:latin typeface="Courier New"/>
                <a:ea typeface="Courier New"/>
                <a:cs typeface="Courier New"/>
                <a:sym typeface="Courier New"/>
              </a:rPr>
              <a:t>  &lt;from uri="file:data/inbox"/&gt;</a:t>
            </a:r>
            <a:br>
              <a:rPr lang="en" sz="3200">
                <a:latin typeface="Courier New"/>
                <a:ea typeface="Courier New"/>
                <a:cs typeface="Courier New"/>
                <a:sym typeface="Courier New"/>
              </a:rPr>
            </a:br>
            <a:r>
              <a:rPr lang="en" sz="3200">
                <a:latin typeface="Courier New"/>
                <a:ea typeface="Courier New"/>
                <a:cs typeface="Courier New"/>
                <a:sym typeface="Courier New"/>
              </a:rPr>
              <a:t>  &lt;to uri="jms:queue:order"/&gt;</a:t>
            </a:r>
            <a:br>
              <a:rPr lang="en" sz="3200">
                <a:latin typeface="Courier New"/>
                <a:ea typeface="Courier New"/>
                <a:cs typeface="Courier New"/>
                <a:sym typeface="Courier New"/>
              </a:rPr>
            </a:br>
            <a:r>
              <a:rPr lang="en" sz="3200">
                <a:latin typeface="Courier New"/>
                <a:ea typeface="Courier New"/>
                <a:cs typeface="Courier New"/>
                <a:sym typeface="Courier New"/>
              </a:rPr>
              <a:t>&lt;/route&gt;</a:t>
            </a:r>
            <a:endParaRPr sz="3200">
              <a:latin typeface="Courier New"/>
              <a:ea typeface="Courier New"/>
              <a:cs typeface="Courier New"/>
              <a:sym typeface="Courier New"/>
            </a:endParaRPr>
          </a:p>
          <a:p>
            <a:pPr indent="0" lvl="0" marL="0" rtl="0" algn="l">
              <a:lnSpc>
                <a:spcPct val="115000"/>
              </a:lnSpc>
              <a:spcBef>
                <a:spcPts val="2100"/>
              </a:spcBef>
              <a:spcAft>
                <a:spcPts val="2100"/>
              </a:spcAft>
              <a:buSzPts val="2400"/>
              <a:buNone/>
            </a:pPr>
            <a:r>
              <a:t/>
            </a:r>
            <a:endParaRPr sz="3200">
              <a:latin typeface="Courier New"/>
              <a:ea typeface="Courier New"/>
              <a:cs typeface="Courier New"/>
              <a:sym typeface="Courier New"/>
            </a:endParaRPr>
          </a:p>
        </p:txBody>
      </p:sp>
      <p:sp>
        <p:nvSpPr>
          <p:cNvPr id="5165" name="Google Shape;5165;p394"/>
          <p:cNvSpPr/>
          <p:nvPr/>
        </p:nvSpPr>
        <p:spPr>
          <a:xfrm>
            <a:off x="9505667" y="2239067"/>
            <a:ext cx="2270700" cy="1166400"/>
          </a:xfrm>
          <a:prstGeom prst="wedgeRoundRectCallout">
            <a:avLst>
              <a:gd fmla="val -96051" name="adj1"/>
              <a:gd fmla="val 19715"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rgbClr val="000000"/>
                </a:solidFill>
                <a:latin typeface="Arial"/>
                <a:ea typeface="Arial"/>
                <a:cs typeface="Arial"/>
                <a:sym typeface="Arial"/>
              </a:rPr>
              <a:t>Java DSL</a:t>
            </a:r>
            <a:endParaRPr b="0" i="0" sz="3200" u="none" cap="none" strike="noStrike">
              <a:solidFill>
                <a:srgbClr val="000000"/>
              </a:solidFill>
              <a:latin typeface="Arial"/>
              <a:ea typeface="Arial"/>
              <a:cs typeface="Arial"/>
              <a:sym typeface="Arial"/>
            </a:endParaRPr>
          </a:p>
        </p:txBody>
      </p:sp>
      <p:sp>
        <p:nvSpPr>
          <p:cNvPr id="5166" name="Google Shape;5166;p394"/>
          <p:cNvSpPr/>
          <p:nvPr/>
        </p:nvSpPr>
        <p:spPr>
          <a:xfrm>
            <a:off x="415600" y="4546033"/>
            <a:ext cx="2575500" cy="993600"/>
          </a:xfrm>
          <a:prstGeom prst="wedgeRoundRectCallout">
            <a:avLst>
              <a:gd fmla="val 97753" name="adj1"/>
              <a:gd fmla="val 18614"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3200"/>
              <a:buFont typeface="Arial"/>
              <a:buNone/>
            </a:pPr>
            <a:r>
              <a:rPr b="0" i="0" lang="en" sz="3200" u="none" cap="none" strike="noStrike">
                <a:solidFill>
                  <a:srgbClr val="000000"/>
                </a:solidFill>
                <a:latin typeface="Arial"/>
                <a:ea typeface="Arial"/>
                <a:cs typeface="Arial"/>
                <a:sym typeface="Arial"/>
              </a:rPr>
              <a:t>XML DSL</a:t>
            </a:r>
            <a:endParaRPr b="0" i="0" sz="3200" u="none" cap="none" strike="noStrike">
              <a:solidFill>
                <a:srgbClr val="000000"/>
              </a:solidFill>
              <a:latin typeface="Arial"/>
              <a:ea typeface="Arial"/>
              <a:cs typeface="Arial"/>
              <a:sym typeface="Arial"/>
            </a:endParaRPr>
          </a:p>
        </p:txBody>
      </p:sp>
      <p:pic>
        <p:nvPicPr>
          <p:cNvPr id="5167" name="Google Shape;5167;p394"/>
          <p:cNvPicPr preferRelativeResize="0"/>
          <p:nvPr/>
        </p:nvPicPr>
        <p:blipFill rotWithShape="1">
          <a:blip r:embed="rId3">
            <a:alphaModFix/>
          </a:blip>
          <a:srcRect b="0" l="0" r="0" t="0"/>
          <a:stretch/>
        </p:blipFill>
        <p:spPr>
          <a:xfrm>
            <a:off x="8075583" y="71165"/>
            <a:ext cx="4065172" cy="1808000"/>
          </a:xfrm>
          <a:prstGeom prst="rect">
            <a:avLst/>
          </a:prstGeom>
          <a:noFill/>
          <a:ln>
            <a:noFill/>
          </a:ln>
        </p:spPr>
      </p:pic>
      <p:sp>
        <p:nvSpPr>
          <p:cNvPr id="5168" name="Google Shape;5168;p39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69" name="Google Shape;5169;p39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3" name="Shape 5173"/>
        <p:cNvGrpSpPr/>
        <p:nvPr/>
      </p:nvGrpSpPr>
      <p:grpSpPr>
        <a:xfrm>
          <a:off x="0" y="0"/>
          <a:ext cx="0" cy="0"/>
          <a:chOff x="0" y="0"/>
          <a:chExt cx="0" cy="0"/>
        </a:xfrm>
      </p:grpSpPr>
      <p:sp>
        <p:nvSpPr>
          <p:cNvPr id="5174" name="Google Shape;5174;p395"/>
          <p:cNvSpPr txBox="1"/>
          <p:nvPr/>
        </p:nvSpPr>
        <p:spPr>
          <a:xfrm>
            <a:off x="2764350" y="2918125"/>
            <a:ext cx="6663300" cy="2381400"/>
          </a:xfrm>
          <a:prstGeom prst="rect">
            <a:avLst/>
          </a:prstGeom>
          <a:solidFill>
            <a:srgbClr val="B7B7B7"/>
          </a:solid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None/>
            </a:pPr>
            <a:r>
              <a:rPr lang="en" sz="2400">
                <a:latin typeface="Courier New"/>
                <a:ea typeface="Courier New"/>
                <a:cs typeface="Courier New"/>
                <a:sym typeface="Courier New"/>
              </a:rPr>
              <a:t>from</a:t>
            </a:r>
            <a:r>
              <a:rPr lang="en" sz="2400">
                <a:solidFill>
                  <a:srgbClr val="0000FF"/>
                </a:solidFill>
                <a:latin typeface="Courier New"/>
                <a:ea typeface="Courier New"/>
                <a:cs typeface="Courier New"/>
                <a:sym typeface="Courier New"/>
              </a:rPr>
              <a:t>("file:inbox"</a:t>
            </a:r>
            <a:r>
              <a:rPr lang="en" sz="2400">
                <a:latin typeface="Courier New"/>
                <a:ea typeface="Courier New"/>
                <a:cs typeface="Courier New"/>
                <a:sym typeface="Courier New"/>
              </a:rPr>
              <a:t>)</a:t>
            </a:r>
            <a:br>
              <a:rPr lang="en" sz="2400">
                <a:latin typeface="Courier New"/>
                <a:ea typeface="Courier New"/>
                <a:cs typeface="Courier New"/>
                <a:sym typeface="Courier New"/>
              </a:rPr>
            </a:br>
            <a:r>
              <a:rPr lang="en" sz="2400">
                <a:latin typeface="Courier New"/>
                <a:ea typeface="Courier New"/>
                <a:cs typeface="Courier New"/>
                <a:sym typeface="Courier New"/>
              </a:rPr>
              <a:t>    .split(body().tokenize(</a:t>
            </a:r>
            <a:r>
              <a:rPr lang="en" sz="2400">
                <a:solidFill>
                  <a:srgbClr val="0000FF"/>
                </a:solidFill>
                <a:latin typeface="Courier New"/>
                <a:ea typeface="Courier New"/>
                <a:cs typeface="Courier New"/>
                <a:sym typeface="Courier New"/>
              </a:rPr>
              <a:t>"\n"</a:t>
            </a:r>
            <a:r>
              <a:rPr lang="en" sz="2400">
                <a:latin typeface="Courier New"/>
                <a:ea typeface="Courier New"/>
                <a:cs typeface="Courier New"/>
                <a:sym typeface="Courier New"/>
              </a:rPr>
              <a:t>))</a:t>
            </a:r>
            <a:br>
              <a:rPr lang="en" sz="2400">
                <a:latin typeface="Courier New"/>
                <a:ea typeface="Courier New"/>
                <a:cs typeface="Courier New"/>
                <a:sym typeface="Courier New"/>
              </a:rPr>
            </a:br>
            <a:r>
              <a:rPr lang="en" sz="2400">
                <a:latin typeface="Courier New"/>
                <a:ea typeface="Courier New"/>
                <a:cs typeface="Courier New"/>
                <a:sym typeface="Courier New"/>
              </a:rPr>
              <a:t>        .marshal(</a:t>
            </a:r>
            <a:r>
              <a:rPr lang="en" sz="2400">
                <a:solidFill>
                  <a:srgbClr val="0000FF"/>
                </a:solidFill>
                <a:latin typeface="Courier New"/>
                <a:ea typeface="Courier New"/>
                <a:cs typeface="Courier New"/>
                <a:sym typeface="Courier New"/>
              </a:rPr>
              <a:t>customToXml</a:t>
            </a:r>
            <a:r>
              <a:rPr lang="en" sz="2400">
                <a:latin typeface="Courier New"/>
                <a:ea typeface="Courier New"/>
                <a:cs typeface="Courier New"/>
                <a:sym typeface="Courier New"/>
              </a:rPr>
              <a:t>)</a:t>
            </a:r>
            <a:br>
              <a:rPr lang="en" sz="2400">
                <a:latin typeface="Courier New"/>
                <a:ea typeface="Courier New"/>
                <a:cs typeface="Courier New"/>
                <a:sym typeface="Courier New"/>
              </a:rPr>
            </a:br>
            <a:r>
              <a:rPr lang="en" sz="2400">
                <a:latin typeface="Courier New"/>
                <a:ea typeface="Courier New"/>
                <a:cs typeface="Courier New"/>
                <a:sym typeface="Courier New"/>
              </a:rPr>
              <a:t>        .to(</a:t>
            </a:r>
            <a:r>
              <a:rPr lang="en" sz="2400">
                <a:solidFill>
                  <a:srgbClr val="0000FF"/>
                </a:solidFill>
                <a:latin typeface="Courier New"/>
                <a:ea typeface="Courier New"/>
                <a:cs typeface="Courier New"/>
                <a:sym typeface="Courier New"/>
              </a:rPr>
              <a:t>"activemq:queue:line"</a:t>
            </a:r>
            <a:r>
              <a:rPr lang="en" sz="2400">
                <a:latin typeface="Courier New"/>
                <a:ea typeface="Courier New"/>
                <a:cs typeface="Courier New"/>
                <a:sym typeface="Courier New"/>
              </a:rPr>
              <a:t>);</a:t>
            </a:r>
            <a:endParaRPr sz="2400">
              <a:latin typeface="Courier New"/>
              <a:ea typeface="Courier New"/>
              <a:cs typeface="Courier New"/>
              <a:sym typeface="Courier New"/>
            </a:endParaRPr>
          </a:p>
        </p:txBody>
      </p:sp>
      <p:pic>
        <p:nvPicPr>
          <p:cNvPr id="5175" name="Google Shape;5175;p395"/>
          <p:cNvPicPr preferRelativeResize="0"/>
          <p:nvPr/>
        </p:nvPicPr>
        <p:blipFill>
          <a:blip r:embed="rId3">
            <a:alphaModFix/>
          </a:blip>
          <a:stretch>
            <a:fillRect/>
          </a:stretch>
        </p:blipFill>
        <p:spPr>
          <a:xfrm>
            <a:off x="715800" y="641933"/>
            <a:ext cx="10159999" cy="2381267"/>
          </a:xfrm>
          <a:prstGeom prst="rect">
            <a:avLst/>
          </a:prstGeom>
          <a:noFill/>
          <a:ln>
            <a:noFill/>
          </a:ln>
        </p:spPr>
      </p:pic>
      <p:sp>
        <p:nvSpPr>
          <p:cNvPr id="5176" name="Google Shape;5176;p39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77" name="Google Shape;5177;p39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78" name="Google Shape;5178;p395"/>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2" name="Shape 5182"/>
        <p:cNvGrpSpPr/>
        <p:nvPr/>
      </p:nvGrpSpPr>
      <p:grpSpPr>
        <a:xfrm>
          <a:off x="0" y="0"/>
          <a:ext cx="0" cy="0"/>
          <a:chOff x="0" y="0"/>
          <a:chExt cx="0" cy="0"/>
        </a:xfrm>
      </p:grpSpPr>
      <p:sp>
        <p:nvSpPr>
          <p:cNvPr id="5183" name="Google Shape;5183;p39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184" name="Google Shape;5184;p39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185" name="Google Shape;5185;p396"/>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5186" name="Google Shape;5186;p396"/>
          <p:cNvSpPr txBox="1"/>
          <p:nvPr/>
        </p:nvSpPr>
        <p:spPr>
          <a:xfrm>
            <a:off x="578324" y="-67100"/>
            <a:ext cx="10951200" cy="1338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cap="none">
                <a:solidFill>
                  <a:srgbClr val="000000"/>
                </a:solidFill>
                <a:latin typeface="Red Hat Text"/>
                <a:ea typeface="Red Hat Text"/>
                <a:cs typeface="Red Hat Text"/>
                <a:sym typeface="Red Hat Text"/>
              </a:rPr>
              <a:t>CAMEL EXCHANGE</a:t>
            </a:r>
            <a:endParaRPr sz="3600" cap="none">
              <a:solidFill>
                <a:srgbClr val="000000"/>
              </a:solidFill>
              <a:latin typeface="Red Hat Text"/>
              <a:ea typeface="Red Hat Text"/>
              <a:cs typeface="Red Hat Text"/>
              <a:sym typeface="Red Hat Text"/>
            </a:endParaRPr>
          </a:p>
        </p:txBody>
      </p:sp>
      <p:sp>
        <p:nvSpPr>
          <p:cNvPr id="5187" name="Google Shape;5187;p396"/>
          <p:cNvSpPr/>
          <p:nvPr/>
        </p:nvSpPr>
        <p:spPr>
          <a:xfrm>
            <a:off x="1389875" y="1361975"/>
            <a:ext cx="8333400" cy="5057400"/>
          </a:xfrm>
          <a:prstGeom prst="rect">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000000"/>
                </a:solidFill>
                <a:latin typeface="Roboto Mono"/>
                <a:ea typeface="Roboto Mono"/>
                <a:cs typeface="Roboto Mono"/>
                <a:sym typeface="Roboto Mono"/>
              </a:rPr>
              <a:t>Exchange</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2000">
              <a:solidFill>
                <a:srgbClr val="000000"/>
              </a:solidFill>
              <a:latin typeface="Roboto Mono"/>
              <a:ea typeface="Roboto Mono"/>
              <a:cs typeface="Roboto Mono"/>
              <a:sym typeface="Roboto Mono"/>
            </a:endParaRPr>
          </a:p>
        </p:txBody>
      </p:sp>
      <p:sp>
        <p:nvSpPr>
          <p:cNvPr id="5188" name="Google Shape;5188;p396"/>
          <p:cNvSpPr/>
          <p:nvPr/>
        </p:nvSpPr>
        <p:spPr>
          <a:xfrm>
            <a:off x="1603200" y="1788450"/>
            <a:ext cx="4990500" cy="97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Roboto Mono"/>
                <a:ea typeface="Roboto Mono"/>
                <a:cs typeface="Roboto Mono"/>
                <a:sym typeface="Roboto Mono"/>
              </a:rPr>
              <a:t>Header</a:t>
            </a:r>
            <a:endParaRPr sz="20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p:txBody>
      </p:sp>
      <p:sp>
        <p:nvSpPr>
          <p:cNvPr id="5189" name="Google Shape;5189;p396"/>
          <p:cNvSpPr/>
          <p:nvPr/>
        </p:nvSpPr>
        <p:spPr>
          <a:xfrm>
            <a:off x="1615050" y="2908551"/>
            <a:ext cx="2406300" cy="3328500"/>
          </a:xfrm>
          <a:prstGeom prst="rect">
            <a:avLst/>
          </a:prstGeom>
          <a:solidFill>
            <a:srgbClr val="D9D9D9"/>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Roboto Mono"/>
                <a:ea typeface="Roboto Mono"/>
                <a:cs typeface="Roboto Mono"/>
                <a:sym typeface="Roboto Mono"/>
              </a:rPr>
              <a:t>IN Message</a:t>
            </a:r>
            <a:endParaRPr sz="20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p:txBody>
      </p:sp>
      <p:sp>
        <p:nvSpPr>
          <p:cNvPr id="5190" name="Google Shape;5190;p396"/>
          <p:cNvSpPr/>
          <p:nvPr/>
        </p:nvSpPr>
        <p:spPr>
          <a:xfrm>
            <a:off x="1769150" y="3345423"/>
            <a:ext cx="1979700" cy="97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Roboto Mono"/>
                <a:ea typeface="Roboto Mono"/>
                <a:cs typeface="Roboto Mono"/>
                <a:sym typeface="Roboto Mono"/>
              </a:rPr>
              <a:t>Header</a:t>
            </a:r>
            <a:endParaRPr sz="18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p:txBody>
      </p:sp>
      <p:sp>
        <p:nvSpPr>
          <p:cNvPr id="5191" name="Google Shape;5191;p396"/>
          <p:cNvSpPr/>
          <p:nvPr/>
        </p:nvSpPr>
        <p:spPr>
          <a:xfrm>
            <a:off x="1769160" y="4413075"/>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800">
                <a:solidFill>
                  <a:srgbClr val="000000"/>
                </a:solidFill>
                <a:latin typeface="Roboto Mono"/>
                <a:ea typeface="Roboto Mono"/>
                <a:cs typeface="Roboto Mono"/>
                <a:sym typeface="Roboto Mono"/>
              </a:rPr>
              <a:t>Body</a:t>
            </a:r>
            <a:endParaRPr>
              <a:latin typeface="Roboto Mono"/>
              <a:ea typeface="Roboto Mono"/>
              <a:cs typeface="Roboto Mono"/>
              <a:sym typeface="Roboto Mono"/>
            </a:endParaRPr>
          </a:p>
        </p:txBody>
      </p:sp>
      <p:sp>
        <p:nvSpPr>
          <p:cNvPr id="5192" name="Google Shape;5192;p396"/>
          <p:cNvSpPr/>
          <p:nvPr/>
        </p:nvSpPr>
        <p:spPr>
          <a:xfrm>
            <a:off x="1769160" y="5034956"/>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Attachment</a:t>
            </a:r>
            <a:endParaRPr sz="1200">
              <a:solidFill>
                <a:srgbClr val="000000"/>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000000"/>
              </a:solidFill>
              <a:latin typeface="Proxima Nova"/>
              <a:ea typeface="Proxima Nova"/>
              <a:cs typeface="Proxima Nova"/>
              <a:sym typeface="Proxima Nova"/>
            </a:endParaRPr>
          </a:p>
        </p:txBody>
      </p:sp>
      <p:sp>
        <p:nvSpPr>
          <p:cNvPr id="5193" name="Google Shape;5193;p396"/>
          <p:cNvSpPr/>
          <p:nvPr/>
        </p:nvSpPr>
        <p:spPr>
          <a:xfrm>
            <a:off x="1863914" y="5101222"/>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Attachment</a:t>
            </a:r>
            <a:endParaRPr sz="1200">
              <a:solidFill>
                <a:srgbClr val="000000"/>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000000"/>
              </a:solidFill>
              <a:latin typeface="Proxima Nova"/>
              <a:ea typeface="Proxima Nova"/>
              <a:cs typeface="Proxima Nova"/>
              <a:sym typeface="Proxima Nova"/>
            </a:endParaRPr>
          </a:p>
        </p:txBody>
      </p:sp>
      <p:sp>
        <p:nvSpPr>
          <p:cNvPr id="5194" name="Google Shape;5194;p396"/>
          <p:cNvSpPr/>
          <p:nvPr/>
        </p:nvSpPr>
        <p:spPr>
          <a:xfrm>
            <a:off x="1970504" y="5153663"/>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Mono"/>
                <a:ea typeface="Roboto Mono"/>
                <a:cs typeface="Roboto Mono"/>
                <a:sym typeface="Roboto Mono"/>
              </a:rPr>
              <a:t>Attachment</a:t>
            </a:r>
            <a:endParaRPr>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a:solidFill>
                <a:srgbClr val="000000"/>
              </a:solidFill>
              <a:latin typeface="Roboto Mono"/>
              <a:ea typeface="Roboto Mono"/>
              <a:cs typeface="Roboto Mono"/>
              <a:sym typeface="Roboto Mono"/>
            </a:endParaRPr>
          </a:p>
        </p:txBody>
      </p:sp>
      <p:sp>
        <p:nvSpPr>
          <p:cNvPr id="5195" name="Google Shape;5195;p396"/>
          <p:cNvSpPr/>
          <p:nvPr/>
        </p:nvSpPr>
        <p:spPr>
          <a:xfrm>
            <a:off x="2029951" y="3804856"/>
            <a:ext cx="1173900" cy="277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Proxima Nova"/>
                <a:ea typeface="Proxima Nova"/>
                <a:cs typeface="Proxima Nova"/>
                <a:sym typeface="Proxima Nova"/>
              </a:rPr>
              <a:t>Key:Value</a:t>
            </a:r>
            <a:endParaRPr sz="1000">
              <a:latin typeface="Proxima Nova"/>
              <a:ea typeface="Proxima Nova"/>
              <a:cs typeface="Proxima Nova"/>
              <a:sym typeface="Proxima Nova"/>
            </a:endParaRPr>
          </a:p>
        </p:txBody>
      </p:sp>
      <p:sp>
        <p:nvSpPr>
          <p:cNvPr id="5196" name="Google Shape;5196;p396"/>
          <p:cNvSpPr/>
          <p:nvPr/>
        </p:nvSpPr>
        <p:spPr>
          <a:xfrm>
            <a:off x="2112867" y="3870829"/>
            <a:ext cx="1173900" cy="277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Proxima Nova"/>
                <a:ea typeface="Proxima Nova"/>
                <a:cs typeface="Proxima Nova"/>
                <a:sym typeface="Proxima Nova"/>
              </a:rPr>
              <a:t>Key:Value</a:t>
            </a:r>
            <a:endParaRPr sz="1000">
              <a:latin typeface="Proxima Nova"/>
              <a:ea typeface="Proxima Nova"/>
              <a:cs typeface="Proxima Nova"/>
              <a:sym typeface="Proxima Nova"/>
            </a:endParaRPr>
          </a:p>
        </p:txBody>
      </p:sp>
      <p:sp>
        <p:nvSpPr>
          <p:cNvPr id="5197" name="Google Shape;5197;p396"/>
          <p:cNvSpPr/>
          <p:nvPr/>
        </p:nvSpPr>
        <p:spPr>
          <a:xfrm>
            <a:off x="2231323" y="3950465"/>
            <a:ext cx="1173900" cy="277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Key:Value</a:t>
            </a:r>
            <a:endParaRPr sz="1200">
              <a:latin typeface="Roboto Mono"/>
              <a:ea typeface="Roboto Mono"/>
              <a:cs typeface="Roboto Mono"/>
              <a:sym typeface="Roboto Mono"/>
            </a:endParaRPr>
          </a:p>
        </p:txBody>
      </p:sp>
      <p:sp>
        <p:nvSpPr>
          <p:cNvPr id="5198" name="Google Shape;5198;p396"/>
          <p:cNvSpPr/>
          <p:nvPr/>
        </p:nvSpPr>
        <p:spPr>
          <a:xfrm>
            <a:off x="4187375" y="2908551"/>
            <a:ext cx="2406300" cy="3328500"/>
          </a:xfrm>
          <a:prstGeom prst="rect">
            <a:avLst/>
          </a:prstGeom>
          <a:solidFill>
            <a:srgbClr val="D9D9D9"/>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Roboto Mono"/>
                <a:ea typeface="Roboto Mono"/>
                <a:cs typeface="Roboto Mono"/>
                <a:sym typeface="Roboto Mono"/>
              </a:rPr>
              <a:t>Out Message</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a:p>
            <a:pPr indent="0" lvl="0" marL="0" rtl="0" algn="l">
              <a:spcBef>
                <a:spcPts val="0"/>
              </a:spcBef>
              <a:spcAft>
                <a:spcPts val="0"/>
              </a:spcAft>
              <a:buNone/>
            </a:pPr>
            <a:r>
              <a:t/>
            </a:r>
            <a:endParaRPr sz="2000">
              <a:latin typeface="Roboto Mono"/>
              <a:ea typeface="Roboto Mono"/>
              <a:cs typeface="Roboto Mono"/>
              <a:sym typeface="Roboto Mono"/>
            </a:endParaRPr>
          </a:p>
        </p:txBody>
      </p:sp>
      <p:sp>
        <p:nvSpPr>
          <p:cNvPr id="5199" name="Google Shape;5199;p396"/>
          <p:cNvSpPr/>
          <p:nvPr/>
        </p:nvSpPr>
        <p:spPr>
          <a:xfrm>
            <a:off x="4341500" y="3345499"/>
            <a:ext cx="1979700" cy="9750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latin typeface="Roboto Mono"/>
                <a:ea typeface="Roboto Mono"/>
                <a:cs typeface="Roboto Mono"/>
                <a:sym typeface="Roboto Mono"/>
              </a:rPr>
              <a:t>Header</a:t>
            </a:r>
            <a:endParaRPr sz="18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a:p>
            <a:pPr indent="0" lvl="0" marL="0" rtl="0" algn="l">
              <a:spcBef>
                <a:spcPts val="0"/>
              </a:spcBef>
              <a:spcAft>
                <a:spcPts val="0"/>
              </a:spcAft>
              <a:buNone/>
            </a:pPr>
            <a:r>
              <a:t/>
            </a:r>
            <a:endParaRPr sz="1200">
              <a:latin typeface="Roboto Mono"/>
              <a:ea typeface="Roboto Mono"/>
              <a:cs typeface="Roboto Mono"/>
              <a:sym typeface="Roboto Mono"/>
            </a:endParaRPr>
          </a:p>
        </p:txBody>
      </p:sp>
      <p:sp>
        <p:nvSpPr>
          <p:cNvPr id="5200" name="Google Shape;5200;p396"/>
          <p:cNvSpPr/>
          <p:nvPr/>
        </p:nvSpPr>
        <p:spPr>
          <a:xfrm>
            <a:off x="4341493" y="4413075"/>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000000"/>
                </a:solidFill>
                <a:latin typeface="Roboto Mono"/>
                <a:ea typeface="Roboto Mono"/>
                <a:cs typeface="Roboto Mono"/>
                <a:sym typeface="Roboto Mono"/>
              </a:rPr>
              <a:t>Body</a:t>
            </a:r>
            <a:endParaRPr sz="1800">
              <a:latin typeface="Roboto Mono"/>
              <a:ea typeface="Roboto Mono"/>
              <a:cs typeface="Roboto Mono"/>
              <a:sym typeface="Roboto Mono"/>
            </a:endParaRPr>
          </a:p>
        </p:txBody>
      </p:sp>
      <p:sp>
        <p:nvSpPr>
          <p:cNvPr id="5201" name="Google Shape;5201;p396"/>
          <p:cNvSpPr/>
          <p:nvPr/>
        </p:nvSpPr>
        <p:spPr>
          <a:xfrm>
            <a:off x="4341493" y="5034956"/>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Attachment</a:t>
            </a:r>
            <a:endParaRPr sz="1200">
              <a:solidFill>
                <a:srgbClr val="000000"/>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000000"/>
              </a:solidFill>
              <a:latin typeface="Proxima Nova"/>
              <a:ea typeface="Proxima Nova"/>
              <a:cs typeface="Proxima Nova"/>
              <a:sym typeface="Proxima Nova"/>
            </a:endParaRPr>
          </a:p>
        </p:txBody>
      </p:sp>
      <p:sp>
        <p:nvSpPr>
          <p:cNvPr id="5202" name="Google Shape;5202;p396"/>
          <p:cNvSpPr/>
          <p:nvPr/>
        </p:nvSpPr>
        <p:spPr>
          <a:xfrm>
            <a:off x="4436247" y="5101222"/>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000000"/>
                </a:solidFill>
                <a:latin typeface="Proxima Nova"/>
                <a:ea typeface="Proxima Nova"/>
                <a:cs typeface="Proxima Nova"/>
                <a:sym typeface="Proxima Nova"/>
              </a:rPr>
              <a:t>Attachment</a:t>
            </a:r>
            <a:endParaRPr sz="1200">
              <a:solidFill>
                <a:srgbClr val="000000"/>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rgbClr val="000000"/>
              </a:solidFill>
              <a:latin typeface="Proxima Nova"/>
              <a:ea typeface="Proxima Nova"/>
              <a:cs typeface="Proxima Nova"/>
              <a:sym typeface="Proxima Nova"/>
            </a:endParaRPr>
          </a:p>
        </p:txBody>
      </p:sp>
      <p:sp>
        <p:nvSpPr>
          <p:cNvPr id="5203" name="Google Shape;5203;p396"/>
          <p:cNvSpPr/>
          <p:nvPr/>
        </p:nvSpPr>
        <p:spPr>
          <a:xfrm>
            <a:off x="4542837" y="5153663"/>
            <a:ext cx="19797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00"/>
                </a:solidFill>
                <a:latin typeface="Roboto Mono"/>
                <a:ea typeface="Roboto Mono"/>
                <a:cs typeface="Roboto Mono"/>
                <a:sym typeface="Roboto Mono"/>
              </a:rPr>
              <a:t>Attachment</a:t>
            </a:r>
            <a:endParaRPr>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a:solidFill>
                <a:srgbClr val="000000"/>
              </a:solidFill>
              <a:latin typeface="Roboto Mono"/>
              <a:ea typeface="Roboto Mono"/>
              <a:cs typeface="Roboto Mono"/>
              <a:sym typeface="Roboto Mono"/>
            </a:endParaRPr>
          </a:p>
        </p:txBody>
      </p:sp>
      <p:sp>
        <p:nvSpPr>
          <p:cNvPr id="5204" name="Google Shape;5204;p396"/>
          <p:cNvSpPr/>
          <p:nvPr/>
        </p:nvSpPr>
        <p:spPr>
          <a:xfrm>
            <a:off x="4602283" y="3804856"/>
            <a:ext cx="1173900" cy="277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Proxima Nova"/>
                <a:ea typeface="Proxima Nova"/>
                <a:cs typeface="Proxima Nova"/>
                <a:sym typeface="Proxima Nova"/>
              </a:rPr>
              <a:t>Key:Value</a:t>
            </a:r>
            <a:endParaRPr sz="1000">
              <a:latin typeface="Proxima Nova"/>
              <a:ea typeface="Proxima Nova"/>
              <a:cs typeface="Proxima Nova"/>
              <a:sym typeface="Proxima Nova"/>
            </a:endParaRPr>
          </a:p>
        </p:txBody>
      </p:sp>
      <p:sp>
        <p:nvSpPr>
          <p:cNvPr id="5205" name="Google Shape;5205;p396"/>
          <p:cNvSpPr/>
          <p:nvPr/>
        </p:nvSpPr>
        <p:spPr>
          <a:xfrm>
            <a:off x="4685200" y="3870829"/>
            <a:ext cx="1173900" cy="277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000">
                <a:latin typeface="Proxima Nova"/>
                <a:ea typeface="Proxima Nova"/>
                <a:cs typeface="Proxima Nova"/>
                <a:sym typeface="Proxima Nova"/>
              </a:rPr>
              <a:t>Key:Value</a:t>
            </a:r>
            <a:endParaRPr sz="1000">
              <a:latin typeface="Proxima Nova"/>
              <a:ea typeface="Proxima Nova"/>
              <a:cs typeface="Proxima Nova"/>
              <a:sym typeface="Proxima Nova"/>
            </a:endParaRPr>
          </a:p>
        </p:txBody>
      </p:sp>
      <p:sp>
        <p:nvSpPr>
          <p:cNvPr id="5206" name="Google Shape;5206;p396"/>
          <p:cNvSpPr/>
          <p:nvPr/>
        </p:nvSpPr>
        <p:spPr>
          <a:xfrm>
            <a:off x="4803656" y="3950465"/>
            <a:ext cx="1173900" cy="277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Key:Value</a:t>
            </a:r>
            <a:endParaRPr sz="1200">
              <a:latin typeface="Roboto Mono"/>
              <a:ea typeface="Roboto Mono"/>
              <a:cs typeface="Roboto Mono"/>
              <a:sym typeface="Roboto Mono"/>
            </a:endParaRPr>
          </a:p>
        </p:txBody>
      </p:sp>
      <p:sp>
        <p:nvSpPr>
          <p:cNvPr id="5207" name="Google Shape;5207;p396"/>
          <p:cNvSpPr/>
          <p:nvPr/>
        </p:nvSpPr>
        <p:spPr>
          <a:xfrm>
            <a:off x="2847715" y="2158438"/>
            <a:ext cx="1102800" cy="356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Proxima Nova"/>
                <a:ea typeface="Proxima Nova"/>
                <a:cs typeface="Proxima Nova"/>
                <a:sym typeface="Proxima Nova"/>
              </a:rPr>
              <a:t>Key:Value</a:t>
            </a:r>
            <a:endParaRPr sz="1200">
              <a:latin typeface="Proxima Nova"/>
              <a:ea typeface="Proxima Nova"/>
              <a:cs typeface="Proxima Nova"/>
              <a:sym typeface="Proxima Nova"/>
            </a:endParaRPr>
          </a:p>
        </p:txBody>
      </p:sp>
      <p:sp>
        <p:nvSpPr>
          <p:cNvPr id="5208" name="Google Shape;5208;p396"/>
          <p:cNvSpPr/>
          <p:nvPr/>
        </p:nvSpPr>
        <p:spPr>
          <a:xfrm>
            <a:off x="2954334" y="2250956"/>
            <a:ext cx="1102800" cy="356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Proxima Nova"/>
                <a:ea typeface="Proxima Nova"/>
                <a:cs typeface="Proxima Nova"/>
                <a:sym typeface="Proxima Nova"/>
              </a:rPr>
              <a:t>Key:Value</a:t>
            </a:r>
            <a:endParaRPr sz="1200">
              <a:latin typeface="Proxima Nova"/>
              <a:ea typeface="Proxima Nova"/>
              <a:cs typeface="Proxima Nova"/>
              <a:sym typeface="Proxima Nova"/>
            </a:endParaRPr>
          </a:p>
        </p:txBody>
      </p:sp>
      <p:sp>
        <p:nvSpPr>
          <p:cNvPr id="5209" name="Google Shape;5209;p396"/>
          <p:cNvSpPr/>
          <p:nvPr/>
        </p:nvSpPr>
        <p:spPr>
          <a:xfrm>
            <a:off x="3084628" y="2356650"/>
            <a:ext cx="1102800" cy="356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latin typeface="Roboto Mono"/>
                <a:ea typeface="Roboto Mono"/>
                <a:cs typeface="Roboto Mono"/>
                <a:sym typeface="Roboto Mono"/>
              </a:rPr>
              <a:t>Key:Value</a:t>
            </a:r>
            <a:endParaRPr sz="1200">
              <a:latin typeface="Roboto Mono"/>
              <a:ea typeface="Roboto Mono"/>
              <a:cs typeface="Roboto Mono"/>
              <a:sym typeface="Roboto Mono"/>
            </a:endParaRPr>
          </a:p>
        </p:txBody>
      </p:sp>
      <p:sp>
        <p:nvSpPr>
          <p:cNvPr id="5210" name="Google Shape;5210;p396"/>
          <p:cNvSpPr txBox="1"/>
          <p:nvPr/>
        </p:nvSpPr>
        <p:spPr>
          <a:xfrm>
            <a:off x="7139074" y="3804850"/>
            <a:ext cx="2149800" cy="60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2000">
                <a:solidFill>
                  <a:srgbClr val="000000"/>
                </a:solidFill>
                <a:latin typeface="Proxima Nova"/>
                <a:ea typeface="Proxima Nova"/>
                <a:cs typeface="Proxima Nova"/>
                <a:sym typeface="Proxima Nova"/>
              </a:rPr>
              <a:t>Arbitrary type</a:t>
            </a:r>
            <a:endParaRPr sz="2000">
              <a:latin typeface="Proxima Nova"/>
              <a:ea typeface="Proxima Nova"/>
              <a:cs typeface="Proxima Nova"/>
              <a:sym typeface="Proxima Nova"/>
            </a:endParaRPr>
          </a:p>
        </p:txBody>
      </p:sp>
      <p:cxnSp>
        <p:nvCxnSpPr>
          <p:cNvPr id="5211" name="Google Shape;5211;p396"/>
          <p:cNvCxnSpPr>
            <a:stCxn id="5199" idx="3"/>
            <a:endCxn id="5210" idx="1"/>
          </p:cNvCxnSpPr>
          <p:nvPr/>
        </p:nvCxnSpPr>
        <p:spPr>
          <a:xfrm>
            <a:off x="6321200" y="3832999"/>
            <a:ext cx="817800" cy="276000"/>
          </a:xfrm>
          <a:prstGeom prst="bentConnector3">
            <a:avLst>
              <a:gd fmla="val 50005" name="adj1"/>
            </a:avLst>
          </a:prstGeom>
          <a:noFill/>
          <a:ln cap="flat" cmpd="sng" w="9525">
            <a:solidFill>
              <a:srgbClr val="000000"/>
            </a:solidFill>
            <a:prstDash val="solid"/>
            <a:round/>
            <a:headEnd len="med" w="med" type="none"/>
            <a:tailEnd len="med" w="med" type="none"/>
          </a:ln>
        </p:spPr>
      </p:cxnSp>
      <p:cxnSp>
        <p:nvCxnSpPr>
          <p:cNvPr id="5212" name="Google Shape;5212;p396"/>
          <p:cNvCxnSpPr>
            <a:stCxn id="5200" idx="3"/>
            <a:endCxn id="5210" idx="1"/>
          </p:cNvCxnSpPr>
          <p:nvPr/>
        </p:nvCxnSpPr>
        <p:spPr>
          <a:xfrm flipH="1" rot="10800000">
            <a:off x="6321193" y="4108875"/>
            <a:ext cx="817800" cy="568800"/>
          </a:xfrm>
          <a:prstGeom prst="bentConnector3">
            <a:avLst>
              <a:gd fmla="val 50005" name="adj1"/>
            </a:avLst>
          </a:prstGeom>
          <a:noFill/>
          <a:ln cap="flat" cmpd="sng" w="9525">
            <a:solidFill>
              <a:srgbClr val="000000"/>
            </a:solidFill>
            <a:prstDash val="solid"/>
            <a:round/>
            <a:headEnd len="med" w="med" type="none"/>
            <a:tailEnd len="med" w="med" type="none"/>
          </a:ln>
        </p:spPr>
      </p:cxnSp>
      <p:sp>
        <p:nvSpPr>
          <p:cNvPr id="5213" name="Google Shape;5213;p396"/>
          <p:cNvSpPr txBox="1"/>
          <p:nvPr/>
        </p:nvSpPr>
        <p:spPr>
          <a:xfrm>
            <a:off x="7115176" y="5153675"/>
            <a:ext cx="2716800" cy="5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2000">
                <a:solidFill>
                  <a:srgbClr val="000000"/>
                </a:solidFill>
                <a:latin typeface="Proxima Nova"/>
                <a:ea typeface="Proxima Nova"/>
                <a:cs typeface="Proxima Nova"/>
                <a:sym typeface="Proxima Nova"/>
              </a:rPr>
              <a:t>arbitrary MIME types</a:t>
            </a:r>
            <a:endParaRPr sz="2000">
              <a:latin typeface="Proxima Nova"/>
              <a:ea typeface="Proxima Nova"/>
              <a:cs typeface="Proxima Nova"/>
              <a:sym typeface="Proxima Nova"/>
            </a:endParaRPr>
          </a:p>
        </p:txBody>
      </p:sp>
      <p:cxnSp>
        <p:nvCxnSpPr>
          <p:cNvPr id="5214" name="Google Shape;5214;p396"/>
          <p:cNvCxnSpPr>
            <a:stCxn id="5203" idx="3"/>
            <a:endCxn id="5213" idx="1"/>
          </p:cNvCxnSpPr>
          <p:nvPr/>
        </p:nvCxnSpPr>
        <p:spPr>
          <a:xfrm>
            <a:off x="6522537" y="5418263"/>
            <a:ext cx="592500" cy="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8" name="Shape 5218"/>
        <p:cNvGrpSpPr/>
        <p:nvPr/>
      </p:nvGrpSpPr>
      <p:grpSpPr>
        <a:xfrm>
          <a:off x="0" y="0"/>
          <a:ext cx="0" cy="0"/>
          <a:chOff x="0" y="0"/>
          <a:chExt cx="0" cy="0"/>
        </a:xfrm>
      </p:grpSpPr>
      <p:grpSp>
        <p:nvGrpSpPr>
          <p:cNvPr id="5219" name="Google Shape;5219;p397"/>
          <p:cNvGrpSpPr/>
          <p:nvPr/>
        </p:nvGrpSpPr>
        <p:grpSpPr>
          <a:xfrm>
            <a:off x="1389569" y="1641419"/>
            <a:ext cx="9412880" cy="5087630"/>
            <a:chOff x="1207150" y="1073899"/>
            <a:chExt cx="6683860" cy="3820976"/>
          </a:xfrm>
        </p:grpSpPr>
        <p:pic>
          <p:nvPicPr>
            <p:cNvPr id="5220" name="Google Shape;5220;p397"/>
            <p:cNvPicPr preferRelativeResize="0"/>
            <p:nvPr/>
          </p:nvPicPr>
          <p:blipFill rotWithShape="1">
            <a:blip r:embed="rId3">
              <a:alphaModFix/>
            </a:blip>
            <a:srcRect b="10394" l="0" r="0" t="0"/>
            <a:stretch/>
          </p:blipFill>
          <p:spPr>
            <a:xfrm>
              <a:off x="1252992" y="1073899"/>
              <a:ext cx="6638018" cy="3423681"/>
            </a:xfrm>
            <a:prstGeom prst="rect">
              <a:avLst/>
            </a:prstGeom>
            <a:noFill/>
            <a:ln>
              <a:noFill/>
            </a:ln>
          </p:spPr>
        </p:pic>
        <p:sp>
          <p:nvSpPr>
            <p:cNvPr id="5221" name="Google Shape;5221;p397"/>
            <p:cNvSpPr/>
            <p:nvPr/>
          </p:nvSpPr>
          <p:spPr>
            <a:xfrm>
              <a:off x="1207150" y="4382475"/>
              <a:ext cx="6638100" cy="512400"/>
            </a:xfrm>
            <a:prstGeom prst="rect">
              <a:avLst/>
            </a:pr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grpSp>
      <p:sp>
        <p:nvSpPr>
          <p:cNvPr id="5222" name="Google Shape;5222;p397"/>
          <p:cNvSpPr txBox="1"/>
          <p:nvPr>
            <p:ph type="title"/>
          </p:nvPr>
        </p:nvSpPr>
        <p:spPr>
          <a:xfrm>
            <a:off x="1752600" y="946000"/>
            <a:ext cx="8686800" cy="967500"/>
          </a:xfrm>
          <a:prstGeom prst="rect">
            <a:avLst/>
          </a:prstGeom>
          <a:noFill/>
          <a:ln>
            <a:noFill/>
          </a:ln>
        </p:spPr>
        <p:txBody>
          <a:bodyPr anchorCtr="0" anchor="t" bIns="121900" lIns="121900" spcFirstLastPara="1" rIns="121900" wrap="square" tIns="121900">
            <a:noAutofit/>
          </a:bodyPr>
          <a:lstStyle/>
          <a:p>
            <a:pPr indent="0" lvl="0" marL="0" rtl="0" algn="ctr">
              <a:lnSpc>
                <a:spcPct val="100000"/>
              </a:lnSpc>
              <a:spcBef>
                <a:spcPts val="0"/>
              </a:spcBef>
              <a:spcAft>
                <a:spcPts val="0"/>
              </a:spcAft>
              <a:buSzPts val="3700"/>
              <a:buNone/>
            </a:pPr>
            <a:r>
              <a:rPr lang="en" sz="3600">
                <a:latin typeface="Red Hat Text"/>
                <a:ea typeface="Red Hat Text"/>
                <a:cs typeface="Red Hat Text"/>
                <a:sym typeface="Red Hat Text"/>
              </a:rPr>
              <a:t>Camel Architecture</a:t>
            </a:r>
            <a:endParaRPr sz="3600">
              <a:latin typeface="Red Hat Text"/>
              <a:ea typeface="Red Hat Text"/>
              <a:cs typeface="Red Hat Text"/>
              <a:sym typeface="Red Hat Text"/>
            </a:endParaRPr>
          </a:p>
        </p:txBody>
      </p:sp>
      <p:sp>
        <p:nvSpPr>
          <p:cNvPr id="5223" name="Google Shape;5223;p39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224" name="Google Shape;5224;p39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225" name="Google Shape;5225;p397"/>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9" name="Shape 5229"/>
        <p:cNvGrpSpPr/>
        <p:nvPr/>
      </p:nvGrpSpPr>
      <p:grpSpPr>
        <a:xfrm>
          <a:off x="0" y="0"/>
          <a:ext cx="0" cy="0"/>
          <a:chOff x="0" y="0"/>
          <a:chExt cx="0" cy="0"/>
        </a:xfrm>
      </p:grpSpPr>
      <p:sp>
        <p:nvSpPr>
          <p:cNvPr id="5230" name="Google Shape;5230;p398"/>
          <p:cNvSpPr txBox="1"/>
          <p:nvPr/>
        </p:nvSpPr>
        <p:spPr>
          <a:xfrm>
            <a:off x="858525" y="0"/>
            <a:ext cx="10718400" cy="1369800"/>
          </a:xfrm>
          <a:prstGeom prst="rect">
            <a:avLst/>
          </a:prstGeom>
          <a:noFill/>
          <a:ln>
            <a:noFill/>
          </a:ln>
        </p:spPr>
        <p:txBody>
          <a:bodyPr anchorCtr="0" anchor="b" bIns="0" lIns="0" spcFirstLastPara="1" rIns="0" wrap="square" tIns="0">
            <a:noAutofit/>
          </a:bodyPr>
          <a:lstStyle/>
          <a:p>
            <a:pPr indent="0" lvl="0" marL="0" rtl="0" algn="ctr">
              <a:spcBef>
                <a:spcPts val="0"/>
              </a:spcBef>
              <a:spcAft>
                <a:spcPts val="0"/>
              </a:spcAft>
              <a:buNone/>
            </a:pPr>
            <a:r>
              <a:rPr lang="en" sz="3600">
                <a:latin typeface="Red Hat Text"/>
                <a:ea typeface="Red Hat Text"/>
                <a:cs typeface="Red Hat Text"/>
                <a:sym typeface="Red Hat Text"/>
              </a:rPr>
              <a:t>DATA FORMAT EXAMPLE</a:t>
            </a:r>
            <a:endParaRPr sz="3600">
              <a:latin typeface="Red Hat Text"/>
              <a:ea typeface="Red Hat Text"/>
              <a:cs typeface="Red Hat Text"/>
              <a:sym typeface="Red Hat Text"/>
            </a:endParaRPr>
          </a:p>
        </p:txBody>
      </p:sp>
      <p:sp>
        <p:nvSpPr>
          <p:cNvPr id="5231" name="Google Shape;5231;p398"/>
          <p:cNvSpPr txBox="1"/>
          <p:nvPr/>
        </p:nvSpPr>
        <p:spPr>
          <a:xfrm>
            <a:off x="230100" y="1633805"/>
            <a:ext cx="3625800" cy="180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Open Sans"/>
              <a:buNone/>
            </a:pPr>
            <a:r>
              <a:rPr b="1" lang="en" sz="2400">
                <a:solidFill>
                  <a:srgbClr val="000000"/>
                </a:solidFill>
                <a:latin typeface="Roboto Mono"/>
                <a:ea typeface="Roboto Mono"/>
                <a:cs typeface="Roboto Mono"/>
                <a:sym typeface="Roboto Mono"/>
              </a:rPr>
              <a:t>Input XML File:</a:t>
            </a:r>
            <a:endParaRPr sz="2400">
              <a:latin typeface="Roboto Mono"/>
              <a:ea typeface="Roboto Mono"/>
              <a:cs typeface="Roboto Mono"/>
              <a:sym typeface="Roboto Mono"/>
            </a:endParaRPr>
          </a:p>
          <a:p>
            <a:pPr indent="0" lvl="0" marL="0" marR="0" rtl="0" algn="l">
              <a:spcBef>
                <a:spcPts val="1000"/>
              </a:spcBef>
              <a:spcAft>
                <a:spcPts val="0"/>
              </a:spcAft>
              <a:buClr>
                <a:srgbClr val="45818E"/>
              </a:buClr>
              <a:buFont typeface="Droid Sans Mono"/>
              <a:buNone/>
            </a:pPr>
            <a:r>
              <a:rPr lang="en" sz="1800">
                <a:solidFill>
                  <a:srgbClr val="45818E"/>
                </a:solidFill>
                <a:latin typeface="Roboto Mono"/>
                <a:ea typeface="Roboto Mono"/>
                <a:cs typeface="Roboto Mono"/>
                <a:sym typeface="Roboto Mono"/>
              </a:rPr>
              <a:t>&lt;root&gt; &lt;child1&gt;</a:t>
            </a:r>
            <a:r>
              <a:rPr lang="en" sz="1800">
                <a:solidFill>
                  <a:srgbClr val="000000"/>
                </a:solidFill>
                <a:latin typeface="Roboto Mono"/>
                <a:ea typeface="Roboto Mono"/>
                <a:cs typeface="Roboto Mono"/>
                <a:sym typeface="Roboto Mono"/>
              </a:rPr>
              <a:t>text1</a:t>
            </a:r>
            <a:r>
              <a:rPr lang="en" sz="1800">
                <a:solidFill>
                  <a:srgbClr val="45818E"/>
                </a:solidFill>
                <a:latin typeface="Roboto Mono"/>
                <a:ea typeface="Roboto Mono"/>
                <a:cs typeface="Roboto Mono"/>
                <a:sym typeface="Roboto Mono"/>
              </a:rPr>
              <a:t>&lt;/child1&gt;</a:t>
            </a:r>
            <a:endParaRPr sz="1800">
              <a:latin typeface="Roboto Mono"/>
              <a:ea typeface="Roboto Mono"/>
              <a:cs typeface="Roboto Mono"/>
              <a:sym typeface="Roboto Mono"/>
            </a:endParaRPr>
          </a:p>
          <a:p>
            <a:pPr indent="0" lvl="0" marL="0" marR="0" rtl="0" algn="l">
              <a:spcBef>
                <a:spcPts val="0"/>
              </a:spcBef>
              <a:spcAft>
                <a:spcPts val="0"/>
              </a:spcAft>
              <a:buClr>
                <a:srgbClr val="45818E"/>
              </a:buClr>
              <a:buFont typeface="Droid Sans Mono"/>
              <a:buNone/>
            </a:pPr>
            <a:r>
              <a:rPr lang="en" sz="1800">
                <a:solidFill>
                  <a:srgbClr val="45818E"/>
                </a:solidFill>
                <a:latin typeface="Roboto Mono"/>
                <a:ea typeface="Roboto Mono"/>
                <a:cs typeface="Roboto Mono"/>
                <a:sym typeface="Roboto Mono"/>
              </a:rPr>
              <a:t>&lt;child2&gt;</a:t>
            </a:r>
            <a:r>
              <a:rPr lang="en" sz="1800">
                <a:solidFill>
                  <a:srgbClr val="000000"/>
                </a:solidFill>
                <a:latin typeface="Roboto Mono"/>
                <a:ea typeface="Roboto Mono"/>
                <a:cs typeface="Roboto Mono"/>
                <a:sym typeface="Roboto Mono"/>
              </a:rPr>
              <a:t>text2</a:t>
            </a:r>
            <a:r>
              <a:rPr lang="en" sz="1800">
                <a:solidFill>
                  <a:srgbClr val="45818E"/>
                </a:solidFill>
                <a:latin typeface="Roboto Mono"/>
                <a:ea typeface="Roboto Mono"/>
                <a:cs typeface="Roboto Mono"/>
                <a:sym typeface="Roboto Mono"/>
              </a:rPr>
              <a:t>&lt;/child2&gt;</a:t>
            </a:r>
            <a:endParaRPr sz="1800">
              <a:latin typeface="Roboto Mono"/>
              <a:ea typeface="Roboto Mono"/>
              <a:cs typeface="Roboto Mono"/>
              <a:sym typeface="Roboto Mono"/>
            </a:endParaRPr>
          </a:p>
          <a:p>
            <a:pPr indent="0" lvl="0" marL="0" marR="0" rtl="0" algn="l">
              <a:spcBef>
                <a:spcPts val="0"/>
              </a:spcBef>
              <a:spcAft>
                <a:spcPts val="0"/>
              </a:spcAft>
              <a:buClr>
                <a:srgbClr val="45818E"/>
              </a:buClr>
              <a:buFont typeface="Droid Sans Mono"/>
              <a:buNone/>
            </a:pPr>
            <a:r>
              <a:rPr lang="en" sz="1800">
                <a:solidFill>
                  <a:srgbClr val="45818E"/>
                </a:solidFill>
                <a:latin typeface="Roboto Mono"/>
                <a:ea typeface="Roboto Mono"/>
                <a:cs typeface="Roboto Mono"/>
                <a:sym typeface="Roboto Mono"/>
              </a:rPr>
              <a:t>&lt;/root&gt;</a:t>
            </a:r>
            <a:endParaRPr sz="1800">
              <a:latin typeface="Roboto Mono"/>
              <a:ea typeface="Roboto Mono"/>
              <a:cs typeface="Roboto Mono"/>
              <a:sym typeface="Roboto Mono"/>
            </a:endParaRPr>
          </a:p>
        </p:txBody>
      </p:sp>
      <p:sp>
        <p:nvSpPr>
          <p:cNvPr id="5232" name="Google Shape;5232;p398"/>
          <p:cNvSpPr txBox="1"/>
          <p:nvPr/>
        </p:nvSpPr>
        <p:spPr>
          <a:xfrm>
            <a:off x="3569979" y="3173839"/>
            <a:ext cx="5295600" cy="3043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Font typeface="Open Sans"/>
              <a:buNone/>
            </a:pPr>
            <a:r>
              <a:rPr b="1" lang="en" sz="2400">
                <a:solidFill>
                  <a:srgbClr val="000000"/>
                </a:solidFill>
                <a:latin typeface="Roboto Mono"/>
                <a:ea typeface="Roboto Mono"/>
                <a:cs typeface="Roboto Mono"/>
                <a:sym typeface="Roboto Mono"/>
              </a:rPr>
              <a:t>Camel Route:</a:t>
            </a:r>
            <a:endParaRPr sz="2400">
              <a:latin typeface="Roboto Mono"/>
              <a:ea typeface="Roboto Mono"/>
              <a:cs typeface="Roboto Mono"/>
              <a:sym typeface="Roboto Mono"/>
            </a:endParaRPr>
          </a:p>
          <a:p>
            <a:pPr indent="0" lvl="0" marL="0" marR="0" rtl="0" algn="l">
              <a:spcBef>
                <a:spcPts val="100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a:t>
            </a:r>
            <a:endParaRPr sz="1800">
              <a:latin typeface="Roboto Mono"/>
              <a:ea typeface="Roboto Mono"/>
              <a:cs typeface="Roboto Mono"/>
              <a:sym typeface="Roboto Mono"/>
            </a:endParaRPr>
          </a:p>
          <a:p>
            <a:pPr indent="0" lvl="0" marL="0" marR="0" rtl="0" algn="l">
              <a:spcBef>
                <a:spcPts val="100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from(</a:t>
            </a:r>
            <a:r>
              <a:rPr lang="en" sz="1800">
                <a:solidFill>
                  <a:srgbClr val="0000FF"/>
                </a:solidFill>
                <a:latin typeface="Roboto Mono"/>
                <a:ea typeface="Roboto Mono"/>
                <a:cs typeface="Roboto Mono"/>
                <a:sym typeface="Roboto Mono"/>
              </a:rPr>
              <a:t>“file:///xmlsourcedir”</a:t>
            </a:r>
            <a:r>
              <a:rPr lang="en" sz="1800">
                <a:solidFill>
                  <a:srgbClr val="000000"/>
                </a:solidFill>
                <a:latin typeface="Roboto Mono"/>
                <a:ea typeface="Roboto Mono"/>
                <a:cs typeface="Roboto Mono"/>
                <a:sym typeface="Roboto Mono"/>
              </a:rPr>
              <a:t>)</a:t>
            </a:r>
            <a:endParaRPr sz="1800">
              <a:latin typeface="Roboto Mono"/>
              <a:ea typeface="Roboto Mono"/>
              <a:cs typeface="Roboto Mono"/>
              <a:sym typeface="Roboto Mono"/>
            </a:endParaRPr>
          </a:p>
          <a:p>
            <a:pPr indent="0" lvl="0" marL="0" marR="0" rtl="0" algn="l">
              <a:spcBef>
                <a:spcPts val="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  .unmarshal().jaxb()</a:t>
            </a:r>
            <a:endParaRPr sz="1800">
              <a:latin typeface="Roboto Mono"/>
              <a:ea typeface="Roboto Mono"/>
              <a:cs typeface="Roboto Mono"/>
              <a:sym typeface="Roboto Mono"/>
            </a:endParaRPr>
          </a:p>
          <a:p>
            <a:pPr indent="0" lvl="0" marL="0" marR="0" rtl="0" algn="l">
              <a:spcBef>
                <a:spcPts val="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  .process(...)</a:t>
            </a:r>
            <a:endParaRPr sz="1800">
              <a:latin typeface="Roboto Mono"/>
              <a:ea typeface="Roboto Mono"/>
              <a:cs typeface="Roboto Mono"/>
              <a:sym typeface="Roboto Mono"/>
            </a:endParaRPr>
          </a:p>
          <a:p>
            <a:pPr indent="0" lvl="0" marL="0" marR="0" rtl="0" algn="l">
              <a:spcBef>
                <a:spcPts val="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  .marshal().json()</a:t>
            </a:r>
            <a:endParaRPr sz="1800">
              <a:latin typeface="Roboto Mono"/>
              <a:ea typeface="Roboto Mono"/>
              <a:cs typeface="Roboto Mono"/>
              <a:sym typeface="Roboto Mono"/>
            </a:endParaRPr>
          </a:p>
          <a:p>
            <a:pPr indent="0" lvl="0" marL="0" marR="0" rtl="0" algn="l">
              <a:spcBef>
                <a:spcPts val="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  .to(</a:t>
            </a:r>
            <a:r>
              <a:rPr lang="en" sz="1800">
                <a:solidFill>
                  <a:srgbClr val="0000FF"/>
                </a:solidFill>
                <a:latin typeface="Roboto Mono"/>
                <a:ea typeface="Roboto Mono"/>
                <a:cs typeface="Roboto Mono"/>
                <a:sym typeface="Roboto Mono"/>
              </a:rPr>
              <a:t>“file:///jsondestdir”</a:t>
            </a:r>
            <a:r>
              <a:rPr lang="en" sz="1800">
                <a:solidFill>
                  <a:srgbClr val="000000"/>
                </a:solidFill>
                <a:latin typeface="Roboto Mono"/>
                <a:ea typeface="Roboto Mono"/>
                <a:cs typeface="Roboto Mono"/>
                <a:sym typeface="Roboto Mono"/>
              </a:rPr>
              <a:t>);</a:t>
            </a:r>
            <a:endParaRPr sz="1800">
              <a:latin typeface="Roboto Mono"/>
              <a:ea typeface="Roboto Mono"/>
              <a:cs typeface="Roboto Mono"/>
              <a:sym typeface="Roboto Mono"/>
            </a:endParaRPr>
          </a:p>
          <a:p>
            <a:pPr indent="0" lvl="0" marL="0" marR="0" rtl="0" algn="l">
              <a:spcBef>
                <a:spcPts val="1000"/>
              </a:spcBef>
              <a:spcAft>
                <a:spcPts val="0"/>
              </a:spcAft>
              <a:buClr>
                <a:srgbClr val="000000"/>
              </a:buClr>
              <a:buFont typeface="Droid Sans"/>
              <a:buNone/>
            </a:pPr>
            <a:r>
              <a:rPr lang="en" sz="1800">
                <a:solidFill>
                  <a:srgbClr val="000000"/>
                </a:solidFill>
                <a:latin typeface="Roboto Mono"/>
                <a:ea typeface="Roboto Mono"/>
                <a:cs typeface="Roboto Mono"/>
                <a:sym typeface="Roboto Mono"/>
              </a:rPr>
              <a:t>...</a:t>
            </a:r>
            <a:endParaRPr sz="1800">
              <a:latin typeface="Roboto Mono"/>
              <a:ea typeface="Roboto Mono"/>
              <a:cs typeface="Roboto Mono"/>
              <a:sym typeface="Roboto Mono"/>
            </a:endParaRPr>
          </a:p>
        </p:txBody>
      </p:sp>
      <p:sp>
        <p:nvSpPr>
          <p:cNvPr id="5233" name="Google Shape;5233;p398"/>
          <p:cNvSpPr txBox="1"/>
          <p:nvPr/>
        </p:nvSpPr>
        <p:spPr>
          <a:xfrm>
            <a:off x="8037320" y="1521893"/>
            <a:ext cx="3831900" cy="25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Open Sans"/>
              <a:buNone/>
            </a:pPr>
            <a:r>
              <a:rPr b="1" lang="en" sz="2400">
                <a:solidFill>
                  <a:srgbClr val="000000"/>
                </a:solidFill>
                <a:latin typeface="Roboto Mono"/>
                <a:ea typeface="Roboto Mono"/>
                <a:cs typeface="Roboto Mono"/>
                <a:sym typeface="Roboto Mono"/>
              </a:rPr>
              <a:t>Output JSON File:</a:t>
            </a:r>
            <a:endParaRPr sz="2400">
              <a:latin typeface="Roboto Mono"/>
              <a:ea typeface="Roboto Mono"/>
              <a:cs typeface="Roboto Mono"/>
              <a:sym typeface="Roboto Mono"/>
            </a:endParaRPr>
          </a:p>
          <a:p>
            <a:pPr indent="0" lvl="0" marL="0" marR="0" rtl="0" algn="l">
              <a:spcBef>
                <a:spcPts val="1000"/>
              </a:spcBef>
              <a:spcAft>
                <a:spcPts val="0"/>
              </a:spcAft>
              <a:buClr>
                <a:srgbClr val="000000"/>
              </a:buClr>
              <a:buFont typeface="Droid Sans Mono"/>
              <a:buNone/>
            </a:pPr>
            <a:r>
              <a:rPr lang="en" sz="1800">
                <a:solidFill>
                  <a:srgbClr val="000000"/>
                </a:solidFill>
                <a:latin typeface="Roboto Mono"/>
                <a:ea typeface="Roboto Mono"/>
                <a:cs typeface="Roboto Mono"/>
                <a:sym typeface="Roboto Mono"/>
              </a:rPr>
              <a:t>{</a:t>
            </a:r>
            <a:r>
              <a:rPr lang="en" sz="1800">
                <a:solidFill>
                  <a:srgbClr val="0000FF"/>
                </a:solidFill>
                <a:latin typeface="Roboto Mono"/>
                <a:ea typeface="Roboto Mono"/>
                <a:cs typeface="Roboto Mono"/>
                <a:sym typeface="Roboto Mono"/>
              </a:rPr>
              <a:t>"root"</a:t>
            </a:r>
            <a:r>
              <a:rPr lang="en" sz="1800">
                <a:solidFill>
                  <a:srgbClr val="000000"/>
                </a:solidFill>
                <a:latin typeface="Roboto Mono"/>
                <a:ea typeface="Roboto Mono"/>
                <a:cs typeface="Roboto Mono"/>
                <a:sym typeface="Roboto Mono"/>
              </a:rPr>
              <a:t>: </a:t>
            </a:r>
            <a:endParaRPr sz="1800">
              <a:solidFill>
                <a:srgbClr val="000000"/>
              </a:solidFill>
              <a:latin typeface="Roboto Mono"/>
              <a:ea typeface="Roboto Mono"/>
              <a:cs typeface="Roboto Mono"/>
              <a:sym typeface="Roboto Mono"/>
            </a:endParaRPr>
          </a:p>
          <a:p>
            <a:pPr indent="457200" lvl="0" marL="0" marR="0" rtl="0" algn="l">
              <a:spcBef>
                <a:spcPts val="1000"/>
              </a:spcBef>
              <a:spcAft>
                <a:spcPts val="0"/>
              </a:spcAft>
              <a:buClr>
                <a:srgbClr val="000000"/>
              </a:buClr>
              <a:buFont typeface="Droid Sans Mono"/>
              <a:buNone/>
            </a:pPr>
            <a:r>
              <a:rPr lang="en" sz="1800">
                <a:solidFill>
                  <a:srgbClr val="000000"/>
                </a:solidFill>
                <a:latin typeface="Roboto Mono"/>
                <a:ea typeface="Roboto Mono"/>
                <a:cs typeface="Roboto Mono"/>
                <a:sym typeface="Roboto Mono"/>
              </a:rPr>
              <a:t>{</a:t>
            </a:r>
            <a:r>
              <a:rPr lang="en" sz="1800">
                <a:solidFill>
                  <a:srgbClr val="0000FF"/>
                </a:solidFill>
                <a:latin typeface="Roboto Mono"/>
                <a:ea typeface="Roboto Mono"/>
                <a:cs typeface="Roboto Mono"/>
                <a:sym typeface="Roboto Mono"/>
              </a:rPr>
              <a:t>"child1"</a:t>
            </a:r>
            <a:r>
              <a:rPr lang="en" sz="1800">
                <a:solidFill>
                  <a:srgbClr val="000000"/>
                </a:solidFill>
                <a:latin typeface="Roboto Mono"/>
                <a:ea typeface="Roboto Mono"/>
                <a:cs typeface="Roboto Mono"/>
                <a:sym typeface="Roboto Mono"/>
              </a:rPr>
              <a:t>: </a:t>
            </a:r>
            <a:r>
              <a:rPr lang="en" sz="1800">
                <a:solidFill>
                  <a:srgbClr val="0000FF"/>
                </a:solidFill>
                <a:latin typeface="Roboto Mono"/>
                <a:ea typeface="Roboto Mono"/>
                <a:cs typeface="Roboto Mono"/>
                <a:sym typeface="Roboto Mono"/>
              </a:rPr>
              <a:t>"text1"</a:t>
            </a:r>
            <a:r>
              <a:rPr lang="en" sz="1800">
                <a:solidFill>
                  <a:srgbClr val="000000"/>
                </a:solidFill>
                <a:latin typeface="Roboto Mono"/>
                <a:ea typeface="Roboto Mono"/>
                <a:cs typeface="Roboto Mono"/>
                <a:sym typeface="Roboto Mono"/>
              </a:rPr>
              <a:t>,</a:t>
            </a:r>
            <a:endParaRPr sz="1800">
              <a:latin typeface="Roboto Mono"/>
              <a:ea typeface="Roboto Mono"/>
              <a:cs typeface="Roboto Mono"/>
              <a:sym typeface="Roboto Mono"/>
            </a:endParaRPr>
          </a:p>
          <a:p>
            <a:pPr indent="0" lvl="0" marL="0" marR="0" rtl="0" algn="l">
              <a:spcBef>
                <a:spcPts val="0"/>
              </a:spcBef>
              <a:spcAft>
                <a:spcPts val="0"/>
              </a:spcAft>
              <a:buClr>
                <a:srgbClr val="000000"/>
              </a:buClr>
              <a:buFont typeface="Droid Sans Mono"/>
              <a:buNone/>
            </a:pPr>
            <a:r>
              <a:rPr lang="en" sz="1800">
                <a:solidFill>
                  <a:srgbClr val="000000"/>
                </a:solidFill>
                <a:latin typeface="Roboto Mono"/>
                <a:ea typeface="Roboto Mono"/>
                <a:cs typeface="Roboto Mono"/>
                <a:sym typeface="Roboto Mono"/>
              </a:rPr>
              <a:t>      </a:t>
            </a:r>
            <a:r>
              <a:rPr lang="en" sz="1800">
                <a:solidFill>
                  <a:srgbClr val="0000FF"/>
                </a:solidFill>
                <a:latin typeface="Roboto Mono"/>
                <a:ea typeface="Roboto Mono"/>
                <a:cs typeface="Roboto Mono"/>
                <a:sym typeface="Roboto Mono"/>
              </a:rPr>
              <a:t>"child2"</a:t>
            </a:r>
            <a:r>
              <a:rPr lang="en" sz="1800">
                <a:solidFill>
                  <a:srgbClr val="000000"/>
                </a:solidFill>
                <a:latin typeface="Roboto Mono"/>
                <a:ea typeface="Roboto Mono"/>
                <a:cs typeface="Roboto Mono"/>
                <a:sym typeface="Roboto Mono"/>
              </a:rPr>
              <a:t>: </a:t>
            </a:r>
            <a:r>
              <a:rPr lang="en" sz="1800">
                <a:solidFill>
                  <a:srgbClr val="0000FF"/>
                </a:solidFill>
                <a:latin typeface="Roboto Mono"/>
                <a:ea typeface="Roboto Mono"/>
                <a:cs typeface="Roboto Mono"/>
                <a:sym typeface="Roboto Mono"/>
              </a:rPr>
              <a:t>"text2"</a:t>
            </a:r>
            <a:r>
              <a:rPr lang="en" sz="1800">
                <a:solidFill>
                  <a:srgbClr val="000000"/>
                </a:solidFill>
                <a:latin typeface="Roboto Mono"/>
                <a:ea typeface="Roboto Mono"/>
                <a:cs typeface="Roboto Mono"/>
                <a:sym typeface="Roboto Mono"/>
              </a:rPr>
              <a:t>}</a:t>
            </a:r>
            <a:endParaRPr sz="1800">
              <a:solidFill>
                <a:srgbClr val="000000"/>
              </a:solidFill>
              <a:latin typeface="Roboto Mono"/>
              <a:ea typeface="Roboto Mono"/>
              <a:cs typeface="Roboto Mono"/>
              <a:sym typeface="Roboto Mono"/>
            </a:endParaRPr>
          </a:p>
          <a:p>
            <a:pPr indent="0" lvl="0" marL="0" marR="0" rtl="0" algn="l">
              <a:spcBef>
                <a:spcPts val="0"/>
              </a:spcBef>
              <a:spcAft>
                <a:spcPts val="0"/>
              </a:spcAft>
              <a:buClr>
                <a:srgbClr val="000000"/>
              </a:buClr>
              <a:buFont typeface="Droid Sans Mono"/>
              <a:buNone/>
            </a:pPr>
            <a:r>
              <a:rPr lang="en" sz="1800">
                <a:solidFill>
                  <a:srgbClr val="000000"/>
                </a:solidFill>
                <a:latin typeface="Roboto Mono"/>
                <a:ea typeface="Roboto Mono"/>
                <a:cs typeface="Roboto Mono"/>
                <a:sym typeface="Roboto Mono"/>
              </a:rPr>
              <a:t>}</a:t>
            </a:r>
            <a:endParaRPr sz="1800">
              <a:latin typeface="Roboto Mono"/>
              <a:ea typeface="Roboto Mono"/>
              <a:cs typeface="Roboto Mono"/>
              <a:sym typeface="Roboto Mono"/>
            </a:endParaRPr>
          </a:p>
        </p:txBody>
      </p:sp>
      <p:cxnSp>
        <p:nvCxnSpPr>
          <p:cNvPr id="5234" name="Google Shape;5234;p398"/>
          <p:cNvCxnSpPr>
            <a:stCxn id="5231" idx="2"/>
            <a:endCxn id="5232" idx="1"/>
          </p:cNvCxnSpPr>
          <p:nvPr/>
        </p:nvCxnSpPr>
        <p:spPr>
          <a:xfrm>
            <a:off x="2043000" y="3437405"/>
            <a:ext cx="1527000" cy="1258200"/>
          </a:xfrm>
          <a:prstGeom prst="straightConnector1">
            <a:avLst/>
          </a:prstGeom>
          <a:noFill/>
          <a:ln cap="flat" cmpd="sng" w="9525">
            <a:solidFill>
              <a:srgbClr val="000000"/>
            </a:solidFill>
            <a:prstDash val="solid"/>
            <a:round/>
            <a:headEnd len="med" w="med" type="none"/>
            <a:tailEnd len="med" w="med" type="triangle"/>
          </a:ln>
        </p:spPr>
      </p:cxnSp>
      <p:cxnSp>
        <p:nvCxnSpPr>
          <p:cNvPr id="5235" name="Google Shape;5235;p398"/>
          <p:cNvCxnSpPr>
            <a:stCxn id="5232" idx="3"/>
            <a:endCxn id="5233" idx="2"/>
          </p:cNvCxnSpPr>
          <p:nvPr/>
        </p:nvCxnSpPr>
        <p:spPr>
          <a:xfrm flipH="1" rot="10800000">
            <a:off x="8865579" y="4052839"/>
            <a:ext cx="1087800" cy="642900"/>
          </a:xfrm>
          <a:prstGeom prst="straightConnector1">
            <a:avLst/>
          </a:prstGeom>
          <a:noFill/>
          <a:ln cap="flat" cmpd="sng" w="9525">
            <a:solidFill>
              <a:srgbClr val="000000"/>
            </a:solidFill>
            <a:prstDash val="solid"/>
            <a:round/>
            <a:headEnd len="med" w="med" type="none"/>
            <a:tailEnd len="med" w="med" type="triangle"/>
          </a:ln>
        </p:spPr>
      </p:cxnSp>
      <p:sp>
        <p:nvSpPr>
          <p:cNvPr id="5236" name="Google Shape;5236;p398"/>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237" name="Google Shape;5237;p39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238" name="Google Shape;5238;p398"/>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2" name="Shape 5242"/>
        <p:cNvGrpSpPr/>
        <p:nvPr/>
      </p:nvGrpSpPr>
      <p:grpSpPr>
        <a:xfrm>
          <a:off x="0" y="0"/>
          <a:ext cx="0" cy="0"/>
          <a:chOff x="0" y="0"/>
          <a:chExt cx="0" cy="0"/>
        </a:xfrm>
      </p:grpSpPr>
      <p:pic>
        <p:nvPicPr>
          <p:cNvPr id="5243" name="Google Shape;5243;p399"/>
          <p:cNvPicPr preferRelativeResize="0"/>
          <p:nvPr/>
        </p:nvPicPr>
        <p:blipFill>
          <a:blip r:embed="rId3">
            <a:alphaModFix/>
          </a:blip>
          <a:stretch>
            <a:fillRect/>
          </a:stretch>
        </p:blipFill>
        <p:spPr>
          <a:xfrm>
            <a:off x="4233677" y="1564896"/>
            <a:ext cx="3537350" cy="4604654"/>
          </a:xfrm>
          <a:prstGeom prst="rect">
            <a:avLst/>
          </a:prstGeom>
          <a:noFill/>
          <a:ln>
            <a:noFill/>
          </a:ln>
        </p:spPr>
      </p:pic>
      <p:sp>
        <p:nvSpPr>
          <p:cNvPr id="5244" name="Google Shape;5244;p399"/>
          <p:cNvSpPr txBox="1"/>
          <p:nvPr/>
        </p:nvSpPr>
        <p:spPr>
          <a:xfrm>
            <a:off x="7863831" y="4865200"/>
            <a:ext cx="4656600" cy="11928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2400">
                <a:latin typeface="Roboto Mono"/>
                <a:ea typeface="Roboto Mono"/>
                <a:cs typeface="Roboto Mono"/>
                <a:sym typeface="Roboto Mono"/>
              </a:rPr>
              <a:t>Producer</a:t>
            </a:r>
            <a:endParaRPr sz="2400">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Produce requests</a:t>
            </a:r>
            <a:endParaRPr sz="1800">
              <a:solidFill>
                <a:srgbClr val="000000"/>
              </a:solidFill>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End of route</a:t>
            </a:r>
            <a:endParaRPr sz="1800">
              <a:solidFill>
                <a:srgbClr val="000000"/>
              </a:solidFill>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Dispatching outgoing requests</a:t>
            </a:r>
            <a:endParaRPr sz="18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16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1300">
              <a:solidFill>
                <a:srgbClr val="000000"/>
              </a:solidFill>
              <a:latin typeface="Roboto Mono"/>
              <a:ea typeface="Roboto Mono"/>
              <a:cs typeface="Roboto Mono"/>
              <a:sym typeface="Roboto Mono"/>
            </a:endParaRPr>
          </a:p>
          <a:p>
            <a:pPr indent="0" lvl="0" marL="0" rtl="0" algn="l">
              <a:spcBef>
                <a:spcPts val="0"/>
              </a:spcBef>
              <a:spcAft>
                <a:spcPts val="0"/>
              </a:spcAft>
              <a:buClr>
                <a:srgbClr val="000000"/>
              </a:buClr>
              <a:buSzPts val="1500"/>
              <a:buFont typeface="Arial"/>
              <a:buNone/>
            </a:pPr>
            <a:r>
              <a:t/>
            </a:r>
            <a:endParaRPr sz="1300">
              <a:solidFill>
                <a:srgbClr val="000000"/>
              </a:solidFill>
              <a:latin typeface="Roboto Mono"/>
              <a:ea typeface="Roboto Mono"/>
              <a:cs typeface="Roboto Mono"/>
              <a:sym typeface="Roboto Mono"/>
            </a:endParaRPr>
          </a:p>
        </p:txBody>
      </p:sp>
      <p:sp>
        <p:nvSpPr>
          <p:cNvPr id="5245" name="Google Shape;5245;p399"/>
          <p:cNvSpPr txBox="1"/>
          <p:nvPr/>
        </p:nvSpPr>
        <p:spPr>
          <a:xfrm>
            <a:off x="565774" y="1795225"/>
            <a:ext cx="2946300" cy="15249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2400">
                <a:latin typeface="Roboto Mono"/>
                <a:ea typeface="Roboto Mono"/>
                <a:cs typeface="Roboto Mono"/>
                <a:sym typeface="Roboto Mono"/>
              </a:rPr>
              <a:t>Consumer</a:t>
            </a:r>
            <a:endParaRPr sz="2400">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Consume requests</a:t>
            </a:r>
            <a:endParaRPr sz="1800">
              <a:solidFill>
                <a:srgbClr val="000000"/>
              </a:solidFill>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Start of a route</a:t>
            </a:r>
            <a:endParaRPr sz="1800">
              <a:solidFill>
                <a:srgbClr val="000000"/>
              </a:solidFill>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Dispatching outgoing replies</a:t>
            </a:r>
            <a:endParaRPr sz="1800">
              <a:solidFill>
                <a:srgbClr val="000000"/>
              </a:solidFill>
              <a:latin typeface="Roboto Mono"/>
              <a:ea typeface="Roboto Mono"/>
              <a:cs typeface="Roboto Mono"/>
              <a:sym typeface="Roboto Mono"/>
            </a:endParaRPr>
          </a:p>
          <a:p>
            <a:pPr indent="0" lvl="0" marL="0" rtl="0" algn="l">
              <a:spcBef>
                <a:spcPts val="0"/>
              </a:spcBef>
              <a:spcAft>
                <a:spcPts val="0"/>
              </a:spcAft>
              <a:buNone/>
            </a:pPr>
            <a:r>
              <a:t/>
            </a:r>
            <a:endParaRPr sz="1600">
              <a:solidFill>
                <a:srgbClr val="000000"/>
              </a:solidFill>
              <a:latin typeface="Roboto Mono"/>
              <a:ea typeface="Roboto Mono"/>
              <a:cs typeface="Roboto Mono"/>
              <a:sym typeface="Roboto Mono"/>
            </a:endParaRPr>
          </a:p>
          <a:p>
            <a:pPr indent="0" lvl="0" marL="0" rtl="0" algn="l">
              <a:spcBef>
                <a:spcPts val="0"/>
              </a:spcBef>
              <a:spcAft>
                <a:spcPts val="0"/>
              </a:spcAft>
              <a:buClr>
                <a:srgbClr val="000000"/>
              </a:buClr>
              <a:buSzPts val="1500"/>
              <a:buFont typeface="Arial"/>
              <a:buNone/>
            </a:pPr>
            <a:r>
              <a:t/>
            </a:r>
            <a:endParaRPr sz="1600">
              <a:solidFill>
                <a:srgbClr val="000000"/>
              </a:solidFill>
              <a:latin typeface="Roboto Mono"/>
              <a:ea typeface="Roboto Mono"/>
              <a:cs typeface="Roboto Mono"/>
              <a:sym typeface="Roboto Mono"/>
            </a:endParaRPr>
          </a:p>
        </p:txBody>
      </p:sp>
      <p:sp>
        <p:nvSpPr>
          <p:cNvPr id="5246" name="Google Shape;5246;p399"/>
          <p:cNvSpPr txBox="1"/>
          <p:nvPr/>
        </p:nvSpPr>
        <p:spPr>
          <a:xfrm>
            <a:off x="7826476" y="3320025"/>
            <a:ext cx="4496100" cy="16032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lang="en" sz="2400">
                <a:latin typeface="Roboto Mono"/>
                <a:ea typeface="Roboto Mono"/>
                <a:cs typeface="Roboto Mono"/>
                <a:sym typeface="Roboto Mono"/>
              </a:rPr>
              <a:t>Processor</a:t>
            </a:r>
            <a:endParaRPr sz="2400">
              <a:latin typeface="Roboto Mono"/>
              <a:ea typeface="Roboto Mono"/>
              <a:cs typeface="Roboto Mono"/>
              <a:sym typeface="Roboto Mono"/>
            </a:endParaRPr>
          </a:p>
          <a:p>
            <a:pPr indent="-419100" lvl="0" marL="609600" rtl="0" algn="l">
              <a:spcBef>
                <a:spcPts val="0"/>
              </a:spcBef>
              <a:spcAft>
                <a:spcPts val="0"/>
              </a:spcAft>
              <a:buSzPts val="1800"/>
              <a:buFont typeface="Roboto Mono"/>
              <a:buChar char="●"/>
            </a:pPr>
            <a:r>
              <a:rPr lang="en" sz="1800">
                <a:latin typeface="Roboto Mono"/>
                <a:ea typeface="Roboto Mono"/>
                <a:cs typeface="Roboto Mono"/>
                <a:sym typeface="Roboto Mono"/>
              </a:rPr>
              <a:t>Intermediate node in the pipeline</a:t>
            </a:r>
            <a:endParaRPr sz="1800">
              <a:latin typeface="Roboto Mono"/>
              <a:ea typeface="Roboto Mono"/>
              <a:cs typeface="Roboto Mono"/>
              <a:sym typeface="Roboto Mono"/>
            </a:endParaRPr>
          </a:p>
          <a:p>
            <a:pPr indent="-419100" lvl="0" marL="609600" rtl="0" algn="l">
              <a:spcBef>
                <a:spcPts val="0"/>
              </a:spcBef>
              <a:spcAft>
                <a:spcPts val="0"/>
              </a:spcAft>
              <a:buClr>
                <a:srgbClr val="000000"/>
              </a:buClr>
              <a:buSzPts val="1800"/>
              <a:buFont typeface="Roboto Mono"/>
              <a:buChar char="●"/>
            </a:pPr>
            <a:r>
              <a:rPr lang="en" sz="1800">
                <a:solidFill>
                  <a:srgbClr val="000000"/>
                </a:solidFill>
                <a:latin typeface="Roboto Mono"/>
                <a:ea typeface="Roboto Mono"/>
                <a:cs typeface="Roboto Mono"/>
                <a:sym typeface="Roboto Mono"/>
              </a:rPr>
              <a:t>standard processors or customized ones</a:t>
            </a:r>
            <a:endParaRPr sz="1800">
              <a:latin typeface="Roboto Mono"/>
              <a:ea typeface="Roboto Mono"/>
              <a:cs typeface="Roboto Mono"/>
              <a:sym typeface="Roboto Mono"/>
            </a:endParaRPr>
          </a:p>
        </p:txBody>
      </p:sp>
      <p:cxnSp>
        <p:nvCxnSpPr>
          <p:cNvPr id="5247" name="Google Shape;5247;p399"/>
          <p:cNvCxnSpPr>
            <a:stCxn id="5245" idx="3"/>
          </p:cNvCxnSpPr>
          <p:nvPr/>
        </p:nvCxnSpPr>
        <p:spPr>
          <a:xfrm>
            <a:off x="3512074" y="2557675"/>
            <a:ext cx="1413900" cy="264600"/>
          </a:xfrm>
          <a:prstGeom prst="bentConnector3">
            <a:avLst>
              <a:gd fmla="val 50000" name="adj1"/>
            </a:avLst>
          </a:prstGeom>
          <a:noFill/>
          <a:ln cap="flat" cmpd="sng" w="9525">
            <a:solidFill>
              <a:srgbClr val="000000"/>
            </a:solidFill>
            <a:prstDash val="solid"/>
            <a:round/>
            <a:headEnd len="med" w="med" type="none"/>
            <a:tailEnd len="med" w="med" type="none"/>
          </a:ln>
        </p:spPr>
      </p:cxnSp>
      <p:cxnSp>
        <p:nvCxnSpPr>
          <p:cNvPr id="5248" name="Google Shape;5248;p399"/>
          <p:cNvCxnSpPr>
            <a:endCxn id="5244" idx="1"/>
          </p:cNvCxnSpPr>
          <p:nvPr/>
        </p:nvCxnSpPr>
        <p:spPr>
          <a:xfrm>
            <a:off x="6644331" y="5109100"/>
            <a:ext cx="1219500" cy="352500"/>
          </a:xfrm>
          <a:prstGeom prst="bentConnector3">
            <a:avLst>
              <a:gd fmla="val 50000" name="adj1"/>
            </a:avLst>
          </a:prstGeom>
          <a:noFill/>
          <a:ln cap="flat" cmpd="sng" w="9525">
            <a:solidFill>
              <a:srgbClr val="000000"/>
            </a:solidFill>
            <a:prstDash val="solid"/>
            <a:round/>
            <a:headEnd len="med" w="med" type="none"/>
            <a:tailEnd len="med" w="med" type="none"/>
          </a:ln>
        </p:spPr>
      </p:cxnSp>
      <p:cxnSp>
        <p:nvCxnSpPr>
          <p:cNvPr id="5249" name="Google Shape;5249;p399"/>
          <p:cNvCxnSpPr>
            <a:stCxn id="5246" idx="1"/>
          </p:cNvCxnSpPr>
          <p:nvPr/>
        </p:nvCxnSpPr>
        <p:spPr>
          <a:xfrm rot="10800000">
            <a:off x="6661276" y="3780825"/>
            <a:ext cx="1165200" cy="340800"/>
          </a:xfrm>
          <a:prstGeom prst="bentConnector3">
            <a:avLst>
              <a:gd fmla="val 50000" name="adj1"/>
            </a:avLst>
          </a:prstGeom>
          <a:noFill/>
          <a:ln cap="flat" cmpd="sng" w="9525">
            <a:solidFill>
              <a:srgbClr val="000000"/>
            </a:solidFill>
            <a:prstDash val="solid"/>
            <a:round/>
            <a:headEnd len="med" w="med" type="none"/>
            <a:tailEnd len="med" w="med" type="none"/>
          </a:ln>
        </p:spPr>
      </p:cxnSp>
      <p:sp>
        <p:nvSpPr>
          <p:cNvPr id="5250" name="Google Shape;5250;p399"/>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609600" lvl="0" marL="0" rtl="0" algn="ctr">
              <a:spcBef>
                <a:spcPts val="0"/>
              </a:spcBef>
              <a:spcAft>
                <a:spcPts val="0"/>
              </a:spcAft>
              <a:buClr>
                <a:schemeClr val="dk1"/>
              </a:buClr>
              <a:buSzPts val="1500"/>
              <a:buFont typeface="Arial"/>
              <a:buNone/>
            </a:pPr>
            <a:r>
              <a:t/>
            </a:r>
            <a:endParaRPr sz="3700">
              <a:latin typeface="Overpass SemiBold"/>
              <a:ea typeface="Overpass SemiBold"/>
              <a:cs typeface="Overpass SemiBold"/>
              <a:sym typeface="Overpass SemiBold"/>
            </a:endParaRPr>
          </a:p>
        </p:txBody>
      </p:sp>
      <p:sp>
        <p:nvSpPr>
          <p:cNvPr id="5251" name="Google Shape;5251;p399"/>
          <p:cNvSpPr txBox="1"/>
          <p:nvPr>
            <p:ph type="title"/>
          </p:nvPr>
        </p:nvSpPr>
        <p:spPr>
          <a:xfrm>
            <a:off x="1658950" y="691000"/>
            <a:ext cx="8686800" cy="1041900"/>
          </a:xfrm>
          <a:prstGeom prst="rect">
            <a:avLst/>
          </a:prstGeom>
        </p:spPr>
        <p:txBody>
          <a:bodyPr anchorCtr="0" anchor="t" bIns="0" lIns="0" spcFirstLastPara="1" rIns="0" wrap="square" tIns="0">
            <a:noAutofit/>
          </a:bodyPr>
          <a:lstStyle/>
          <a:p>
            <a:pPr indent="609600" lvl="0" marL="0" rtl="0" algn="ctr">
              <a:lnSpc>
                <a:spcPct val="100000"/>
              </a:lnSpc>
              <a:spcBef>
                <a:spcPts val="0"/>
              </a:spcBef>
              <a:spcAft>
                <a:spcPts val="0"/>
              </a:spcAft>
              <a:buClr>
                <a:schemeClr val="dk1"/>
              </a:buClr>
              <a:buSzPts val="1500"/>
              <a:buFont typeface="Arial"/>
              <a:buNone/>
            </a:pPr>
            <a:r>
              <a:rPr lang="en" sz="3600">
                <a:solidFill>
                  <a:schemeClr val="dk1"/>
                </a:solidFill>
                <a:latin typeface="Red Hat Text"/>
                <a:ea typeface="Red Hat Text"/>
                <a:cs typeface="Red Hat Text"/>
                <a:sym typeface="Red Hat Text"/>
              </a:rPr>
              <a:t>Camel Route</a:t>
            </a:r>
            <a:endParaRPr sz="3600">
              <a:solidFill>
                <a:schemeClr val="dk1"/>
              </a:solidFill>
              <a:latin typeface="Red Hat Text"/>
              <a:ea typeface="Red Hat Text"/>
              <a:cs typeface="Red Hat Text"/>
              <a:sym typeface="Red Hat Text"/>
            </a:endParaRPr>
          </a:p>
          <a:p>
            <a:pPr indent="0" lvl="0" marL="0" rtl="0" algn="ctr">
              <a:spcBef>
                <a:spcPts val="0"/>
              </a:spcBef>
              <a:spcAft>
                <a:spcPts val="0"/>
              </a:spcAft>
              <a:buNone/>
            </a:pPr>
            <a:r>
              <a:t/>
            </a:r>
            <a:endParaRPr sz="3700">
              <a:solidFill>
                <a:srgbClr val="EE0000"/>
              </a:solidFill>
              <a:latin typeface="Overpass SemiBold"/>
              <a:ea typeface="Overpass SemiBold"/>
              <a:cs typeface="Overpass SemiBold"/>
              <a:sym typeface="Overpass SemiBold"/>
            </a:endParaRPr>
          </a:p>
        </p:txBody>
      </p:sp>
      <p:sp>
        <p:nvSpPr>
          <p:cNvPr id="5252" name="Google Shape;5252;p39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253" name="Google Shape;5253;p399"/>
          <p:cNvSpPr txBox="1"/>
          <p:nvPr>
            <p:ph idx="2" type="subTitle"/>
          </p:nvPr>
        </p:nvSpPr>
        <p:spPr>
          <a:xfrm>
            <a:off x="885050" y="6169550"/>
            <a:ext cx="9182700" cy="559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7" name="Shape 5257"/>
        <p:cNvGrpSpPr/>
        <p:nvPr/>
      </p:nvGrpSpPr>
      <p:grpSpPr>
        <a:xfrm>
          <a:off x="0" y="0"/>
          <a:ext cx="0" cy="0"/>
          <a:chOff x="0" y="0"/>
          <a:chExt cx="0" cy="0"/>
        </a:xfrm>
      </p:grpSpPr>
      <p:sp>
        <p:nvSpPr>
          <p:cNvPr id="5258" name="Google Shape;5258;p400"/>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Edge Component</a:t>
            </a:r>
            <a:endParaRPr sz="3600" strike="noStrike">
              <a:solidFill>
                <a:srgbClr val="000000"/>
              </a:solidFill>
              <a:latin typeface="Red Hat Text"/>
              <a:ea typeface="Red Hat Text"/>
              <a:cs typeface="Red Hat Text"/>
              <a:sym typeface="Red Hat Text"/>
            </a:endParaRPr>
          </a:p>
        </p:txBody>
      </p:sp>
      <p:sp>
        <p:nvSpPr>
          <p:cNvPr id="5259" name="Google Shape;5259;p400"/>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to expose the same business functionality to multiple consumers? </a:t>
            </a:r>
            <a:endParaRPr sz="1800" strike="noStrike">
              <a:solidFill>
                <a:srgbClr val="000000"/>
              </a:solidFill>
              <a:latin typeface="Red Hat Text"/>
              <a:ea typeface="Red Hat Text"/>
              <a:cs typeface="Red Hat Text"/>
              <a:sym typeface="Red Hat Text"/>
            </a:endParaRPr>
          </a:p>
        </p:txBody>
      </p:sp>
      <p:pic>
        <p:nvPicPr>
          <p:cNvPr id="5260" name="Google Shape;5260;p400"/>
          <p:cNvPicPr preferRelativeResize="0"/>
          <p:nvPr/>
        </p:nvPicPr>
        <p:blipFill rotWithShape="1">
          <a:blip r:embed="rId3">
            <a:alphaModFix/>
          </a:blip>
          <a:srcRect b="0" l="0" r="0" t="0"/>
          <a:stretch/>
        </p:blipFill>
        <p:spPr>
          <a:xfrm>
            <a:off x="1836888" y="2011674"/>
            <a:ext cx="8518224" cy="45358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4" name="Shape 5264"/>
        <p:cNvGrpSpPr/>
        <p:nvPr/>
      </p:nvGrpSpPr>
      <p:grpSpPr>
        <a:xfrm>
          <a:off x="0" y="0"/>
          <a:ext cx="0" cy="0"/>
          <a:chOff x="0" y="0"/>
          <a:chExt cx="0" cy="0"/>
        </a:xfrm>
      </p:grpSpPr>
      <p:sp>
        <p:nvSpPr>
          <p:cNvPr id="5265" name="Google Shape;5265;p401"/>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Edge Component</a:t>
            </a:r>
            <a:endParaRPr sz="3600" strike="noStrike">
              <a:solidFill>
                <a:srgbClr val="000000"/>
              </a:solidFill>
              <a:latin typeface="Red Hat Text"/>
              <a:ea typeface="Red Hat Text"/>
              <a:cs typeface="Red Hat Text"/>
              <a:sym typeface="Red Hat Text"/>
            </a:endParaRPr>
          </a:p>
        </p:txBody>
      </p:sp>
      <p:sp>
        <p:nvSpPr>
          <p:cNvPr id="5266" name="Google Shape;5266;p401"/>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Encapsulate endpoint-specific details and prevent them from leaking into the business logic of an integration flow.</a:t>
            </a:r>
            <a:endParaRPr sz="1800" strike="noStrike">
              <a:solidFill>
                <a:srgbClr val="000000"/>
              </a:solidFill>
              <a:latin typeface="Red Hat Text"/>
              <a:ea typeface="Red Hat Text"/>
              <a:cs typeface="Red Hat Text"/>
              <a:sym typeface="Red Hat Text"/>
            </a:endParaRPr>
          </a:p>
        </p:txBody>
      </p:sp>
      <p:pic>
        <p:nvPicPr>
          <p:cNvPr id="5267" name="Google Shape;5267;p401"/>
          <p:cNvPicPr preferRelativeResize="0"/>
          <p:nvPr/>
        </p:nvPicPr>
        <p:blipFill rotWithShape="1">
          <a:blip r:embed="rId3">
            <a:alphaModFix/>
          </a:blip>
          <a:srcRect b="0" l="0" r="0" t="0"/>
          <a:stretch/>
        </p:blipFill>
        <p:spPr>
          <a:xfrm>
            <a:off x="1219200" y="2663653"/>
            <a:ext cx="9438224" cy="26308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1" name="Shape 5271"/>
        <p:cNvGrpSpPr/>
        <p:nvPr/>
      </p:nvGrpSpPr>
      <p:grpSpPr>
        <a:xfrm>
          <a:off x="0" y="0"/>
          <a:ext cx="0" cy="0"/>
          <a:chOff x="0" y="0"/>
          <a:chExt cx="0" cy="0"/>
        </a:xfrm>
      </p:grpSpPr>
      <p:sp>
        <p:nvSpPr>
          <p:cNvPr id="5272" name="Google Shape;5272;p402"/>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Hexagonal Architecture with Camel</a:t>
            </a:r>
            <a:endParaRPr sz="3600" strike="noStrike">
              <a:solidFill>
                <a:srgbClr val="000000"/>
              </a:solidFill>
              <a:latin typeface="Red Hat Text"/>
              <a:ea typeface="Red Hat Text"/>
              <a:cs typeface="Red Hat Text"/>
              <a:sym typeface="Red Hat Text"/>
            </a:endParaRPr>
          </a:p>
        </p:txBody>
      </p:sp>
      <p:sp>
        <p:nvSpPr>
          <p:cNvPr id="5273" name="Google Shape;5273;p402"/>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Hexagonal Architecture as a Natural fit for Camel</a:t>
            </a:r>
            <a:endParaRPr sz="1800" strike="noStrike">
              <a:solidFill>
                <a:srgbClr val="000000"/>
              </a:solidFill>
              <a:latin typeface="Red Hat Text"/>
              <a:ea typeface="Red Hat Text"/>
              <a:cs typeface="Red Hat Text"/>
              <a:sym typeface="Red Hat Text"/>
            </a:endParaRPr>
          </a:p>
        </p:txBody>
      </p:sp>
      <p:sp>
        <p:nvSpPr>
          <p:cNvPr id="5274" name="Google Shape;5274;p402"/>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75" name="Google Shape;5275;p402"/>
          <p:cNvPicPr preferRelativeResize="0"/>
          <p:nvPr/>
        </p:nvPicPr>
        <p:blipFill>
          <a:blip r:embed="rId3">
            <a:alphaModFix/>
          </a:blip>
          <a:stretch>
            <a:fillRect/>
          </a:stretch>
        </p:blipFill>
        <p:spPr>
          <a:xfrm>
            <a:off x="1160375" y="2428097"/>
            <a:ext cx="9871250" cy="301688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9" name="Shape 5279"/>
        <p:cNvGrpSpPr/>
        <p:nvPr/>
      </p:nvGrpSpPr>
      <p:grpSpPr>
        <a:xfrm>
          <a:off x="0" y="0"/>
          <a:ext cx="0" cy="0"/>
          <a:chOff x="0" y="0"/>
          <a:chExt cx="0" cy="0"/>
        </a:xfrm>
      </p:grpSpPr>
      <p:sp>
        <p:nvSpPr>
          <p:cNvPr id="5280" name="Google Shape;5280;p403"/>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Runtime Reconfiguration</a:t>
            </a:r>
            <a:endParaRPr sz="3600" strike="noStrike">
              <a:solidFill>
                <a:srgbClr val="000000"/>
              </a:solidFill>
              <a:latin typeface="Red Hat Text"/>
              <a:ea typeface="Red Hat Text"/>
              <a:cs typeface="Red Hat Text"/>
              <a:sym typeface="Red Hat Text"/>
            </a:endParaRPr>
          </a:p>
        </p:txBody>
      </p:sp>
      <p:sp>
        <p:nvSpPr>
          <p:cNvPr id="5281" name="Google Shape;5281;p403"/>
          <p:cNvSpPr txBox="1"/>
          <p:nvPr/>
        </p:nvSpPr>
        <p:spPr>
          <a:xfrm>
            <a:off x="914400" y="1407600"/>
            <a:ext cx="108507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to change behavior of the application without redeploying or restarting it?</a:t>
            </a:r>
            <a:endParaRPr sz="1800" strike="noStrike">
              <a:solidFill>
                <a:srgbClr val="000000"/>
              </a:solidFill>
              <a:latin typeface="Red Hat Text"/>
              <a:ea typeface="Red Hat Text"/>
              <a:cs typeface="Red Hat Text"/>
              <a:sym typeface="Red Hat Text"/>
            </a:endParaRPr>
          </a:p>
        </p:txBody>
      </p:sp>
      <p:pic>
        <p:nvPicPr>
          <p:cNvPr id="5282" name="Google Shape;5282;p403"/>
          <p:cNvPicPr preferRelativeResize="0"/>
          <p:nvPr/>
        </p:nvPicPr>
        <p:blipFill rotWithShape="1">
          <a:blip r:embed="rId3">
            <a:alphaModFix/>
          </a:blip>
          <a:srcRect b="0" l="0" r="0" t="0"/>
          <a:stretch/>
        </p:blipFill>
        <p:spPr>
          <a:xfrm>
            <a:off x="2848550" y="2139001"/>
            <a:ext cx="6494899" cy="37021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6" name="Shape 5286"/>
        <p:cNvGrpSpPr/>
        <p:nvPr/>
      </p:nvGrpSpPr>
      <p:grpSpPr>
        <a:xfrm>
          <a:off x="0" y="0"/>
          <a:ext cx="0" cy="0"/>
          <a:chOff x="0" y="0"/>
          <a:chExt cx="0" cy="0"/>
        </a:xfrm>
      </p:grpSpPr>
      <p:sp>
        <p:nvSpPr>
          <p:cNvPr id="5287" name="Google Shape;5287;p404"/>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Runtime Reconfiguration</a:t>
            </a:r>
            <a:endParaRPr sz="3600" strike="noStrike">
              <a:solidFill>
                <a:srgbClr val="000000"/>
              </a:solidFill>
              <a:latin typeface="Red Hat Text"/>
              <a:ea typeface="Red Hat Text"/>
              <a:cs typeface="Red Hat Text"/>
              <a:sym typeface="Red Hat Text"/>
            </a:endParaRPr>
          </a:p>
        </p:txBody>
      </p:sp>
      <p:sp>
        <p:nvSpPr>
          <p:cNvPr id="5288" name="Google Shape;5288;p404"/>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Message-Driven variability passes control instructions together with the input data. </a:t>
            </a:r>
            <a:endParaRPr sz="1800" strike="noStrike">
              <a:solidFill>
                <a:srgbClr val="000000"/>
              </a:solidFill>
              <a:latin typeface="Red Hat Text"/>
              <a:ea typeface="Red Hat Text"/>
              <a:cs typeface="Red Hat Text"/>
              <a:sym typeface="Red Hat Text"/>
            </a:endParaRPr>
          </a:p>
        </p:txBody>
      </p:sp>
      <p:pic>
        <p:nvPicPr>
          <p:cNvPr id="5289" name="Google Shape;5289;p404"/>
          <p:cNvPicPr preferRelativeResize="0"/>
          <p:nvPr/>
        </p:nvPicPr>
        <p:blipFill rotWithShape="1">
          <a:blip r:embed="rId3">
            <a:alphaModFix/>
          </a:blip>
          <a:srcRect b="0" l="0" r="0" t="0"/>
          <a:stretch/>
        </p:blipFill>
        <p:spPr>
          <a:xfrm>
            <a:off x="1219200" y="2286000"/>
            <a:ext cx="8386488" cy="1660800"/>
          </a:xfrm>
          <a:prstGeom prst="rect">
            <a:avLst/>
          </a:prstGeom>
          <a:noFill/>
          <a:ln>
            <a:noFill/>
          </a:ln>
        </p:spPr>
      </p:pic>
      <p:sp>
        <p:nvSpPr>
          <p:cNvPr id="5290" name="Google Shape;5290;p404"/>
          <p:cNvSpPr txBox="1"/>
          <p:nvPr/>
        </p:nvSpPr>
        <p:spPr>
          <a:xfrm>
            <a:off x="914400" y="4206240"/>
            <a:ext cx="10972800" cy="16608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Routing Slip EIP</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Recipient List EIP</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Control Bus EIP </a:t>
            </a:r>
            <a:r>
              <a:rPr i="1" lang="en" sz="1600" strike="noStrike">
                <a:solidFill>
                  <a:srgbClr val="353535"/>
                </a:solidFill>
                <a:latin typeface="Red Hat Text"/>
                <a:ea typeface="Red Hat Text"/>
                <a:cs typeface="Red Hat Text"/>
                <a:sym typeface="Red Hat Text"/>
              </a:rPr>
              <a:t> </a:t>
            </a:r>
            <a:endParaRPr sz="1600" strike="noStrike">
              <a:solidFill>
                <a:srgbClr val="000000"/>
              </a:solidFill>
              <a:latin typeface="Red Hat Text"/>
              <a:ea typeface="Red Hat Text"/>
              <a:cs typeface="Red Hat Text"/>
              <a:sym typeface="Red Hat Tex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4" name="Shape 5294"/>
        <p:cNvGrpSpPr/>
        <p:nvPr/>
      </p:nvGrpSpPr>
      <p:grpSpPr>
        <a:xfrm>
          <a:off x="0" y="0"/>
          <a:ext cx="0" cy="0"/>
          <a:chOff x="0" y="0"/>
          <a:chExt cx="0" cy="0"/>
        </a:xfrm>
      </p:grpSpPr>
      <p:sp>
        <p:nvSpPr>
          <p:cNvPr id="5295" name="Google Shape;5295;p405"/>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Runtime Reconfiguration</a:t>
            </a:r>
            <a:endParaRPr sz="3600" strike="noStrike">
              <a:solidFill>
                <a:srgbClr val="000000"/>
              </a:solidFill>
              <a:latin typeface="Red Hat Text"/>
              <a:ea typeface="Red Hat Text"/>
              <a:cs typeface="Red Hat Text"/>
              <a:sym typeface="Red Hat Text"/>
            </a:endParaRPr>
          </a:p>
        </p:txBody>
      </p:sp>
      <p:sp>
        <p:nvSpPr>
          <p:cNvPr id="5296" name="Google Shape;5296;p405"/>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External data driven route configuration.</a:t>
            </a:r>
            <a:endParaRPr sz="1800" strike="noStrike">
              <a:solidFill>
                <a:srgbClr val="000000"/>
              </a:solidFill>
              <a:latin typeface="Red Hat Text"/>
              <a:ea typeface="Red Hat Text"/>
              <a:cs typeface="Red Hat Text"/>
              <a:sym typeface="Red Hat Text"/>
            </a:endParaRPr>
          </a:p>
        </p:txBody>
      </p:sp>
      <p:pic>
        <p:nvPicPr>
          <p:cNvPr id="5297" name="Google Shape;5297;p405"/>
          <p:cNvPicPr preferRelativeResize="0"/>
          <p:nvPr/>
        </p:nvPicPr>
        <p:blipFill rotWithShape="1">
          <a:blip r:embed="rId3">
            <a:alphaModFix/>
          </a:blip>
          <a:srcRect b="0" l="0" r="0" t="0"/>
          <a:stretch/>
        </p:blipFill>
        <p:spPr>
          <a:xfrm>
            <a:off x="2097025" y="2139001"/>
            <a:ext cx="7997952" cy="3918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1" name="Shape 5301"/>
        <p:cNvGrpSpPr/>
        <p:nvPr/>
      </p:nvGrpSpPr>
      <p:grpSpPr>
        <a:xfrm>
          <a:off x="0" y="0"/>
          <a:ext cx="0" cy="0"/>
          <a:chOff x="0" y="0"/>
          <a:chExt cx="0" cy="0"/>
        </a:xfrm>
      </p:grpSpPr>
      <p:sp>
        <p:nvSpPr>
          <p:cNvPr id="5302" name="Google Shape;5302;p406"/>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Runtime Reconfiguration</a:t>
            </a:r>
            <a:endParaRPr sz="3600" strike="noStrike">
              <a:solidFill>
                <a:srgbClr val="000000"/>
              </a:solidFill>
              <a:latin typeface="Red Hat Text"/>
              <a:ea typeface="Red Hat Text"/>
              <a:cs typeface="Red Hat Text"/>
              <a:sym typeface="Red Hat Text"/>
            </a:endParaRPr>
          </a:p>
        </p:txBody>
      </p:sp>
      <p:sp>
        <p:nvSpPr>
          <p:cNvPr id="5303" name="Google Shape;5303;p406"/>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Business logic variability </a:t>
            </a:r>
            <a:endParaRPr sz="1800" strike="noStrike">
              <a:solidFill>
                <a:srgbClr val="000000"/>
              </a:solidFill>
              <a:latin typeface="Red Hat Text"/>
              <a:ea typeface="Red Hat Text"/>
              <a:cs typeface="Red Hat Text"/>
              <a:sym typeface="Red Hat Text"/>
            </a:endParaRPr>
          </a:p>
        </p:txBody>
      </p:sp>
      <p:pic>
        <p:nvPicPr>
          <p:cNvPr id="5304" name="Google Shape;5304;p406"/>
          <p:cNvPicPr preferRelativeResize="0"/>
          <p:nvPr/>
        </p:nvPicPr>
        <p:blipFill rotWithShape="1">
          <a:blip r:embed="rId3">
            <a:alphaModFix/>
          </a:blip>
          <a:srcRect b="0" l="0" r="0" t="0"/>
          <a:stretch/>
        </p:blipFill>
        <p:spPr>
          <a:xfrm>
            <a:off x="1219200" y="1828800"/>
            <a:ext cx="7573900" cy="2925574"/>
          </a:xfrm>
          <a:prstGeom prst="rect">
            <a:avLst/>
          </a:prstGeom>
          <a:noFill/>
          <a:ln>
            <a:noFill/>
          </a:ln>
        </p:spPr>
      </p:pic>
      <p:sp>
        <p:nvSpPr>
          <p:cNvPr id="5305" name="Google Shape;5305;p406"/>
          <p:cNvSpPr txBox="1"/>
          <p:nvPr/>
        </p:nvSpPr>
        <p:spPr>
          <a:xfrm>
            <a:off x="914400" y="4852440"/>
            <a:ext cx="10972800" cy="12201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Red Hat Text"/>
              <a:buChar char="●"/>
            </a:pPr>
            <a:r>
              <a:rPr b="1" lang="en" sz="1600" strike="noStrike">
                <a:solidFill>
                  <a:srgbClr val="353535"/>
                </a:solidFill>
                <a:latin typeface="Red Hat Text"/>
                <a:ea typeface="Red Hat Text"/>
                <a:cs typeface="Red Hat Text"/>
                <a:sym typeface="Red Hat Text"/>
              </a:rPr>
              <a:t>Camel Drools</a:t>
            </a:r>
            <a:r>
              <a:rPr lang="en" sz="1600" strike="noStrike">
                <a:solidFill>
                  <a:srgbClr val="353535"/>
                </a:solidFill>
                <a:latin typeface="Red Hat Text"/>
                <a:ea typeface="Red Hat Text"/>
                <a:cs typeface="Red Hat Text"/>
                <a:sym typeface="Red Hat Text"/>
              </a:rPr>
              <a:t> </a:t>
            </a:r>
            <a:r>
              <a:rPr b="1" lang="en" sz="1600" strike="noStrike">
                <a:solidFill>
                  <a:srgbClr val="353535"/>
                </a:solidFill>
                <a:latin typeface="Red Hat Text"/>
                <a:ea typeface="Red Hat Text"/>
                <a:cs typeface="Red Hat Text"/>
                <a:sym typeface="Red Hat Text"/>
              </a:rPr>
              <a:t>component</a:t>
            </a:r>
            <a:r>
              <a:rPr lang="en" sz="1600" strike="noStrike">
                <a:solidFill>
                  <a:srgbClr val="353535"/>
                </a:solidFill>
                <a:latin typeface="Red Hat Text"/>
                <a:ea typeface="Red Hat Text"/>
                <a:cs typeface="Red Hat Text"/>
                <a:sym typeface="Red Hat Text"/>
              </a:rPr>
              <a:t>: push or pull model </a:t>
            </a:r>
            <a:r>
              <a:rPr i="1" lang="en" sz="1600" u="sng" strike="noStrike">
                <a:solidFill>
                  <a:schemeClr val="hlink"/>
                </a:solidFill>
                <a:latin typeface="Red Hat Text"/>
                <a:ea typeface="Red Hat Text"/>
                <a:cs typeface="Red Hat Text"/>
                <a:sym typeface="Red Hat Text"/>
                <a:hlinkClick r:id="rId4"/>
              </a:rPr>
              <a:t>examp</a:t>
            </a:r>
            <a:r>
              <a:rPr i="1" lang="en" sz="1600" u="sng">
                <a:solidFill>
                  <a:schemeClr val="hlink"/>
                </a:solidFill>
                <a:latin typeface="Red Hat Text"/>
                <a:ea typeface="Red Hat Text"/>
                <a:cs typeface="Red Hat Text"/>
                <a:sym typeface="Red Hat Text"/>
                <a:hlinkClick r:id="rId5"/>
              </a:rPr>
              <a:t>le</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b="1" lang="en" sz="1600" strike="noStrike">
                <a:solidFill>
                  <a:srgbClr val="353535"/>
                </a:solidFill>
                <a:latin typeface="Red Hat Text"/>
                <a:ea typeface="Red Hat Text"/>
                <a:cs typeface="Red Hat Text"/>
                <a:sym typeface="Red Hat Text"/>
              </a:rPr>
              <a:t>Templating engines</a:t>
            </a:r>
            <a:r>
              <a:rPr lang="en" sz="1600" strike="noStrike">
                <a:solidFill>
                  <a:srgbClr val="353535"/>
                </a:solidFill>
                <a:latin typeface="Red Hat Text"/>
                <a:ea typeface="Red Hat Text"/>
                <a:cs typeface="Red Hat Text"/>
                <a:sym typeface="Red Hat Text"/>
              </a:rPr>
              <a:t>: FreeMarker, </a:t>
            </a:r>
            <a:r>
              <a:rPr lang="en" sz="1600">
                <a:solidFill>
                  <a:srgbClr val="353535"/>
                </a:solidFill>
                <a:latin typeface="Red Hat Text"/>
                <a:ea typeface="Red Hat Text"/>
                <a:cs typeface="Red Hat Text"/>
                <a:sym typeface="Red Hat Text"/>
              </a:rPr>
              <a:t>JTE, Mustache, String Template, Thymeleaf, and Velocity</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b="1" lang="en" sz="1600" strike="noStrike">
                <a:solidFill>
                  <a:srgbClr val="353535"/>
                </a:solidFill>
                <a:latin typeface="Red Hat Text"/>
                <a:ea typeface="Red Hat Text"/>
                <a:cs typeface="Red Hat Text"/>
                <a:sym typeface="Red Hat Text"/>
              </a:rPr>
              <a:t>Scripting engines</a:t>
            </a:r>
            <a:r>
              <a:rPr lang="en" sz="1600" strike="noStrike">
                <a:solidFill>
                  <a:srgbClr val="353535"/>
                </a:solidFill>
                <a:latin typeface="Red Hat Text"/>
                <a:ea typeface="Red Hat Text"/>
                <a:cs typeface="Red Hat Text"/>
                <a:sym typeface="Red Hat Text"/>
              </a:rPr>
              <a:t>: </a:t>
            </a:r>
            <a:r>
              <a:rPr lang="en" sz="1600">
                <a:solidFill>
                  <a:srgbClr val="353535"/>
                </a:solidFill>
                <a:latin typeface="Red Hat Text"/>
                <a:ea typeface="Red Hat Text"/>
                <a:cs typeface="Red Hat Text"/>
                <a:sym typeface="Red Hat Text"/>
              </a:rPr>
              <a:t>Simple, Groovy, JavaScript, Java</a:t>
            </a:r>
            <a:endParaRPr sz="1600" strike="noStrike">
              <a:solidFill>
                <a:srgbClr val="000000"/>
              </a:solidFill>
              <a:latin typeface="Red Hat Text"/>
              <a:ea typeface="Red Hat Text"/>
              <a:cs typeface="Red Hat Text"/>
              <a:sym typeface="Red Hat Tex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9" name="Shape 5309"/>
        <p:cNvGrpSpPr/>
        <p:nvPr/>
      </p:nvGrpSpPr>
      <p:grpSpPr>
        <a:xfrm>
          <a:off x="0" y="0"/>
          <a:ext cx="0" cy="0"/>
          <a:chOff x="0" y="0"/>
          <a:chExt cx="0" cy="0"/>
        </a:xfrm>
      </p:grpSpPr>
      <p:sp>
        <p:nvSpPr>
          <p:cNvPr id="5310" name="Google Shape;5310;p407"/>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Routing Slip</a:t>
            </a:r>
            <a:endParaRPr sz="3600" strike="noStrike">
              <a:solidFill>
                <a:srgbClr val="000000"/>
              </a:solidFill>
              <a:latin typeface="Red Hat Text"/>
              <a:ea typeface="Red Hat Text"/>
              <a:cs typeface="Red Hat Text"/>
              <a:sym typeface="Red Hat Text"/>
            </a:endParaRPr>
          </a:p>
        </p:txBody>
      </p:sp>
      <p:sp>
        <p:nvSpPr>
          <p:cNvPr id="5311" name="Google Shape;5311;p407"/>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Enable messages to be routed consecutively through a series of processing steps, where  the sequence of these steps is not known at design time and can vary for each individual message</a:t>
            </a:r>
            <a:endParaRPr sz="1800" strike="noStrike">
              <a:solidFill>
                <a:srgbClr val="000000"/>
              </a:solidFill>
              <a:latin typeface="Red Hat Text"/>
              <a:ea typeface="Red Hat Text"/>
              <a:cs typeface="Red Hat Text"/>
              <a:sym typeface="Red Hat Text"/>
            </a:endParaRPr>
          </a:p>
        </p:txBody>
      </p:sp>
      <p:sp>
        <p:nvSpPr>
          <p:cNvPr id="5312" name="Google Shape;5312;p407"/>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13" name="Google Shape;5313;p407"/>
          <p:cNvPicPr preferRelativeResize="0"/>
          <p:nvPr/>
        </p:nvPicPr>
        <p:blipFill>
          <a:blip r:embed="rId3">
            <a:alphaModFix/>
          </a:blip>
          <a:stretch>
            <a:fillRect/>
          </a:stretch>
        </p:blipFill>
        <p:spPr>
          <a:xfrm>
            <a:off x="2289425" y="2371201"/>
            <a:ext cx="7613150" cy="34960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7" name="Shape 5317"/>
        <p:cNvGrpSpPr/>
        <p:nvPr/>
      </p:nvGrpSpPr>
      <p:grpSpPr>
        <a:xfrm>
          <a:off x="0" y="0"/>
          <a:ext cx="0" cy="0"/>
          <a:chOff x="0" y="0"/>
          <a:chExt cx="0" cy="0"/>
        </a:xfrm>
      </p:grpSpPr>
      <p:sp>
        <p:nvSpPr>
          <p:cNvPr id="5318" name="Google Shape;5318;p408"/>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Routing Slip</a:t>
            </a:r>
            <a:endParaRPr sz="3600" strike="noStrike">
              <a:solidFill>
                <a:srgbClr val="000000"/>
              </a:solidFill>
              <a:latin typeface="Red Hat Text"/>
              <a:ea typeface="Red Hat Text"/>
              <a:cs typeface="Red Hat Text"/>
              <a:sym typeface="Red Hat Text"/>
            </a:endParaRPr>
          </a:p>
        </p:txBody>
      </p:sp>
      <p:sp>
        <p:nvSpPr>
          <p:cNvPr id="5319" name="Google Shape;5319;p408"/>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Enable messages to be routed consecutively through a series of processing steps, where  the sequence of these steps is not known at design time and can vary for each individual message</a:t>
            </a:r>
            <a:endParaRPr sz="1800" strike="noStrike">
              <a:solidFill>
                <a:srgbClr val="000000"/>
              </a:solidFill>
              <a:latin typeface="Red Hat Text"/>
              <a:ea typeface="Red Hat Text"/>
              <a:cs typeface="Red Hat Text"/>
              <a:sym typeface="Red Hat Text"/>
            </a:endParaRPr>
          </a:p>
        </p:txBody>
      </p:sp>
      <p:sp>
        <p:nvSpPr>
          <p:cNvPr id="5320" name="Google Shape;5320;p408"/>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21" name="Google Shape;5321;p408"/>
          <p:cNvPicPr preferRelativeResize="0"/>
          <p:nvPr/>
        </p:nvPicPr>
        <p:blipFill>
          <a:blip r:embed="rId3">
            <a:alphaModFix/>
          </a:blip>
          <a:stretch>
            <a:fillRect/>
          </a:stretch>
        </p:blipFill>
        <p:spPr>
          <a:xfrm>
            <a:off x="1581025" y="2013125"/>
            <a:ext cx="9029949" cy="4764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5" name="Shape 5325"/>
        <p:cNvGrpSpPr/>
        <p:nvPr/>
      </p:nvGrpSpPr>
      <p:grpSpPr>
        <a:xfrm>
          <a:off x="0" y="0"/>
          <a:ext cx="0" cy="0"/>
          <a:chOff x="0" y="0"/>
          <a:chExt cx="0" cy="0"/>
        </a:xfrm>
      </p:grpSpPr>
      <p:sp>
        <p:nvSpPr>
          <p:cNvPr id="5326" name="Google Shape;5326;p409"/>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Dynamic Router</a:t>
            </a:r>
            <a:endParaRPr sz="3600" strike="noStrike">
              <a:solidFill>
                <a:srgbClr val="000000"/>
              </a:solidFill>
              <a:latin typeface="Red Hat Text"/>
              <a:ea typeface="Red Hat Text"/>
              <a:cs typeface="Red Hat Text"/>
              <a:sym typeface="Red Hat Text"/>
            </a:endParaRPr>
          </a:p>
        </p:txBody>
      </p:sp>
      <p:sp>
        <p:nvSpPr>
          <p:cNvPr id="5327" name="Google Shape;5327;p409"/>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Dynamic routing of messages through a sequence of processing steps, where the next step is determined at runtime based on an expression</a:t>
            </a:r>
            <a:endParaRPr sz="1800" strike="noStrike">
              <a:solidFill>
                <a:srgbClr val="000000"/>
              </a:solidFill>
              <a:latin typeface="Red Hat Text"/>
              <a:ea typeface="Red Hat Text"/>
              <a:cs typeface="Red Hat Text"/>
              <a:sym typeface="Red Hat Text"/>
            </a:endParaRPr>
          </a:p>
        </p:txBody>
      </p:sp>
      <p:sp>
        <p:nvSpPr>
          <p:cNvPr id="5328" name="Google Shape;5328;p409"/>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29" name="Google Shape;5329;p409"/>
          <p:cNvPicPr preferRelativeResize="0"/>
          <p:nvPr/>
        </p:nvPicPr>
        <p:blipFill>
          <a:blip r:embed="rId3">
            <a:alphaModFix/>
          </a:blip>
          <a:stretch>
            <a:fillRect/>
          </a:stretch>
        </p:blipFill>
        <p:spPr>
          <a:xfrm>
            <a:off x="2175400" y="2103000"/>
            <a:ext cx="7841200" cy="38571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3" name="Shape 5333"/>
        <p:cNvGrpSpPr/>
        <p:nvPr/>
      </p:nvGrpSpPr>
      <p:grpSpPr>
        <a:xfrm>
          <a:off x="0" y="0"/>
          <a:ext cx="0" cy="0"/>
          <a:chOff x="0" y="0"/>
          <a:chExt cx="0" cy="0"/>
        </a:xfrm>
      </p:grpSpPr>
      <p:sp>
        <p:nvSpPr>
          <p:cNvPr id="5334" name="Google Shape;5334;p410"/>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Content Based Routing Kafka</a:t>
            </a:r>
            <a:endParaRPr sz="3600" strike="noStrike">
              <a:solidFill>
                <a:srgbClr val="000000"/>
              </a:solidFill>
              <a:latin typeface="Red Hat Text"/>
              <a:ea typeface="Red Hat Text"/>
              <a:cs typeface="Red Hat Text"/>
              <a:sym typeface="Red Hat Text"/>
            </a:endParaRPr>
          </a:p>
        </p:txBody>
      </p:sp>
      <p:sp>
        <p:nvSpPr>
          <p:cNvPr id="5335" name="Google Shape;5335;p410"/>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Hexagonal Architecture as a Natural fit for Camel</a:t>
            </a:r>
            <a:endParaRPr sz="1800" strike="noStrike">
              <a:solidFill>
                <a:srgbClr val="000000"/>
              </a:solidFill>
              <a:latin typeface="Red Hat Text"/>
              <a:ea typeface="Red Hat Text"/>
              <a:cs typeface="Red Hat Text"/>
              <a:sym typeface="Red Hat Text"/>
            </a:endParaRPr>
          </a:p>
        </p:txBody>
      </p:sp>
      <p:sp>
        <p:nvSpPr>
          <p:cNvPr id="5336" name="Google Shape;5336;p410"/>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37" name="Google Shape;5337;p410"/>
          <p:cNvPicPr preferRelativeResize="0"/>
          <p:nvPr/>
        </p:nvPicPr>
        <p:blipFill>
          <a:blip r:embed="rId3">
            <a:alphaModFix/>
          </a:blip>
          <a:stretch>
            <a:fillRect/>
          </a:stretch>
        </p:blipFill>
        <p:spPr>
          <a:xfrm>
            <a:off x="1505424" y="2015175"/>
            <a:ext cx="9181148" cy="386135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1" name="Shape 5341"/>
        <p:cNvGrpSpPr/>
        <p:nvPr/>
      </p:nvGrpSpPr>
      <p:grpSpPr>
        <a:xfrm>
          <a:off x="0" y="0"/>
          <a:ext cx="0" cy="0"/>
          <a:chOff x="0" y="0"/>
          <a:chExt cx="0" cy="0"/>
        </a:xfrm>
      </p:grpSpPr>
      <p:sp>
        <p:nvSpPr>
          <p:cNvPr id="5342" name="Google Shape;5342;p411"/>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Recipient List</a:t>
            </a:r>
            <a:endParaRPr sz="3600" strike="noStrike">
              <a:solidFill>
                <a:srgbClr val="000000"/>
              </a:solidFill>
              <a:latin typeface="Red Hat Text"/>
              <a:ea typeface="Red Hat Text"/>
              <a:cs typeface="Red Hat Text"/>
              <a:sym typeface="Red Hat Text"/>
            </a:endParaRPr>
          </a:p>
        </p:txBody>
      </p:sp>
      <p:sp>
        <p:nvSpPr>
          <p:cNvPr id="5343" name="Google Shape;5343;p411"/>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Allow a message to be routed to a dynamically determined list of endpoints</a:t>
            </a:r>
            <a:endParaRPr sz="1800" strike="noStrike">
              <a:solidFill>
                <a:srgbClr val="000000"/>
              </a:solidFill>
              <a:latin typeface="Red Hat Text"/>
              <a:ea typeface="Red Hat Text"/>
              <a:cs typeface="Red Hat Text"/>
              <a:sym typeface="Red Hat Text"/>
            </a:endParaRPr>
          </a:p>
        </p:txBody>
      </p:sp>
      <p:sp>
        <p:nvSpPr>
          <p:cNvPr id="5344" name="Google Shape;5344;p411"/>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45" name="Google Shape;5345;p411"/>
          <p:cNvPicPr preferRelativeResize="0"/>
          <p:nvPr/>
        </p:nvPicPr>
        <p:blipFill>
          <a:blip r:embed="rId3">
            <a:alphaModFix/>
          </a:blip>
          <a:stretch>
            <a:fillRect/>
          </a:stretch>
        </p:blipFill>
        <p:spPr>
          <a:xfrm>
            <a:off x="2077925" y="2248442"/>
            <a:ext cx="8036150" cy="34266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9" name="Shape 5349"/>
        <p:cNvGrpSpPr/>
        <p:nvPr/>
      </p:nvGrpSpPr>
      <p:grpSpPr>
        <a:xfrm>
          <a:off x="0" y="0"/>
          <a:ext cx="0" cy="0"/>
          <a:chOff x="0" y="0"/>
          <a:chExt cx="0" cy="0"/>
        </a:xfrm>
      </p:grpSpPr>
      <p:sp>
        <p:nvSpPr>
          <p:cNvPr id="5350" name="Google Shape;5350;p412"/>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Aggregate</a:t>
            </a:r>
            <a:endParaRPr sz="3600" strike="noStrike">
              <a:solidFill>
                <a:srgbClr val="000000"/>
              </a:solidFill>
              <a:latin typeface="Red Hat Text"/>
              <a:ea typeface="Red Hat Text"/>
              <a:cs typeface="Red Hat Text"/>
              <a:sym typeface="Red Hat Text"/>
            </a:endParaRPr>
          </a:p>
        </p:txBody>
      </p:sp>
      <p:sp>
        <p:nvSpPr>
          <p:cNvPr id="5351" name="Google Shape;5351;p412"/>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Combine </a:t>
            </a:r>
            <a:r>
              <a:rPr lang="en" sz="1800">
                <a:solidFill>
                  <a:srgbClr val="353535"/>
                </a:solidFill>
                <a:latin typeface="Red Hat Text"/>
                <a:ea typeface="Red Hat Text"/>
                <a:cs typeface="Red Hat Text"/>
                <a:sym typeface="Red Hat Text"/>
              </a:rPr>
              <a:t>multiple</a:t>
            </a:r>
            <a:r>
              <a:rPr lang="en" sz="1800">
                <a:solidFill>
                  <a:srgbClr val="353535"/>
                </a:solidFill>
                <a:latin typeface="Red Hat Text"/>
                <a:ea typeface="Red Hat Text"/>
                <a:cs typeface="Red Hat Text"/>
                <a:sym typeface="Red Hat Text"/>
              </a:rPr>
              <a:t> related messages into a single, cohesive message</a:t>
            </a:r>
            <a:endParaRPr sz="1800" strike="noStrike">
              <a:solidFill>
                <a:srgbClr val="000000"/>
              </a:solidFill>
              <a:latin typeface="Red Hat Text"/>
              <a:ea typeface="Red Hat Text"/>
              <a:cs typeface="Red Hat Text"/>
              <a:sym typeface="Red Hat Text"/>
            </a:endParaRPr>
          </a:p>
        </p:txBody>
      </p:sp>
      <p:sp>
        <p:nvSpPr>
          <p:cNvPr id="5352" name="Google Shape;5352;p412"/>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53" name="Google Shape;5353;p412"/>
          <p:cNvPicPr preferRelativeResize="0"/>
          <p:nvPr/>
        </p:nvPicPr>
        <p:blipFill>
          <a:blip r:embed="rId3">
            <a:alphaModFix/>
          </a:blip>
          <a:stretch>
            <a:fillRect/>
          </a:stretch>
        </p:blipFill>
        <p:spPr>
          <a:xfrm>
            <a:off x="1345413" y="2790288"/>
            <a:ext cx="9501175" cy="28292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7" name="Shape 5357"/>
        <p:cNvGrpSpPr/>
        <p:nvPr/>
      </p:nvGrpSpPr>
      <p:grpSpPr>
        <a:xfrm>
          <a:off x="0" y="0"/>
          <a:ext cx="0" cy="0"/>
          <a:chOff x="0" y="0"/>
          <a:chExt cx="0" cy="0"/>
        </a:xfrm>
      </p:grpSpPr>
      <p:sp>
        <p:nvSpPr>
          <p:cNvPr id="5358" name="Google Shape;5358;p413"/>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Content Enricher, Poll Enrich and Poll</a:t>
            </a:r>
            <a:endParaRPr sz="3600" strike="noStrike">
              <a:solidFill>
                <a:srgbClr val="000000"/>
              </a:solidFill>
              <a:latin typeface="Red Hat Text"/>
              <a:ea typeface="Red Hat Text"/>
              <a:cs typeface="Red Hat Text"/>
              <a:sym typeface="Red Hat Text"/>
            </a:endParaRPr>
          </a:p>
        </p:txBody>
      </p:sp>
      <p:sp>
        <p:nvSpPr>
          <p:cNvPr id="5359" name="Google Shape;5359;p413"/>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Augment an incoming message with additional data from an external source</a:t>
            </a:r>
            <a:endParaRPr sz="1800" strike="noStrike">
              <a:solidFill>
                <a:srgbClr val="000000"/>
              </a:solidFill>
              <a:latin typeface="Red Hat Text"/>
              <a:ea typeface="Red Hat Text"/>
              <a:cs typeface="Red Hat Text"/>
              <a:sym typeface="Red Hat Text"/>
            </a:endParaRPr>
          </a:p>
        </p:txBody>
      </p:sp>
      <p:sp>
        <p:nvSpPr>
          <p:cNvPr id="5360" name="Google Shape;5360;p413"/>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61" name="Google Shape;5361;p413"/>
          <p:cNvPicPr preferRelativeResize="0"/>
          <p:nvPr/>
        </p:nvPicPr>
        <p:blipFill>
          <a:blip r:embed="rId3">
            <a:alphaModFix/>
          </a:blip>
          <a:stretch>
            <a:fillRect/>
          </a:stretch>
        </p:blipFill>
        <p:spPr>
          <a:xfrm>
            <a:off x="2319700" y="2139000"/>
            <a:ext cx="6906875" cy="35761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5" name="Shape 5365"/>
        <p:cNvGrpSpPr/>
        <p:nvPr/>
      </p:nvGrpSpPr>
      <p:grpSpPr>
        <a:xfrm>
          <a:off x="0" y="0"/>
          <a:ext cx="0" cy="0"/>
          <a:chOff x="0" y="0"/>
          <a:chExt cx="0" cy="0"/>
        </a:xfrm>
      </p:grpSpPr>
      <p:sp>
        <p:nvSpPr>
          <p:cNvPr id="5366" name="Google Shape;5366;p414"/>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Content Enricher, Poll Enrich and Poll</a:t>
            </a:r>
            <a:endParaRPr sz="3600" strike="noStrike">
              <a:solidFill>
                <a:srgbClr val="000000"/>
              </a:solidFill>
              <a:latin typeface="Red Hat Text"/>
              <a:ea typeface="Red Hat Text"/>
              <a:cs typeface="Red Hat Text"/>
              <a:sym typeface="Red Hat Text"/>
            </a:endParaRPr>
          </a:p>
        </p:txBody>
      </p:sp>
      <p:sp>
        <p:nvSpPr>
          <p:cNvPr id="5367" name="Google Shape;5367;p414"/>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Augment an incoming message with additional data from an external source</a:t>
            </a:r>
            <a:endParaRPr sz="1800" strike="noStrike">
              <a:solidFill>
                <a:srgbClr val="000000"/>
              </a:solidFill>
              <a:latin typeface="Red Hat Text"/>
              <a:ea typeface="Red Hat Text"/>
              <a:cs typeface="Red Hat Text"/>
              <a:sym typeface="Red Hat Text"/>
            </a:endParaRPr>
          </a:p>
        </p:txBody>
      </p:sp>
      <p:sp>
        <p:nvSpPr>
          <p:cNvPr id="5368" name="Google Shape;5368;p414"/>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69" name="Google Shape;5369;p414"/>
          <p:cNvPicPr preferRelativeResize="0"/>
          <p:nvPr/>
        </p:nvPicPr>
        <p:blipFill>
          <a:blip r:embed="rId3">
            <a:alphaModFix/>
          </a:blip>
          <a:stretch>
            <a:fillRect/>
          </a:stretch>
        </p:blipFill>
        <p:spPr>
          <a:xfrm>
            <a:off x="2152650" y="1919135"/>
            <a:ext cx="7886700" cy="1495425"/>
          </a:xfrm>
          <a:prstGeom prst="rect">
            <a:avLst/>
          </a:prstGeom>
          <a:noFill/>
          <a:ln>
            <a:noFill/>
          </a:ln>
        </p:spPr>
      </p:pic>
      <p:sp>
        <p:nvSpPr>
          <p:cNvPr id="5370" name="Google Shape;5370;p414"/>
          <p:cNvSpPr txBox="1"/>
          <p:nvPr/>
        </p:nvSpPr>
        <p:spPr>
          <a:xfrm>
            <a:off x="857250" y="3558400"/>
            <a:ext cx="10659000" cy="26688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Font typeface="Red Hat Text"/>
              <a:buChar char="●"/>
            </a:pPr>
            <a:r>
              <a:rPr lang="en">
                <a:solidFill>
                  <a:srgbClr val="188038"/>
                </a:solidFill>
                <a:latin typeface="Red Hat Text"/>
                <a:ea typeface="Red Hat Text"/>
                <a:cs typeface="Red Hat Text"/>
                <a:sym typeface="Red Hat Text"/>
              </a:rPr>
              <a:t>enrich</a:t>
            </a:r>
            <a:r>
              <a:rPr lang="en">
                <a:solidFill>
                  <a:schemeClr val="dk1"/>
                </a:solidFill>
                <a:latin typeface="Red Hat Text"/>
                <a:ea typeface="Red Hat Text"/>
                <a:cs typeface="Red Hat Text"/>
                <a:sym typeface="Red Hat Text"/>
              </a:rPr>
              <a:t> EIP:</a:t>
            </a:r>
            <a:br>
              <a:rPr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 This is the most common way to implement the Content Enricher. It uses a Producer to obtain the data, typically for request-reply messaging (e.g., invoking a web service).</a:t>
            </a:r>
            <a:endParaRPr>
              <a:solidFill>
                <a:schemeClr val="dk1"/>
              </a:solidFill>
              <a:latin typeface="Red Hat Text"/>
              <a:ea typeface="Red Hat Text"/>
              <a:cs typeface="Red Hat Text"/>
              <a:sym typeface="Red Hat Text"/>
            </a:endParaRPr>
          </a:p>
          <a:p>
            <a:pPr indent="-317500" lvl="0" marL="457200" rtl="0" algn="l">
              <a:lnSpc>
                <a:spcPct val="150000"/>
              </a:lnSpc>
              <a:spcBef>
                <a:spcPts val="0"/>
              </a:spcBef>
              <a:spcAft>
                <a:spcPts val="0"/>
              </a:spcAft>
              <a:buSzPts val="1400"/>
              <a:buFont typeface="Red Hat Text"/>
              <a:buChar char="●"/>
            </a:pPr>
            <a:r>
              <a:rPr lang="en">
                <a:solidFill>
                  <a:srgbClr val="188038"/>
                </a:solidFill>
                <a:latin typeface="Red Hat Text"/>
                <a:ea typeface="Red Hat Text"/>
                <a:cs typeface="Red Hat Text"/>
                <a:sym typeface="Red Hat Text"/>
              </a:rPr>
              <a:t>pollEnrich</a:t>
            </a:r>
            <a:r>
              <a:rPr lang="en">
                <a:solidFill>
                  <a:schemeClr val="dk1"/>
                </a:solidFill>
                <a:latin typeface="Red Hat Text"/>
                <a:ea typeface="Red Hat Text"/>
                <a:cs typeface="Red Hat Text"/>
                <a:sym typeface="Red Hat Text"/>
              </a:rPr>
              <a:t> EIP:</a:t>
            </a:r>
            <a:br>
              <a:rPr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 This variant uses a Polling Consumer to obtain the additional data, often used for event message messaging (e.g., reading a file, downloading via FTP).</a:t>
            </a:r>
            <a:endParaRPr>
              <a:solidFill>
                <a:schemeClr val="dk1"/>
              </a:solidFill>
              <a:latin typeface="Red Hat Text"/>
              <a:ea typeface="Red Hat Text"/>
              <a:cs typeface="Red Hat Text"/>
              <a:sym typeface="Red Hat Text"/>
            </a:endParaRPr>
          </a:p>
          <a:p>
            <a:pPr indent="-317500" lvl="0" marL="457200" rtl="0" algn="l">
              <a:lnSpc>
                <a:spcPct val="150000"/>
              </a:lnSpc>
              <a:spcBef>
                <a:spcPts val="0"/>
              </a:spcBef>
              <a:spcAft>
                <a:spcPts val="0"/>
              </a:spcAft>
              <a:buSzPts val="1400"/>
              <a:buFont typeface="Red Hat Text"/>
              <a:buChar char="●"/>
            </a:pPr>
            <a:r>
              <a:rPr lang="en">
                <a:solidFill>
                  <a:srgbClr val="188038"/>
                </a:solidFill>
                <a:latin typeface="Red Hat Text"/>
                <a:ea typeface="Red Hat Text"/>
                <a:cs typeface="Red Hat Text"/>
                <a:sym typeface="Red Hat Text"/>
              </a:rPr>
              <a:t>AggregationStrategy</a:t>
            </a:r>
            <a:r>
              <a:rPr lang="en">
                <a:solidFill>
                  <a:schemeClr val="dk1"/>
                </a:solidFill>
                <a:latin typeface="Red Hat Text"/>
                <a:ea typeface="Red Hat Text"/>
                <a:cs typeface="Red Hat Text"/>
                <a:sym typeface="Red Hat Text"/>
              </a:rPr>
              <a:t>:</a:t>
            </a:r>
            <a:br>
              <a:rPr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 This is a crucial interface you implement to define the logic for combining the original exchange and the resource exchange. You specify how the data from both sources should be merged into a single, enriched message body or headers.</a:t>
            </a:r>
            <a:endParaRPr>
              <a:solidFill>
                <a:schemeClr val="dk1"/>
              </a:solidFill>
              <a:latin typeface="Red Hat Text"/>
              <a:ea typeface="Red Hat Text"/>
              <a:cs typeface="Red Hat Text"/>
              <a:sym typeface="Red Hat Text"/>
            </a:endParaRPr>
          </a:p>
          <a:p>
            <a:pPr indent="0" lvl="0" marL="0" rtl="0" algn="l">
              <a:spcBef>
                <a:spcPts val="0"/>
              </a:spcBef>
              <a:spcAft>
                <a:spcPts val="0"/>
              </a:spcAft>
              <a:buNone/>
            </a:pPr>
            <a:r>
              <a:t/>
            </a:r>
            <a:endParaRPr sz="1600">
              <a:latin typeface="Red Hat Text"/>
              <a:ea typeface="Red Hat Text"/>
              <a:cs typeface="Red Hat Text"/>
              <a:sym typeface="Red Hat Tex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4" name="Shape 5374"/>
        <p:cNvGrpSpPr/>
        <p:nvPr/>
      </p:nvGrpSpPr>
      <p:grpSpPr>
        <a:xfrm>
          <a:off x="0" y="0"/>
          <a:ext cx="0" cy="0"/>
          <a:chOff x="0" y="0"/>
          <a:chExt cx="0" cy="0"/>
        </a:xfrm>
      </p:grpSpPr>
      <p:sp>
        <p:nvSpPr>
          <p:cNvPr id="5375" name="Google Shape;5375;p415"/>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Claim Check</a:t>
            </a:r>
            <a:endParaRPr sz="3600" strike="noStrike">
              <a:solidFill>
                <a:srgbClr val="000000"/>
              </a:solidFill>
              <a:latin typeface="Red Hat Text"/>
              <a:ea typeface="Red Hat Text"/>
              <a:cs typeface="Red Hat Text"/>
              <a:sym typeface="Red Hat Text"/>
            </a:endParaRPr>
          </a:p>
        </p:txBody>
      </p:sp>
      <p:sp>
        <p:nvSpPr>
          <p:cNvPr id="5376" name="Google Shape;5376;p415"/>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Replace large message content with a unique identifier (the “claim check” or “key”)</a:t>
            </a:r>
            <a:endParaRPr sz="1800" strike="noStrike">
              <a:solidFill>
                <a:srgbClr val="000000"/>
              </a:solidFill>
              <a:latin typeface="Red Hat Text"/>
              <a:ea typeface="Red Hat Text"/>
              <a:cs typeface="Red Hat Text"/>
              <a:sym typeface="Red Hat Text"/>
            </a:endParaRPr>
          </a:p>
        </p:txBody>
      </p:sp>
      <p:sp>
        <p:nvSpPr>
          <p:cNvPr id="5377" name="Google Shape;5377;p415"/>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78" name="Google Shape;5378;p415"/>
          <p:cNvPicPr preferRelativeResize="0"/>
          <p:nvPr/>
        </p:nvPicPr>
        <p:blipFill>
          <a:blip r:embed="rId3">
            <a:alphaModFix/>
          </a:blip>
          <a:stretch>
            <a:fillRect/>
          </a:stretch>
        </p:blipFill>
        <p:spPr>
          <a:xfrm>
            <a:off x="1405950" y="2200918"/>
            <a:ext cx="9380100" cy="36198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2" name="Shape 5382"/>
        <p:cNvGrpSpPr/>
        <p:nvPr/>
      </p:nvGrpSpPr>
      <p:grpSpPr>
        <a:xfrm>
          <a:off x="0" y="0"/>
          <a:ext cx="0" cy="0"/>
          <a:chOff x="0" y="0"/>
          <a:chExt cx="0" cy="0"/>
        </a:xfrm>
      </p:grpSpPr>
      <p:sp>
        <p:nvSpPr>
          <p:cNvPr id="5383" name="Google Shape;5383;p416"/>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Normalizer</a:t>
            </a:r>
            <a:endParaRPr sz="3600" strike="noStrike">
              <a:solidFill>
                <a:srgbClr val="000000"/>
              </a:solidFill>
              <a:latin typeface="Red Hat Text"/>
              <a:ea typeface="Red Hat Text"/>
              <a:cs typeface="Red Hat Text"/>
              <a:sym typeface="Red Hat Text"/>
            </a:endParaRPr>
          </a:p>
        </p:txBody>
      </p:sp>
      <p:sp>
        <p:nvSpPr>
          <p:cNvPr id="5384" name="Google Shape;5384;p416"/>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Take incoming messages that represent the same data but in different formats and transform them into a common, standardized format</a:t>
            </a:r>
            <a:endParaRPr sz="1800" strike="noStrike">
              <a:solidFill>
                <a:srgbClr val="000000"/>
              </a:solidFill>
              <a:latin typeface="Red Hat Text"/>
              <a:ea typeface="Red Hat Text"/>
              <a:cs typeface="Red Hat Text"/>
              <a:sym typeface="Red Hat Text"/>
            </a:endParaRPr>
          </a:p>
        </p:txBody>
      </p:sp>
      <p:sp>
        <p:nvSpPr>
          <p:cNvPr id="5385" name="Google Shape;5385;p416"/>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86" name="Google Shape;5386;p416"/>
          <p:cNvPicPr preferRelativeResize="0"/>
          <p:nvPr/>
        </p:nvPicPr>
        <p:blipFill>
          <a:blip r:embed="rId3">
            <a:alphaModFix/>
          </a:blip>
          <a:stretch>
            <a:fillRect/>
          </a:stretch>
        </p:blipFill>
        <p:spPr>
          <a:xfrm>
            <a:off x="1164150" y="2102994"/>
            <a:ext cx="9863701" cy="37339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0" name="Shape 5390"/>
        <p:cNvGrpSpPr/>
        <p:nvPr/>
      </p:nvGrpSpPr>
      <p:grpSpPr>
        <a:xfrm>
          <a:off x="0" y="0"/>
          <a:ext cx="0" cy="0"/>
          <a:chOff x="0" y="0"/>
          <a:chExt cx="0" cy="0"/>
        </a:xfrm>
      </p:grpSpPr>
      <p:sp>
        <p:nvSpPr>
          <p:cNvPr id="5391" name="Google Shape;5391;p417"/>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Composed Message Processor</a:t>
            </a:r>
            <a:endParaRPr sz="3600" strike="noStrike">
              <a:solidFill>
                <a:srgbClr val="000000"/>
              </a:solidFill>
              <a:latin typeface="Red Hat Text"/>
              <a:ea typeface="Red Hat Text"/>
              <a:cs typeface="Red Hat Text"/>
              <a:sym typeface="Red Hat Text"/>
            </a:endParaRPr>
          </a:p>
        </p:txBody>
      </p:sp>
      <p:sp>
        <p:nvSpPr>
          <p:cNvPr id="5392" name="Google Shape;5392;p417"/>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Handle messages that are composed of multiple sub-messages</a:t>
            </a:r>
            <a:endParaRPr sz="1800" strike="noStrike">
              <a:solidFill>
                <a:srgbClr val="000000"/>
              </a:solidFill>
              <a:latin typeface="Red Hat Text"/>
              <a:ea typeface="Red Hat Text"/>
              <a:cs typeface="Red Hat Text"/>
              <a:sym typeface="Red Hat Text"/>
            </a:endParaRPr>
          </a:p>
        </p:txBody>
      </p:sp>
      <p:sp>
        <p:nvSpPr>
          <p:cNvPr id="5393" name="Google Shape;5393;p417"/>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94" name="Google Shape;5394;p417"/>
          <p:cNvPicPr preferRelativeResize="0"/>
          <p:nvPr/>
        </p:nvPicPr>
        <p:blipFill>
          <a:blip r:embed="rId3">
            <a:alphaModFix/>
          </a:blip>
          <a:stretch>
            <a:fillRect/>
          </a:stretch>
        </p:blipFill>
        <p:spPr>
          <a:xfrm>
            <a:off x="1230900" y="2241918"/>
            <a:ext cx="9730200" cy="35324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8" name="Shape 5398"/>
        <p:cNvGrpSpPr/>
        <p:nvPr/>
      </p:nvGrpSpPr>
      <p:grpSpPr>
        <a:xfrm>
          <a:off x="0" y="0"/>
          <a:ext cx="0" cy="0"/>
          <a:chOff x="0" y="0"/>
          <a:chExt cx="0" cy="0"/>
        </a:xfrm>
      </p:grpSpPr>
      <p:sp>
        <p:nvSpPr>
          <p:cNvPr id="5399" name="Google Shape;5399;p418"/>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Scatter-Gather</a:t>
            </a:r>
            <a:endParaRPr sz="3600" strike="noStrike">
              <a:solidFill>
                <a:srgbClr val="000000"/>
              </a:solidFill>
              <a:latin typeface="Red Hat Text"/>
              <a:ea typeface="Red Hat Text"/>
              <a:cs typeface="Red Hat Text"/>
              <a:sym typeface="Red Hat Text"/>
            </a:endParaRPr>
          </a:p>
        </p:txBody>
      </p:sp>
      <p:sp>
        <p:nvSpPr>
          <p:cNvPr id="5400" name="Google Shape;5400;p418"/>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Send a message to multiple recipients and then re-aggregate their responses into a single message</a:t>
            </a:r>
            <a:endParaRPr sz="1800" strike="noStrike">
              <a:solidFill>
                <a:srgbClr val="000000"/>
              </a:solidFill>
              <a:latin typeface="Red Hat Text"/>
              <a:ea typeface="Red Hat Text"/>
              <a:cs typeface="Red Hat Text"/>
              <a:sym typeface="Red Hat Text"/>
            </a:endParaRPr>
          </a:p>
        </p:txBody>
      </p:sp>
      <p:sp>
        <p:nvSpPr>
          <p:cNvPr id="5401" name="Google Shape;5401;p418"/>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02" name="Google Shape;5402;p418"/>
          <p:cNvPicPr preferRelativeResize="0"/>
          <p:nvPr/>
        </p:nvPicPr>
        <p:blipFill>
          <a:blip r:embed="rId3">
            <a:alphaModFix/>
          </a:blip>
          <a:stretch>
            <a:fillRect/>
          </a:stretch>
        </p:blipFill>
        <p:spPr>
          <a:xfrm>
            <a:off x="2475000" y="2031700"/>
            <a:ext cx="7242000" cy="43413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6" name="Shape 5406"/>
        <p:cNvGrpSpPr/>
        <p:nvPr/>
      </p:nvGrpSpPr>
      <p:grpSpPr>
        <a:xfrm>
          <a:off x="0" y="0"/>
          <a:ext cx="0" cy="0"/>
          <a:chOff x="0" y="0"/>
          <a:chExt cx="0" cy="0"/>
        </a:xfrm>
      </p:grpSpPr>
      <p:sp>
        <p:nvSpPr>
          <p:cNvPr id="5407" name="Google Shape;5407;p419"/>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Selective Consumer</a:t>
            </a:r>
            <a:endParaRPr sz="3600" strike="noStrike">
              <a:solidFill>
                <a:srgbClr val="000000"/>
              </a:solidFill>
              <a:latin typeface="Red Hat Text"/>
              <a:ea typeface="Red Hat Text"/>
              <a:cs typeface="Red Hat Text"/>
              <a:sym typeface="Red Hat Text"/>
            </a:endParaRPr>
          </a:p>
        </p:txBody>
      </p:sp>
      <p:sp>
        <p:nvSpPr>
          <p:cNvPr id="5408" name="Google Shape;5408;p419"/>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Filter messages before a consumer processes them</a:t>
            </a:r>
            <a:endParaRPr sz="1800" strike="noStrike">
              <a:solidFill>
                <a:srgbClr val="000000"/>
              </a:solidFill>
              <a:latin typeface="Red Hat Text"/>
              <a:ea typeface="Red Hat Text"/>
              <a:cs typeface="Red Hat Text"/>
              <a:sym typeface="Red Hat Text"/>
            </a:endParaRPr>
          </a:p>
        </p:txBody>
      </p:sp>
      <p:sp>
        <p:nvSpPr>
          <p:cNvPr id="5409" name="Google Shape;5409;p419"/>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10" name="Google Shape;5410;p419"/>
          <p:cNvPicPr preferRelativeResize="0"/>
          <p:nvPr/>
        </p:nvPicPr>
        <p:blipFill>
          <a:blip r:embed="rId3">
            <a:alphaModFix/>
          </a:blip>
          <a:stretch>
            <a:fillRect/>
          </a:stretch>
        </p:blipFill>
        <p:spPr>
          <a:xfrm>
            <a:off x="1441350" y="2759314"/>
            <a:ext cx="9309300" cy="2613137"/>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4" name="Shape 5414"/>
        <p:cNvGrpSpPr/>
        <p:nvPr/>
      </p:nvGrpSpPr>
      <p:grpSpPr>
        <a:xfrm>
          <a:off x="0" y="0"/>
          <a:ext cx="0" cy="0"/>
          <a:chOff x="0" y="0"/>
          <a:chExt cx="0" cy="0"/>
        </a:xfrm>
      </p:grpSpPr>
      <p:sp>
        <p:nvSpPr>
          <p:cNvPr id="5415" name="Google Shape;5415;p420"/>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Resequence</a:t>
            </a:r>
            <a:endParaRPr sz="3600" strike="noStrike">
              <a:solidFill>
                <a:srgbClr val="000000"/>
              </a:solidFill>
              <a:latin typeface="Red Hat Text"/>
              <a:ea typeface="Red Hat Text"/>
              <a:cs typeface="Red Hat Text"/>
              <a:sym typeface="Red Hat Text"/>
            </a:endParaRPr>
          </a:p>
        </p:txBody>
      </p:sp>
      <p:sp>
        <p:nvSpPr>
          <p:cNvPr id="5416" name="Google Shape;5416;p420"/>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Collect messages from an input channel and reorder them based on a defined criterion</a:t>
            </a:r>
            <a:endParaRPr sz="1800" strike="noStrike">
              <a:solidFill>
                <a:srgbClr val="000000"/>
              </a:solidFill>
              <a:latin typeface="Red Hat Text"/>
              <a:ea typeface="Red Hat Text"/>
              <a:cs typeface="Red Hat Text"/>
              <a:sym typeface="Red Hat Text"/>
            </a:endParaRPr>
          </a:p>
        </p:txBody>
      </p:sp>
      <p:sp>
        <p:nvSpPr>
          <p:cNvPr id="5417" name="Google Shape;5417;p420"/>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18" name="Google Shape;5418;p420"/>
          <p:cNvPicPr preferRelativeResize="0"/>
          <p:nvPr/>
        </p:nvPicPr>
        <p:blipFill>
          <a:blip r:embed="rId3">
            <a:alphaModFix/>
          </a:blip>
          <a:stretch>
            <a:fillRect/>
          </a:stretch>
        </p:blipFill>
        <p:spPr>
          <a:xfrm>
            <a:off x="1600637" y="2465176"/>
            <a:ext cx="8990725" cy="23648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2" name="Shape 5422"/>
        <p:cNvGrpSpPr/>
        <p:nvPr/>
      </p:nvGrpSpPr>
      <p:grpSpPr>
        <a:xfrm>
          <a:off x="0" y="0"/>
          <a:ext cx="0" cy="0"/>
          <a:chOff x="0" y="0"/>
          <a:chExt cx="0" cy="0"/>
        </a:xfrm>
      </p:grpSpPr>
      <p:sp>
        <p:nvSpPr>
          <p:cNvPr id="5423" name="Google Shape;5423;p421"/>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a:latin typeface="Red Hat Text"/>
                <a:ea typeface="Red Hat Text"/>
                <a:cs typeface="Red Hat Text"/>
                <a:sym typeface="Red Hat Text"/>
              </a:rPr>
              <a:t>Resequence</a:t>
            </a:r>
            <a:endParaRPr sz="3600" strike="noStrike">
              <a:solidFill>
                <a:srgbClr val="000000"/>
              </a:solidFill>
              <a:latin typeface="Red Hat Text"/>
              <a:ea typeface="Red Hat Text"/>
              <a:cs typeface="Red Hat Text"/>
              <a:sym typeface="Red Hat Text"/>
            </a:endParaRPr>
          </a:p>
        </p:txBody>
      </p:sp>
      <p:sp>
        <p:nvSpPr>
          <p:cNvPr id="5424" name="Google Shape;5424;p421"/>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Collect messages from an input channel and reorder them based on a defined criterion</a:t>
            </a:r>
            <a:endParaRPr sz="1800" strike="noStrike">
              <a:solidFill>
                <a:srgbClr val="000000"/>
              </a:solidFill>
              <a:latin typeface="Red Hat Text"/>
              <a:ea typeface="Red Hat Text"/>
              <a:cs typeface="Red Hat Text"/>
              <a:sym typeface="Red Hat Text"/>
            </a:endParaRPr>
          </a:p>
        </p:txBody>
      </p:sp>
      <p:sp>
        <p:nvSpPr>
          <p:cNvPr id="5425" name="Google Shape;5425;p421"/>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421"/>
          <p:cNvSpPr txBox="1"/>
          <p:nvPr/>
        </p:nvSpPr>
        <p:spPr>
          <a:xfrm>
            <a:off x="914400" y="2248250"/>
            <a:ext cx="34776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ed Hat Text"/>
                <a:ea typeface="Red Hat Text"/>
                <a:cs typeface="Red Hat Text"/>
                <a:sym typeface="Red Hat Text"/>
              </a:rPr>
              <a:t>Batch Resequencing </a:t>
            </a:r>
            <a:endParaRPr sz="1600">
              <a:latin typeface="Red Hat Text"/>
              <a:ea typeface="Red Hat Text"/>
              <a:cs typeface="Red Hat Text"/>
              <a:sym typeface="Red Hat Text"/>
            </a:endParaRPr>
          </a:p>
        </p:txBody>
      </p:sp>
      <p:sp>
        <p:nvSpPr>
          <p:cNvPr id="5427" name="Google Shape;5427;p421"/>
          <p:cNvSpPr txBox="1"/>
          <p:nvPr/>
        </p:nvSpPr>
        <p:spPr>
          <a:xfrm>
            <a:off x="6699700" y="2248250"/>
            <a:ext cx="3477600" cy="42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Red Hat Text"/>
                <a:ea typeface="Red Hat Text"/>
                <a:cs typeface="Red Hat Text"/>
                <a:sym typeface="Red Hat Text"/>
              </a:rPr>
              <a:t>Stream Resequencing</a:t>
            </a:r>
            <a:endParaRPr sz="1600">
              <a:latin typeface="Red Hat Text"/>
              <a:ea typeface="Red Hat Text"/>
              <a:cs typeface="Red Hat Text"/>
              <a:sym typeface="Red Hat Text"/>
            </a:endParaRPr>
          </a:p>
        </p:txBody>
      </p:sp>
      <p:pic>
        <p:nvPicPr>
          <p:cNvPr id="5428" name="Google Shape;5428;p421"/>
          <p:cNvPicPr preferRelativeResize="0"/>
          <p:nvPr/>
        </p:nvPicPr>
        <p:blipFill>
          <a:blip r:embed="rId3">
            <a:alphaModFix/>
          </a:blip>
          <a:stretch>
            <a:fillRect/>
          </a:stretch>
        </p:blipFill>
        <p:spPr>
          <a:xfrm>
            <a:off x="979100" y="2675450"/>
            <a:ext cx="5451749" cy="695400"/>
          </a:xfrm>
          <a:prstGeom prst="rect">
            <a:avLst/>
          </a:prstGeom>
          <a:noFill/>
          <a:ln>
            <a:noFill/>
          </a:ln>
        </p:spPr>
      </p:pic>
      <p:pic>
        <p:nvPicPr>
          <p:cNvPr id="5429" name="Google Shape;5429;p421"/>
          <p:cNvPicPr preferRelativeResize="0"/>
          <p:nvPr/>
        </p:nvPicPr>
        <p:blipFill>
          <a:blip r:embed="rId4">
            <a:alphaModFix/>
          </a:blip>
          <a:stretch>
            <a:fillRect/>
          </a:stretch>
        </p:blipFill>
        <p:spPr>
          <a:xfrm>
            <a:off x="6699700" y="2675450"/>
            <a:ext cx="5451751" cy="863550"/>
          </a:xfrm>
          <a:prstGeom prst="rect">
            <a:avLst/>
          </a:prstGeom>
          <a:noFill/>
          <a:ln>
            <a:noFill/>
          </a:ln>
        </p:spPr>
      </p:pic>
      <p:sp>
        <p:nvSpPr>
          <p:cNvPr id="5430" name="Google Shape;5430;p421"/>
          <p:cNvSpPr txBox="1"/>
          <p:nvPr/>
        </p:nvSpPr>
        <p:spPr>
          <a:xfrm>
            <a:off x="808725" y="3452000"/>
            <a:ext cx="5557800" cy="2856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Red Hat Text"/>
              <a:buChar char="●"/>
            </a:pPr>
            <a:r>
              <a:rPr lang="en" sz="1600">
                <a:latin typeface="Red Hat Text"/>
                <a:ea typeface="Red Hat Text"/>
                <a:cs typeface="Red Hat Text"/>
                <a:sym typeface="Red Hat Text"/>
              </a:rPr>
              <a:t>Messages are collected into a batch, either by reaching a maximum number of messages or by a timeout period.</a:t>
            </a:r>
            <a:endParaRPr sz="1600">
              <a:latin typeface="Red Hat Text"/>
              <a:ea typeface="Red Hat Text"/>
              <a:cs typeface="Red Hat Text"/>
              <a:sym typeface="Red Hat Text"/>
            </a:endParaRPr>
          </a:p>
          <a:p>
            <a:pPr indent="-330200" lvl="0" marL="457200" rtl="0" algn="l">
              <a:lnSpc>
                <a:spcPct val="115000"/>
              </a:lnSpc>
              <a:spcBef>
                <a:spcPts val="0"/>
              </a:spcBef>
              <a:spcAft>
                <a:spcPts val="0"/>
              </a:spcAft>
              <a:buSzPts val="1600"/>
              <a:buFont typeface="Red Hat Text"/>
              <a:buChar char="●"/>
            </a:pPr>
            <a:r>
              <a:rPr lang="en" sz="1600">
                <a:latin typeface="Red Hat Text"/>
                <a:ea typeface="Red Hat Text"/>
                <a:cs typeface="Red Hat Text"/>
                <a:sym typeface="Red Hat Text"/>
              </a:rPr>
              <a:t>Once a batch is formed, the messages within that batch are sorted according to the resequencing expression and then delivered.</a:t>
            </a:r>
            <a:endParaRPr sz="1600">
              <a:latin typeface="Red Hat Text"/>
              <a:ea typeface="Red Hat Text"/>
              <a:cs typeface="Red Hat Text"/>
              <a:sym typeface="Red Hat Text"/>
            </a:endParaRPr>
          </a:p>
          <a:p>
            <a:pPr indent="-330200" lvl="0" marL="457200" rtl="0" algn="l">
              <a:lnSpc>
                <a:spcPct val="115000"/>
              </a:lnSpc>
              <a:spcBef>
                <a:spcPts val="0"/>
              </a:spcBef>
              <a:spcAft>
                <a:spcPts val="0"/>
              </a:spcAft>
              <a:buSzPts val="1600"/>
              <a:buFont typeface="Red Hat Text"/>
              <a:buChar char="●"/>
            </a:pPr>
            <a:r>
              <a:rPr lang="en" sz="1600">
                <a:latin typeface="Red Hat Text"/>
                <a:ea typeface="Red Hat Text"/>
                <a:cs typeface="Red Hat Text"/>
                <a:sym typeface="Red Hat Text"/>
              </a:rPr>
              <a:t>This mode is suitable when a complete set of messages needs to be available before resequencing and processing can begin.</a:t>
            </a:r>
            <a:endParaRPr sz="1600">
              <a:latin typeface="Red Hat Text"/>
              <a:ea typeface="Red Hat Text"/>
              <a:cs typeface="Red Hat Text"/>
              <a:sym typeface="Red Hat Text"/>
            </a:endParaRPr>
          </a:p>
          <a:p>
            <a:pPr indent="0" lvl="0" marL="0" rtl="0" algn="l">
              <a:lnSpc>
                <a:spcPct val="115000"/>
              </a:lnSpc>
              <a:spcBef>
                <a:spcPts val="0"/>
              </a:spcBef>
              <a:spcAft>
                <a:spcPts val="0"/>
              </a:spcAft>
              <a:buNone/>
            </a:pPr>
            <a:r>
              <a:t/>
            </a:r>
            <a:endParaRPr sz="1600">
              <a:latin typeface="Red Hat Text"/>
              <a:ea typeface="Red Hat Text"/>
              <a:cs typeface="Red Hat Text"/>
              <a:sym typeface="Red Hat Text"/>
            </a:endParaRPr>
          </a:p>
        </p:txBody>
      </p:sp>
      <p:sp>
        <p:nvSpPr>
          <p:cNvPr id="5431" name="Google Shape;5431;p421"/>
          <p:cNvSpPr txBox="1"/>
          <p:nvPr/>
        </p:nvSpPr>
        <p:spPr>
          <a:xfrm>
            <a:off x="6518325" y="3452000"/>
            <a:ext cx="5289300" cy="2678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Font typeface="Red Hat Text"/>
              <a:buChar char="●"/>
            </a:pPr>
            <a:r>
              <a:rPr lang="en" sz="1600">
                <a:latin typeface="Red Hat Text"/>
                <a:ea typeface="Red Hat Text"/>
                <a:cs typeface="Red Hat Text"/>
                <a:sym typeface="Red Hat Text"/>
              </a:rPr>
              <a:t>Messages are delivered as soon as possible, as long as the next expected sequence number arrives.</a:t>
            </a:r>
            <a:endParaRPr sz="1600">
              <a:latin typeface="Red Hat Text"/>
              <a:ea typeface="Red Hat Text"/>
              <a:cs typeface="Red Hat Text"/>
              <a:sym typeface="Red Hat Text"/>
            </a:endParaRPr>
          </a:p>
          <a:p>
            <a:pPr indent="-330200" lvl="0" marL="457200" rtl="0" algn="l">
              <a:lnSpc>
                <a:spcPct val="115000"/>
              </a:lnSpc>
              <a:spcBef>
                <a:spcPts val="0"/>
              </a:spcBef>
              <a:spcAft>
                <a:spcPts val="0"/>
              </a:spcAft>
              <a:buSzPts val="1600"/>
              <a:buFont typeface="Red Hat Text"/>
              <a:buChar char="●"/>
            </a:pPr>
            <a:r>
              <a:rPr lang="en" sz="1600">
                <a:latin typeface="Red Hat Text"/>
                <a:ea typeface="Red Hat Text"/>
                <a:cs typeface="Red Hat Text"/>
                <a:sym typeface="Red Hat Text"/>
              </a:rPr>
              <a:t>This mode is designed for scenarios where messages can be reordered based on simple, sequential values (e.g., integers like 1, 2, 3...).</a:t>
            </a:r>
            <a:endParaRPr sz="1600">
              <a:latin typeface="Red Hat Text"/>
              <a:ea typeface="Red Hat Text"/>
              <a:cs typeface="Red Hat Text"/>
              <a:sym typeface="Red Hat Text"/>
            </a:endParaRPr>
          </a:p>
          <a:p>
            <a:pPr indent="-330200" lvl="0" marL="457200" rtl="0" algn="l">
              <a:lnSpc>
                <a:spcPct val="115000"/>
              </a:lnSpc>
              <a:spcBef>
                <a:spcPts val="0"/>
              </a:spcBef>
              <a:spcAft>
                <a:spcPts val="0"/>
              </a:spcAft>
              <a:buSzPts val="1600"/>
              <a:buFont typeface="Red Hat Text"/>
              <a:buChar char="●"/>
            </a:pPr>
            <a:r>
              <a:rPr lang="en" sz="1600">
                <a:latin typeface="Red Hat Text"/>
                <a:ea typeface="Red Hat Text"/>
                <a:cs typeface="Red Hat Text"/>
                <a:sym typeface="Red Hat Text"/>
              </a:rPr>
              <a:t>It aims to minimize latency by delivering messages as soon as their correct position in the sequence is determined.</a:t>
            </a:r>
            <a:endParaRPr sz="1600">
              <a:latin typeface="Red Hat Text"/>
              <a:ea typeface="Red Hat Text"/>
              <a:cs typeface="Red Hat Text"/>
              <a:sym typeface="Red Hat Text"/>
            </a:endParaRPr>
          </a:p>
          <a:p>
            <a:pPr indent="0" lvl="0" marL="0" rtl="0" algn="l">
              <a:lnSpc>
                <a:spcPct val="115000"/>
              </a:lnSpc>
              <a:spcBef>
                <a:spcPts val="0"/>
              </a:spcBef>
              <a:spcAft>
                <a:spcPts val="0"/>
              </a:spcAft>
              <a:buNone/>
            </a:pPr>
            <a:r>
              <a:t/>
            </a:r>
            <a:endParaRPr sz="1600">
              <a:latin typeface="Red Hat Text"/>
              <a:ea typeface="Red Hat Text"/>
              <a:cs typeface="Red Hat Text"/>
              <a:sym typeface="Red Hat Tex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5" name="Shape 5435"/>
        <p:cNvGrpSpPr/>
        <p:nvPr/>
      </p:nvGrpSpPr>
      <p:grpSpPr>
        <a:xfrm>
          <a:off x="0" y="0"/>
          <a:ext cx="0" cy="0"/>
          <a:chOff x="0" y="0"/>
          <a:chExt cx="0" cy="0"/>
        </a:xfrm>
      </p:grpSpPr>
      <p:sp>
        <p:nvSpPr>
          <p:cNvPr id="5436" name="Google Shape;5436;p422"/>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Unhappy Path Scenarios</a:t>
            </a:r>
            <a:endParaRPr sz="3600" strike="noStrike">
              <a:solidFill>
                <a:srgbClr val="000000"/>
              </a:solidFill>
              <a:latin typeface="Red Hat Text"/>
              <a:ea typeface="Red Hat Text"/>
              <a:cs typeface="Red Hat Text"/>
              <a:sym typeface="Red Hat Text"/>
            </a:endParaRPr>
          </a:p>
        </p:txBody>
      </p:sp>
      <p:sp>
        <p:nvSpPr>
          <p:cNvPr id="5437" name="Google Shape;5437;p422"/>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Happy paths are the easy ones. More work is required for designing and implementing the unhappy paths. </a:t>
            </a:r>
            <a:endParaRPr sz="1800" strike="noStrike">
              <a:solidFill>
                <a:srgbClr val="000000"/>
              </a:solidFill>
              <a:latin typeface="Red Hat Text"/>
              <a:ea typeface="Red Hat Text"/>
              <a:cs typeface="Red Hat Text"/>
              <a:sym typeface="Red Hat Text"/>
            </a:endParaRPr>
          </a:p>
        </p:txBody>
      </p:sp>
      <p:sp>
        <p:nvSpPr>
          <p:cNvPr id="5438" name="Google Shape;5438;p422"/>
          <p:cNvSpPr txBox="1"/>
          <p:nvPr/>
        </p:nvSpPr>
        <p:spPr>
          <a:xfrm>
            <a:off x="914400" y="2377440"/>
            <a:ext cx="5056800" cy="23634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Data Integrity Pattern </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Saga Pattern</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Retry Pattern</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Idempotent Filter Pattern </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Circuit Breaker Pattern</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Error Channels Pattern</a:t>
            </a:r>
            <a:endParaRPr sz="1600" strike="noStrike">
              <a:solidFill>
                <a:srgbClr val="000000"/>
              </a:solidFill>
              <a:latin typeface="Red Hat Text"/>
              <a:ea typeface="Red Hat Text"/>
              <a:cs typeface="Red Hat Text"/>
              <a:sym typeface="Red Hat Text"/>
            </a:endParaRPr>
          </a:p>
          <a:p>
            <a:pPr indent="-330200" lvl="0" marL="457200" marR="0" rtl="0" algn="l">
              <a:lnSpc>
                <a:spcPct val="150000"/>
              </a:lnSpc>
              <a:spcBef>
                <a:spcPts val="0"/>
              </a:spcBef>
              <a:spcAft>
                <a:spcPts val="0"/>
              </a:spcAft>
              <a:buClr>
                <a:srgbClr val="353535"/>
              </a:buClr>
              <a:buSzPts val="1600"/>
              <a:buFont typeface="Red Hat Text"/>
              <a:buChar char="●"/>
            </a:pPr>
            <a:r>
              <a:rPr lang="en" sz="1600" strike="noStrike">
                <a:solidFill>
                  <a:srgbClr val="353535"/>
                </a:solidFill>
                <a:latin typeface="Red Hat Text"/>
                <a:ea typeface="Red Hat Text"/>
                <a:cs typeface="Red Hat Text"/>
                <a:sym typeface="Red Hat Text"/>
              </a:rPr>
              <a:t>Throttling Pattern </a:t>
            </a:r>
            <a:endParaRPr sz="1600" strike="noStrike">
              <a:solidFill>
                <a:srgbClr val="000000"/>
              </a:solidFill>
              <a:latin typeface="Red Hat Text"/>
              <a:ea typeface="Red Hat Text"/>
              <a:cs typeface="Red Hat Text"/>
              <a:sym typeface="Red Hat Text"/>
            </a:endParaRPr>
          </a:p>
        </p:txBody>
      </p:sp>
      <p:pic>
        <p:nvPicPr>
          <p:cNvPr id="5439" name="Google Shape;5439;p422"/>
          <p:cNvPicPr preferRelativeResize="0"/>
          <p:nvPr/>
        </p:nvPicPr>
        <p:blipFill rotWithShape="1">
          <a:blip r:embed="rId3">
            <a:alphaModFix/>
          </a:blip>
          <a:srcRect b="0" l="0" r="0" t="0"/>
          <a:stretch/>
        </p:blipFill>
        <p:spPr>
          <a:xfrm>
            <a:off x="5291520" y="2377440"/>
            <a:ext cx="3803757" cy="228600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3" name="Shape 5443"/>
        <p:cNvGrpSpPr/>
        <p:nvPr/>
      </p:nvGrpSpPr>
      <p:grpSpPr>
        <a:xfrm>
          <a:off x="0" y="0"/>
          <a:ext cx="0" cy="0"/>
          <a:chOff x="0" y="0"/>
          <a:chExt cx="0" cy="0"/>
        </a:xfrm>
      </p:grpSpPr>
      <p:sp>
        <p:nvSpPr>
          <p:cNvPr id="5444" name="Google Shape;5444;p423"/>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Data Integrity</a:t>
            </a:r>
            <a:endParaRPr sz="3600" strike="noStrike">
              <a:solidFill>
                <a:srgbClr val="000000"/>
              </a:solidFill>
              <a:latin typeface="Red Hat Text"/>
              <a:ea typeface="Red Hat Text"/>
              <a:cs typeface="Red Hat Text"/>
              <a:sym typeface="Red Hat Text"/>
            </a:endParaRPr>
          </a:p>
        </p:txBody>
      </p:sp>
      <p:sp>
        <p:nvSpPr>
          <p:cNvPr id="5445" name="Google Shape;5445;p423"/>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hard can it be to copy files from one location to another?</a:t>
            </a:r>
            <a:endParaRPr sz="1800" strike="noStrike">
              <a:solidFill>
                <a:srgbClr val="000000"/>
              </a:solidFill>
              <a:latin typeface="Red Hat Text"/>
              <a:ea typeface="Red Hat Text"/>
              <a:cs typeface="Red Hat Text"/>
              <a:sym typeface="Red Hat Text"/>
            </a:endParaRPr>
          </a:p>
        </p:txBody>
      </p:sp>
      <p:pic>
        <p:nvPicPr>
          <p:cNvPr id="5446" name="Google Shape;5446;p423"/>
          <p:cNvPicPr preferRelativeResize="0"/>
          <p:nvPr/>
        </p:nvPicPr>
        <p:blipFill rotWithShape="1">
          <a:blip r:embed="rId3">
            <a:alphaModFix/>
          </a:blip>
          <a:srcRect b="0" l="0" r="0" t="0"/>
          <a:stretch/>
        </p:blipFill>
        <p:spPr>
          <a:xfrm>
            <a:off x="1915025" y="2102999"/>
            <a:ext cx="8361948" cy="414969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0" name="Shape 5450"/>
        <p:cNvGrpSpPr/>
        <p:nvPr/>
      </p:nvGrpSpPr>
      <p:grpSpPr>
        <a:xfrm>
          <a:off x="0" y="0"/>
          <a:ext cx="0" cy="0"/>
          <a:chOff x="0" y="0"/>
          <a:chExt cx="0" cy="0"/>
        </a:xfrm>
      </p:grpSpPr>
      <p:sp>
        <p:nvSpPr>
          <p:cNvPr id="5451" name="Google Shape;5451;p424"/>
          <p:cNvSpPr txBox="1"/>
          <p:nvPr/>
        </p:nvSpPr>
        <p:spPr>
          <a:xfrm>
            <a:off x="914400" y="0"/>
            <a:ext cx="1036320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Data Integrity</a:t>
            </a:r>
            <a:endParaRPr sz="3600" strike="noStrike">
              <a:solidFill>
                <a:srgbClr val="000000"/>
              </a:solidFill>
              <a:latin typeface="Red Hat Text"/>
              <a:ea typeface="Red Hat Text"/>
              <a:cs typeface="Red Hat Text"/>
              <a:sym typeface="Red Hat Text"/>
            </a:endParaRPr>
          </a:p>
        </p:txBody>
      </p:sp>
      <p:sp>
        <p:nvSpPr>
          <p:cNvPr id="5452" name="Google Shape;5452;p424"/>
          <p:cNvSpPr txBox="1"/>
          <p:nvPr/>
        </p:nvSpPr>
        <p:spPr>
          <a:xfrm>
            <a:off x="914400" y="1407600"/>
            <a:ext cx="10363200" cy="329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Transactional systems</a:t>
            </a:r>
            <a:endParaRPr sz="1800" strike="noStrike">
              <a:solidFill>
                <a:srgbClr val="000000"/>
              </a:solidFill>
              <a:latin typeface="Red Hat Text"/>
              <a:ea typeface="Red Hat Text"/>
              <a:cs typeface="Red Hat Text"/>
              <a:sym typeface="Red Hat Text"/>
            </a:endParaRPr>
          </a:p>
        </p:txBody>
      </p:sp>
      <p:pic>
        <p:nvPicPr>
          <p:cNvPr id="5453" name="Google Shape;5453;p424"/>
          <p:cNvPicPr preferRelativeResize="0"/>
          <p:nvPr/>
        </p:nvPicPr>
        <p:blipFill rotWithShape="1">
          <a:blip r:embed="rId3">
            <a:alphaModFix/>
          </a:blip>
          <a:srcRect b="0" l="0" r="0" t="0"/>
          <a:stretch/>
        </p:blipFill>
        <p:spPr>
          <a:xfrm>
            <a:off x="1219200" y="2194560"/>
            <a:ext cx="7315200" cy="1325880"/>
          </a:xfrm>
          <a:prstGeom prst="rect">
            <a:avLst/>
          </a:prstGeom>
          <a:noFill/>
          <a:ln>
            <a:noFill/>
          </a:ln>
        </p:spPr>
      </p:pic>
      <p:pic>
        <p:nvPicPr>
          <p:cNvPr id="5454" name="Google Shape;5454;p424"/>
          <p:cNvPicPr preferRelativeResize="0"/>
          <p:nvPr/>
        </p:nvPicPr>
        <p:blipFill rotWithShape="1">
          <a:blip r:embed="rId4">
            <a:alphaModFix/>
          </a:blip>
          <a:srcRect b="0" l="0" r="0" t="0"/>
          <a:stretch/>
        </p:blipFill>
        <p:spPr>
          <a:xfrm>
            <a:off x="1219200" y="4023360"/>
            <a:ext cx="7315200" cy="2121480"/>
          </a:xfrm>
          <a:prstGeom prst="rect">
            <a:avLst/>
          </a:prstGeom>
          <a:noFill/>
          <a:ln>
            <a:noFill/>
          </a:ln>
        </p:spPr>
      </p:pic>
      <p:sp>
        <p:nvSpPr>
          <p:cNvPr id="5455" name="Google Shape;5455;p424"/>
          <p:cNvSpPr txBox="1"/>
          <p:nvPr/>
        </p:nvSpPr>
        <p:spPr>
          <a:xfrm>
            <a:off x="914400" y="1811520"/>
            <a:ext cx="10363200" cy="29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800" strike="noStrike">
                <a:solidFill>
                  <a:srgbClr val="000000"/>
                </a:solidFill>
                <a:latin typeface="Overpass"/>
                <a:ea typeface="Overpass"/>
                <a:cs typeface="Overpass"/>
                <a:sym typeface="Overpass"/>
              </a:rPr>
              <a:t>Local transaction manager</a:t>
            </a:r>
            <a:endParaRPr b="0" sz="1800" strike="noStrike">
              <a:solidFill>
                <a:srgbClr val="000000"/>
              </a:solidFill>
              <a:latin typeface="Overpass"/>
              <a:ea typeface="Overpass"/>
              <a:cs typeface="Overpass"/>
              <a:sym typeface="Overpass"/>
            </a:endParaRPr>
          </a:p>
        </p:txBody>
      </p:sp>
      <p:sp>
        <p:nvSpPr>
          <p:cNvPr id="5456" name="Google Shape;5456;p424"/>
          <p:cNvSpPr txBox="1"/>
          <p:nvPr/>
        </p:nvSpPr>
        <p:spPr>
          <a:xfrm>
            <a:off x="914400" y="3657600"/>
            <a:ext cx="10363200" cy="29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800" strike="noStrike">
                <a:solidFill>
                  <a:srgbClr val="000000"/>
                </a:solidFill>
                <a:latin typeface="Overpass"/>
                <a:ea typeface="Overpass"/>
                <a:cs typeface="Overpass"/>
                <a:sym typeface="Overpass"/>
              </a:rPr>
              <a:t>Global transaction manager</a:t>
            </a:r>
            <a:endParaRPr b="0" sz="1800" strike="noStrike">
              <a:solidFill>
                <a:srgbClr val="000000"/>
              </a:solidFill>
              <a:latin typeface="Overpass"/>
              <a:ea typeface="Overpass"/>
              <a:cs typeface="Overpass"/>
              <a:sym typeface="Overpas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0" name="Shape 5460"/>
        <p:cNvGrpSpPr/>
        <p:nvPr/>
      </p:nvGrpSpPr>
      <p:grpSpPr>
        <a:xfrm>
          <a:off x="0" y="0"/>
          <a:ext cx="0" cy="0"/>
          <a:chOff x="0" y="0"/>
          <a:chExt cx="0" cy="0"/>
        </a:xfrm>
      </p:grpSpPr>
      <p:sp>
        <p:nvSpPr>
          <p:cNvPr id="5461" name="Google Shape;5461;p425"/>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Saga</a:t>
            </a:r>
            <a:endParaRPr sz="3600" strike="noStrike">
              <a:solidFill>
                <a:srgbClr val="000000"/>
              </a:solidFill>
              <a:latin typeface="Red Hat Text"/>
              <a:ea typeface="Red Hat Text"/>
              <a:cs typeface="Red Hat Text"/>
              <a:sym typeface="Red Hat Text"/>
            </a:endParaRPr>
          </a:p>
        </p:txBody>
      </p:sp>
      <p:sp>
        <p:nvSpPr>
          <p:cNvPr id="5462" name="Google Shape;5462;p425"/>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to avoid distributed transactions and ensure data consistency?</a:t>
            </a:r>
            <a:endParaRPr sz="1800" strike="noStrike">
              <a:solidFill>
                <a:srgbClr val="000000"/>
              </a:solidFill>
              <a:latin typeface="Red Hat Text"/>
              <a:ea typeface="Red Hat Text"/>
              <a:cs typeface="Red Hat Text"/>
              <a:sym typeface="Red Hat Text"/>
            </a:endParaRPr>
          </a:p>
        </p:txBody>
      </p:sp>
      <p:pic>
        <p:nvPicPr>
          <p:cNvPr id="5463" name="Google Shape;5463;p425"/>
          <p:cNvPicPr preferRelativeResize="0"/>
          <p:nvPr/>
        </p:nvPicPr>
        <p:blipFill rotWithShape="1">
          <a:blip r:embed="rId3">
            <a:alphaModFix/>
          </a:blip>
          <a:srcRect b="0" l="0" r="0" t="0"/>
          <a:stretch/>
        </p:blipFill>
        <p:spPr>
          <a:xfrm>
            <a:off x="1524000" y="2454840"/>
            <a:ext cx="6858002" cy="250559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7" name="Shape 5467"/>
        <p:cNvGrpSpPr/>
        <p:nvPr/>
      </p:nvGrpSpPr>
      <p:grpSpPr>
        <a:xfrm>
          <a:off x="0" y="0"/>
          <a:ext cx="0" cy="0"/>
          <a:chOff x="0" y="0"/>
          <a:chExt cx="0" cy="0"/>
        </a:xfrm>
      </p:grpSpPr>
      <p:sp>
        <p:nvSpPr>
          <p:cNvPr id="5468" name="Google Shape;5468;p426"/>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Saga</a:t>
            </a:r>
            <a:endParaRPr sz="3600" strike="noStrike">
              <a:solidFill>
                <a:srgbClr val="000000"/>
              </a:solidFill>
              <a:latin typeface="Red Hat Text"/>
              <a:ea typeface="Red Hat Text"/>
              <a:cs typeface="Red Hat Text"/>
              <a:sym typeface="Red Hat Text"/>
            </a:endParaRPr>
          </a:p>
        </p:txBody>
      </p:sp>
      <p:sp>
        <p:nvSpPr>
          <p:cNvPr id="5469" name="Google Shape;5469;p426"/>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Ensures that each step of the business process has a compensating action to undo the work completed in the case of partial failures.</a:t>
            </a:r>
            <a:endParaRPr sz="1800" strike="noStrike">
              <a:solidFill>
                <a:srgbClr val="000000"/>
              </a:solidFill>
              <a:latin typeface="Red Hat Text"/>
              <a:ea typeface="Red Hat Text"/>
              <a:cs typeface="Red Hat Text"/>
              <a:sym typeface="Red Hat Text"/>
            </a:endParaRPr>
          </a:p>
        </p:txBody>
      </p:sp>
      <p:pic>
        <p:nvPicPr>
          <p:cNvPr id="5470" name="Google Shape;5470;p426"/>
          <p:cNvPicPr preferRelativeResize="0"/>
          <p:nvPr/>
        </p:nvPicPr>
        <p:blipFill rotWithShape="1">
          <a:blip r:embed="rId3">
            <a:alphaModFix/>
          </a:blip>
          <a:srcRect b="0" l="0" r="0" t="0"/>
          <a:stretch/>
        </p:blipFill>
        <p:spPr>
          <a:xfrm>
            <a:off x="1219200" y="2286000"/>
            <a:ext cx="7315200" cy="327348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4" name="Shape 5474"/>
        <p:cNvGrpSpPr/>
        <p:nvPr/>
      </p:nvGrpSpPr>
      <p:grpSpPr>
        <a:xfrm>
          <a:off x="0" y="0"/>
          <a:ext cx="0" cy="0"/>
          <a:chOff x="0" y="0"/>
          <a:chExt cx="0" cy="0"/>
        </a:xfrm>
      </p:grpSpPr>
      <p:sp>
        <p:nvSpPr>
          <p:cNvPr id="5475" name="Google Shape;5475;p427"/>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Retry</a:t>
            </a:r>
            <a:endParaRPr sz="3600" strike="noStrike">
              <a:solidFill>
                <a:srgbClr val="000000"/>
              </a:solidFill>
              <a:latin typeface="Red Hat Text"/>
              <a:ea typeface="Red Hat Text"/>
              <a:cs typeface="Red Hat Text"/>
              <a:sym typeface="Red Hat Text"/>
            </a:endParaRPr>
          </a:p>
        </p:txBody>
      </p:sp>
      <p:sp>
        <p:nvSpPr>
          <p:cNvPr id="5476" name="Google Shape;5476;p427"/>
          <p:cNvSpPr txBox="1"/>
          <p:nvPr/>
        </p:nvSpPr>
        <p:spPr>
          <a:xfrm>
            <a:off x="914400" y="1407600"/>
            <a:ext cx="10972800" cy="8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To enable applications handle anticipated transient failures by transparently retrying a failed operation with expectation it to be successful. </a:t>
            </a:r>
            <a:endParaRPr sz="1800" strike="noStrike">
              <a:solidFill>
                <a:srgbClr val="000000"/>
              </a:solidFill>
              <a:latin typeface="Red Hat Text"/>
              <a:ea typeface="Red Hat Text"/>
              <a:cs typeface="Red Hat Text"/>
              <a:sym typeface="Red Hat Text"/>
            </a:endParaRPr>
          </a:p>
        </p:txBody>
      </p:sp>
      <p:sp>
        <p:nvSpPr>
          <p:cNvPr id="5477" name="Google Shape;5477;p427"/>
          <p:cNvSpPr txBox="1"/>
          <p:nvPr/>
        </p:nvSpPr>
        <p:spPr>
          <a:xfrm>
            <a:off x="914400" y="2377440"/>
            <a:ext cx="5056800" cy="201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Which failures to retry?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How often to retry?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Idempotency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Monitoring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Timeouts and SLAs </a:t>
            </a:r>
            <a:endParaRPr b="0" sz="1600" strike="noStrike">
              <a:solidFill>
                <a:srgbClr val="000000"/>
              </a:solidFill>
              <a:latin typeface="Overpass"/>
              <a:ea typeface="Overpass"/>
              <a:cs typeface="Overpass"/>
              <a:sym typeface="Overpass"/>
            </a:endParaRPr>
          </a:p>
        </p:txBody>
      </p:sp>
      <p:pic>
        <p:nvPicPr>
          <p:cNvPr id="5478" name="Google Shape;5478;p427"/>
          <p:cNvPicPr preferRelativeResize="0"/>
          <p:nvPr/>
        </p:nvPicPr>
        <p:blipFill rotWithShape="1">
          <a:blip r:embed="rId3">
            <a:alphaModFix/>
          </a:blip>
          <a:srcRect b="0" l="0" r="0" t="0"/>
          <a:stretch/>
        </p:blipFill>
        <p:spPr>
          <a:xfrm>
            <a:off x="5486400" y="2538000"/>
            <a:ext cx="5213278" cy="256283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2" name="Shape 5482"/>
        <p:cNvGrpSpPr/>
        <p:nvPr/>
      </p:nvGrpSpPr>
      <p:grpSpPr>
        <a:xfrm>
          <a:off x="0" y="0"/>
          <a:ext cx="0" cy="0"/>
          <a:chOff x="0" y="0"/>
          <a:chExt cx="0" cy="0"/>
        </a:xfrm>
      </p:grpSpPr>
      <p:sp>
        <p:nvSpPr>
          <p:cNvPr id="5483" name="Google Shape;5483;p428"/>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Retry</a:t>
            </a:r>
            <a:endParaRPr sz="3600" strike="noStrike">
              <a:solidFill>
                <a:srgbClr val="000000"/>
              </a:solidFill>
              <a:latin typeface="Red Hat Text"/>
              <a:ea typeface="Red Hat Text"/>
              <a:cs typeface="Red Hat Text"/>
              <a:sym typeface="Red Hat Text"/>
            </a:endParaRPr>
          </a:p>
        </p:txBody>
      </p:sp>
      <p:sp>
        <p:nvSpPr>
          <p:cNvPr id="5484" name="Google Shape;5484;p428"/>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Camel RedeliveryPolicy</a:t>
            </a:r>
            <a:endParaRPr sz="1800" strike="noStrike">
              <a:solidFill>
                <a:srgbClr val="000000"/>
              </a:solidFill>
              <a:latin typeface="Red Hat Text"/>
              <a:ea typeface="Red Hat Text"/>
              <a:cs typeface="Red Hat Text"/>
              <a:sym typeface="Red Hat Text"/>
            </a:endParaRPr>
          </a:p>
        </p:txBody>
      </p:sp>
      <p:pic>
        <p:nvPicPr>
          <p:cNvPr id="5485" name="Google Shape;5485;p428"/>
          <p:cNvPicPr preferRelativeResize="0"/>
          <p:nvPr/>
        </p:nvPicPr>
        <p:blipFill rotWithShape="1">
          <a:blip r:embed="rId3">
            <a:alphaModFix/>
          </a:blip>
          <a:srcRect b="0" l="0" r="0" t="0"/>
          <a:stretch/>
        </p:blipFill>
        <p:spPr>
          <a:xfrm>
            <a:off x="1219200" y="1828800"/>
            <a:ext cx="7315200" cy="2249280"/>
          </a:xfrm>
          <a:prstGeom prst="rect">
            <a:avLst/>
          </a:prstGeom>
          <a:noFill/>
          <a:ln>
            <a:noFill/>
          </a:ln>
        </p:spPr>
      </p:pic>
      <p:sp>
        <p:nvSpPr>
          <p:cNvPr id="5486" name="Google Shape;5486;p428"/>
          <p:cNvSpPr txBox="1"/>
          <p:nvPr/>
        </p:nvSpPr>
        <p:spPr>
          <a:xfrm>
            <a:off x="914400" y="4297680"/>
            <a:ext cx="9753600" cy="20127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The most well known retry mechanism in Camel</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Retries only the failing endpoint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Fully in-memory</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Thread blocking behavior by default</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Can be asynchronous</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Good for small number of quick retries (in milliseconds)</a:t>
            </a:r>
            <a:endParaRPr b="0" sz="1600" strike="noStrike">
              <a:solidFill>
                <a:srgbClr val="000000"/>
              </a:solidFill>
              <a:latin typeface="Overpass"/>
              <a:ea typeface="Overpass"/>
              <a:cs typeface="Overpass"/>
              <a:sym typeface="Overpas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0" name="Shape 5490"/>
        <p:cNvGrpSpPr/>
        <p:nvPr/>
      </p:nvGrpSpPr>
      <p:grpSpPr>
        <a:xfrm>
          <a:off x="0" y="0"/>
          <a:ext cx="0" cy="0"/>
          <a:chOff x="0" y="0"/>
          <a:chExt cx="0" cy="0"/>
        </a:xfrm>
      </p:grpSpPr>
      <p:sp>
        <p:nvSpPr>
          <p:cNvPr id="5491" name="Google Shape;5491;p429"/>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Retry</a:t>
            </a:r>
            <a:endParaRPr sz="3600" strike="noStrike">
              <a:solidFill>
                <a:srgbClr val="000000"/>
              </a:solidFill>
              <a:latin typeface="Red Hat Text"/>
              <a:ea typeface="Red Hat Text"/>
              <a:cs typeface="Red Hat Text"/>
              <a:sym typeface="Red Hat Text"/>
            </a:endParaRPr>
          </a:p>
        </p:txBody>
      </p:sp>
      <p:sp>
        <p:nvSpPr>
          <p:cNvPr id="5492" name="Google Shape;5492;p429"/>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ActiveMQ consumer RedeliveryPolicy</a:t>
            </a:r>
            <a:endParaRPr sz="1800" strike="noStrike">
              <a:solidFill>
                <a:srgbClr val="000000"/>
              </a:solidFill>
              <a:latin typeface="Red Hat Text"/>
              <a:ea typeface="Red Hat Text"/>
              <a:cs typeface="Red Hat Text"/>
              <a:sym typeface="Red Hat Text"/>
            </a:endParaRPr>
          </a:p>
        </p:txBody>
      </p:sp>
      <p:pic>
        <p:nvPicPr>
          <p:cNvPr id="5493" name="Google Shape;5493;p429"/>
          <p:cNvPicPr preferRelativeResize="0"/>
          <p:nvPr/>
        </p:nvPicPr>
        <p:blipFill rotWithShape="1">
          <a:blip r:embed="rId3">
            <a:alphaModFix/>
          </a:blip>
          <a:srcRect b="0" l="0" r="0" t="0"/>
          <a:stretch/>
        </p:blipFill>
        <p:spPr>
          <a:xfrm>
            <a:off x="1219200" y="1828800"/>
            <a:ext cx="7315200" cy="2514600"/>
          </a:xfrm>
          <a:prstGeom prst="rect">
            <a:avLst/>
          </a:prstGeom>
          <a:noFill/>
          <a:ln>
            <a:noFill/>
          </a:ln>
        </p:spPr>
      </p:pic>
      <p:sp>
        <p:nvSpPr>
          <p:cNvPr id="5494" name="Google Shape;5494;p429"/>
          <p:cNvSpPr txBox="1"/>
          <p:nvPr/>
        </p:nvSpPr>
        <p:spPr>
          <a:xfrm>
            <a:off x="914400" y="4572000"/>
            <a:ext cx="9753600" cy="16824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Retries the message from the beginning of the Camel route</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Not used very often, but enabled by default</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Fully in-memory</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Thread blocking by default</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Good for small number of quick retries (in milliseconds)</a:t>
            </a:r>
            <a:endParaRPr b="0" sz="1600" strike="noStrike">
              <a:solidFill>
                <a:srgbClr val="000000"/>
              </a:solidFill>
              <a:latin typeface="Overpass"/>
              <a:ea typeface="Overpass"/>
              <a:cs typeface="Overpass"/>
              <a:sym typeface="Overpass"/>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8" name="Shape 5498"/>
        <p:cNvGrpSpPr/>
        <p:nvPr/>
      </p:nvGrpSpPr>
      <p:grpSpPr>
        <a:xfrm>
          <a:off x="0" y="0"/>
          <a:ext cx="0" cy="0"/>
          <a:chOff x="0" y="0"/>
          <a:chExt cx="0" cy="0"/>
        </a:xfrm>
      </p:grpSpPr>
      <p:sp>
        <p:nvSpPr>
          <p:cNvPr id="5499" name="Google Shape;5499;p430"/>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Retry</a:t>
            </a:r>
            <a:endParaRPr sz="3600" strike="noStrike">
              <a:solidFill>
                <a:srgbClr val="000000"/>
              </a:solidFill>
              <a:latin typeface="Red Hat Text"/>
              <a:ea typeface="Red Hat Text"/>
              <a:cs typeface="Red Hat Text"/>
              <a:sym typeface="Red Hat Text"/>
            </a:endParaRPr>
          </a:p>
        </p:txBody>
      </p:sp>
      <p:sp>
        <p:nvSpPr>
          <p:cNvPr id="5500" name="Google Shape;5500;p430"/>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ActiveMQ Broker Redelivery</a:t>
            </a:r>
            <a:endParaRPr sz="1800" strike="noStrike">
              <a:solidFill>
                <a:srgbClr val="000000"/>
              </a:solidFill>
              <a:latin typeface="Red Hat Text"/>
              <a:ea typeface="Red Hat Text"/>
              <a:cs typeface="Red Hat Text"/>
              <a:sym typeface="Red Hat Text"/>
            </a:endParaRPr>
          </a:p>
        </p:txBody>
      </p:sp>
      <p:pic>
        <p:nvPicPr>
          <p:cNvPr id="5501" name="Google Shape;5501;p430"/>
          <p:cNvPicPr preferRelativeResize="0"/>
          <p:nvPr/>
        </p:nvPicPr>
        <p:blipFill rotWithShape="1">
          <a:blip r:embed="rId3">
            <a:alphaModFix/>
          </a:blip>
          <a:srcRect b="0" l="0" r="0" t="0"/>
          <a:stretch/>
        </p:blipFill>
        <p:spPr>
          <a:xfrm>
            <a:off x="1219200" y="1818000"/>
            <a:ext cx="7315200" cy="2404800"/>
          </a:xfrm>
          <a:prstGeom prst="rect">
            <a:avLst/>
          </a:prstGeom>
          <a:noFill/>
          <a:ln>
            <a:noFill/>
          </a:ln>
        </p:spPr>
      </p:pic>
      <p:sp>
        <p:nvSpPr>
          <p:cNvPr id="5502" name="Google Shape;5502;p430"/>
          <p:cNvSpPr txBox="1"/>
          <p:nvPr/>
        </p:nvSpPr>
        <p:spPr>
          <a:xfrm>
            <a:off x="914400" y="4572360"/>
            <a:ext cx="9753600" cy="16620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ActiveMQ specific and requires custom logic</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It will consume the message again from a queue</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Persisted at the broker rather than application memory</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Can be clustered and use fail over, load balancing, etc</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Good for long persisted retries (in minutes or hours)</a:t>
            </a:r>
            <a:endParaRPr b="0" sz="1600" strike="noStrike">
              <a:solidFill>
                <a:srgbClr val="000000"/>
              </a:solidFill>
              <a:latin typeface="Overpass"/>
              <a:ea typeface="Overpass"/>
              <a:cs typeface="Overpass"/>
              <a:sym typeface="Overpas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6" name="Shape 5506"/>
        <p:cNvGrpSpPr/>
        <p:nvPr/>
      </p:nvGrpSpPr>
      <p:grpSpPr>
        <a:xfrm>
          <a:off x="0" y="0"/>
          <a:ext cx="0" cy="0"/>
          <a:chOff x="0" y="0"/>
          <a:chExt cx="0" cy="0"/>
        </a:xfrm>
      </p:grpSpPr>
      <p:sp>
        <p:nvSpPr>
          <p:cNvPr id="5507" name="Google Shape;5507;p431"/>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Circuit Breaker</a:t>
            </a:r>
            <a:endParaRPr sz="3600" strike="noStrike">
              <a:solidFill>
                <a:srgbClr val="000000"/>
              </a:solidFill>
              <a:latin typeface="Red Hat Text"/>
              <a:ea typeface="Red Hat Text"/>
              <a:cs typeface="Red Hat Text"/>
              <a:sym typeface="Red Hat Text"/>
            </a:endParaRPr>
          </a:p>
        </p:txBody>
      </p:sp>
      <p:sp>
        <p:nvSpPr>
          <p:cNvPr id="5508" name="Google Shape;5508;p431"/>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to guard a system by cascading failures and slow responses from other systems? </a:t>
            </a:r>
            <a:endParaRPr sz="1800" strike="noStrike">
              <a:solidFill>
                <a:srgbClr val="000000"/>
              </a:solidFill>
              <a:latin typeface="Red Hat Text"/>
              <a:ea typeface="Red Hat Text"/>
              <a:cs typeface="Red Hat Text"/>
              <a:sym typeface="Red Hat Text"/>
            </a:endParaRPr>
          </a:p>
        </p:txBody>
      </p:sp>
      <p:pic>
        <p:nvPicPr>
          <p:cNvPr id="5509" name="Google Shape;5509;p431"/>
          <p:cNvPicPr preferRelativeResize="0"/>
          <p:nvPr/>
        </p:nvPicPr>
        <p:blipFill rotWithShape="1">
          <a:blip r:embed="rId3">
            <a:alphaModFix/>
          </a:blip>
          <a:srcRect b="0" l="0" r="0" t="0"/>
          <a:stretch/>
        </p:blipFill>
        <p:spPr>
          <a:xfrm>
            <a:off x="1828800" y="2286000"/>
            <a:ext cx="3521520" cy="2560320"/>
          </a:xfrm>
          <a:prstGeom prst="rect">
            <a:avLst/>
          </a:prstGeom>
          <a:noFill/>
          <a:ln>
            <a:noFill/>
          </a:ln>
        </p:spPr>
      </p:pic>
      <p:pic>
        <p:nvPicPr>
          <p:cNvPr id="5510" name="Google Shape;5510;p431"/>
          <p:cNvPicPr preferRelativeResize="0"/>
          <p:nvPr/>
        </p:nvPicPr>
        <p:blipFill rotWithShape="1">
          <a:blip r:embed="rId4">
            <a:alphaModFix/>
          </a:blip>
          <a:srcRect b="0" l="0" r="0" t="0"/>
          <a:stretch/>
        </p:blipFill>
        <p:spPr>
          <a:xfrm>
            <a:off x="6705600" y="2286000"/>
            <a:ext cx="2176200" cy="2560319"/>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4" name="Shape 5514"/>
        <p:cNvGrpSpPr/>
        <p:nvPr/>
      </p:nvGrpSpPr>
      <p:grpSpPr>
        <a:xfrm>
          <a:off x="0" y="0"/>
          <a:ext cx="0" cy="0"/>
          <a:chOff x="0" y="0"/>
          <a:chExt cx="0" cy="0"/>
        </a:xfrm>
      </p:grpSpPr>
      <p:sp>
        <p:nvSpPr>
          <p:cNvPr id="5515" name="Google Shape;5515;p432"/>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Circuit Breaker</a:t>
            </a:r>
            <a:endParaRPr sz="3600" strike="noStrike">
              <a:solidFill>
                <a:srgbClr val="000000"/>
              </a:solidFill>
              <a:latin typeface="Red Hat Text"/>
              <a:ea typeface="Red Hat Text"/>
              <a:cs typeface="Red Hat Text"/>
              <a:sym typeface="Red Hat Text"/>
            </a:endParaRPr>
          </a:p>
        </p:txBody>
      </p:sp>
      <p:sp>
        <p:nvSpPr>
          <p:cNvPr id="5516" name="Google Shape;5516;p432"/>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to guard a system by cascading failures and slow responses from other systems? </a:t>
            </a:r>
            <a:endParaRPr sz="1800" strike="noStrike">
              <a:solidFill>
                <a:srgbClr val="000000"/>
              </a:solidFill>
              <a:latin typeface="Red Hat Text"/>
              <a:ea typeface="Red Hat Text"/>
              <a:cs typeface="Red Hat Text"/>
              <a:sym typeface="Red Hat Text"/>
            </a:endParaRPr>
          </a:p>
        </p:txBody>
      </p:sp>
      <p:pic>
        <p:nvPicPr>
          <p:cNvPr id="5517" name="Google Shape;5517;p432"/>
          <p:cNvPicPr preferRelativeResize="0"/>
          <p:nvPr/>
        </p:nvPicPr>
        <p:blipFill>
          <a:blip r:embed="rId3">
            <a:alphaModFix/>
          </a:blip>
          <a:stretch>
            <a:fillRect/>
          </a:stretch>
        </p:blipFill>
        <p:spPr>
          <a:xfrm>
            <a:off x="2908483" y="2139000"/>
            <a:ext cx="6375025" cy="34278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1" name="Shape 5521"/>
        <p:cNvGrpSpPr/>
        <p:nvPr/>
      </p:nvGrpSpPr>
      <p:grpSpPr>
        <a:xfrm>
          <a:off x="0" y="0"/>
          <a:ext cx="0" cy="0"/>
          <a:chOff x="0" y="0"/>
          <a:chExt cx="0" cy="0"/>
        </a:xfrm>
      </p:grpSpPr>
      <p:sp>
        <p:nvSpPr>
          <p:cNvPr id="5522" name="Google Shape;5522;p433"/>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Circuit Breaker</a:t>
            </a:r>
            <a:endParaRPr sz="3600" strike="noStrike">
              <a:solidFill>
                <a:srgbClr val="000000"/>
              </a:solidFill>
              <a:latin typeface="Red Hat Text"/>
              <a:ea typeface="Red Hat Text"/>
              <a:cs typeface="Red Hat Text"/>
              <a:sym typeface="Red Hat Text"/>
            </a:endParaRPr>
          </a:p>
        </p:txBody>
      </p:sp>
      <p:sp>
        <p:nvSpPr>
          <p:cNvPr id="5523" name="Google Shape;5523;p433"/>
          <p:cNvSpPr txBox="1"/>
          <p:nvPr/>
        </p:nvSpPr>
        <p:spPr>
          <a:xfrm>
            <a:off x="914400" y="1407600"/>
            <a:ext cx="10728900" cy="8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Improves the stability and the resilience of a system by guarding integration points from cascading failures and slow responses. </a:t>
            </a:r>
            <a:endParaRPr sz="1800" strike="noStrike">
              <a:solidFill>
                <a:srgbClr val="000000"/>
              </a:solidFill>
              <a:latin typeface="Red Hat Text"/>
              <a:ea typeface="Red Hat Text"/>
              <a:cs typeface="Red Hat Text"/>
              <a:sym typeface="Red Hat Text"/>
            </a:endParaRPr>
          </a:p>
        </p:txBody>
      </p:sp>
      <p:sp>
        <p:nvSpPr>
          <p:cNvPr id="5524" name="Google Shape;5524;p433"/>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25" name="Google Shape;5525;p433"/>
          <p:cNvPicPr preferRelativeResize="0"/>
          <p:nvPr/>
        </p:nvPicPr>
        <p:blipFill rotWithShape="1">
          <a:blip r:embed="rId3">
            <a:alphaModFix/>
          </a:blip>
          <a:srcRect b="0" l="0" r="0" t="0"/>
          <a:stretch/>
        </p:blipFill>
        <p:spPr>
          <a:xfrm>
            <a:off x="6217920" y="2103120"/>
            <a:ext cx="3657600" cy="2368440"/>
          </a:xfrm>
          <a:prstGeom prst="rect">
            <a:avLst/>
          </a:prstGeom>
          <a:noFill/>
          <a:ln>
            <a:noFill/>
          </a:ln>
        </p:spPr>
      </p:pic>
      <p:pic>
        <p:nvPicPr>
          <p:cNvPr id="5526" name="Google Shape;5526;p433"/>
          <p:cNvPicPr preferRelativeResize="0"/>
          <p:nvPr/>
        </p:nvPicPr>
        <p:blipFill rotWithShape="1">
          <a:blip r:embed="rId4">
            <a:alphaModFix/>
          </a:blip>
          <a:srcRect b="0" l="0" r="0" t="0"/>
          <a:stretch/>
        </p:blipFill>
        <p:spPr>
          <a:xfrm>
            <a:off x="2438400" y="2103120"/>
            <a:ext cx="2743200" cy="2368441"/>
          </a:xfrm>
          <a:prstGeom prst="rect">
            <a:avLst/>
          </a:prstGeom>
          <a:noFill/>
          <a:ln>
            <a:noFill/>
          </a:ln>
        </p:spPr>
      </p:pic>
      <p:pic>
        <p:nvPicPr>
          <p:cNvPr id="5527" name="Google Shape;5527;p433"/>
          <p:cNvPicPr preferRelativeResize="0"/>
          <p:nvPr/>
        </p:nvPicPr>
        <p:blipFill rotWithShape="1">
          <a:blip r:embed="rId5">
            <a:alphaModFix/>
          </a:blip>
          <a:srcRect b="0" l="0" r="32859" t="0"/>
          <a:stretch/>
        </p:blipFill>
        <p:spPr>
          <a:xfrm>
            <a:off x="2438400" y="4572000"/>
            <a:ext cx="7437124" cy="164592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1" name="Shape 5531"/>
        <p:cNvGrpSpPr/>
        <p:nvPr/>
      </p:nvGrpSpPr>
      <p:grpSpPr>
        <a:xfrm>
          <a:off x="0" y="0"/>
          <a:ext cx="0" cy="0"/>
          <a:chOff x="0" y="0"/>
          <a:chExt cx="0" cy="0"/>
        </a:xfrm>
      </p:grpSpPr>
      <p:sp>
        <p:nvSpPr>
          <p:cNvPr id="5532" name="Google Shape;5532;p434"/>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Circuit Breaker</a:t>
            </a:r>
            <a:endParaRPr sz="3600" strike="noStrike">
              <a:solidFill>
                <a:srgbClr val="000000"/>
              </a:solidFill>
              <a:latin typeface="Red Hat Text"/>
              <a:ea typeface="Red Hat Text"/>
              <a:cs typeface="Red Hat Text"/>
              <a:sym typeface="Red Hat Text"/>
            </a:endParaRPr>
          </a:p>
        </p:txBody>
      </p:sp>
      <p:sp>
        <p:nvSpPr>
          <p:cNvPr id="5533" name="Google Shape;5533;p434"/>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Circuit Breaker vs Throttling </a:t>
            </a:r>
            <a:endParaRPr sz="1800" strike="noStrike">
              <a:solidFill>
                <a:srgbClr val="000000"/>
              </a:solidFill>
              <a:latin typeface="Red Hat Text"/>
              <a:ea typeface="Red Hat Text"/>
              <a:cs typeface="Red Hat Text"/>
              <a:sym typeface="Red Hat Text"/>
            </a:endParaRPr>
          </a:p>
        </p:txBody>
      </p:sp>
      <p:sp>
        <p:nvSpPr>
          <p:cNvPr id="5534" name="Google Shape;5534;p434"/>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35" name="Google Shape;5535;p434"/>
          <p:cNvPicPr preferRelativeResize="0"/>
          <p:nvPr/>
        </p:nvPicPr>
        <p:blipFill rotWithShape="1">
          <a:blip r:embed="rId3">
            <a:alphaModFix/>
          </a:blip>
          <a:srcRect b="0" l="0" r="0" t="0"/>
          <a:stretch/>
        </p:blipFill>
        <p:spPr>
          <a:xfrm>
            <a:off x="1219200" y="1920240"/>
            <a:ext cx="7315200" cy="2331720"/>
          </a:xfrm>
          <a:prstGeom prst="rect">
            <a:avLst/>
          </a:prstGeom>
          <a:noFill/>
          <a:ln>
            <a:noFill/>
          </a:ln>
        </p:spPr>
      </p:pic>
      <p:sp>
        <p:nvSpPr>
          <p:cNvPr id="5536" name="Google Shape;5536;p434"/>
          <p:cNvSpPr txBox="1"/>
          <p:nvPr/>
        </p:nvSpPr>
        <p:spPr>
          <a:xfrm>
            <a:off x="914400" y="4572000"/>
            <a:ext cx="10363200" cy="1590900"/>
          </a:xfrm>
          <a:prstGeom prst="rect">
            <a:avLst/>
          </a:prstGeom>
          <a:noFill/>
          <a:ln>
            <a:noFill/>
          </a:ln>
        </p:spPr>
        <p:txBody>
          <a:bodyPr anchorCtr="0" anchor="t" bIns="0" lIns="0" spcFirstLastPara="1" rIns="0" wrap="square" tIns="0">
            <a:noAutofit/>
          </a:bodyPr>
          <a:lstStyle/>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Throttler slows down and/or blocks calls to protect systems from high load </a:t>
            </a:r>
            <a:endParaRPr b="0" sz="1600" strike="noStrike">
              <a:solidFill>
                <a:srgbClr val="000000"/>
              </a:solidFill>
              <a:latin typeface="Overpass"/>
              <a:ea typeface="Overpass"/>
              <a:cs typeface="Overpass"/>
              <a:sym typeface="Overpass"/>
            </a:endParaRPr>
          </a:p>
          <a:p>
            <a:pPr indent="-330200" lvl="0" marL="457200" marR="0" rtl="0" algn="l">
              <a:lnSpc>
                <a:spcPct val="150000"/>
              </a:lnSpc>
              <a:spcBef>
                <a:spcPts val="0"/>
              </a:spcBef>
              <a:spcAft>
                <a:spcPts val="0"/>
              </a:spcAft>
              <a:buClr>
                <a:srgbClr val="353535"/>
              </a:buClr>
              <a:buSzPts val="1600"/>
              <a:buFont typeface="Overpass"/>
              <a:buChar char="●"/>
            </a:pPr>
            <a:r>
              <a:rPr b="0" lang="en" sz="1600" strike="noStrike">
                <a:solidFill>
                  <a:srgbClr val="353535"/>
                </a:solidFill>
                <a:latin typeface="Overpass"/>
                <a:ea typeface="Overpass"/>
                <a:cs typeface="Overpass"/>
                <a:sym typeface="Overpass"/>
              </a:rPr>
              <a:t>Circuit Breaker produces fast responses to protect from external system failures</a:t>
            </a:r>
            <a:endParaRPr b="0" sz="1600" strike="noStrike">
              <a:solidFill>
                <a:srgbClr val="000000"/>
              </a:solidFill>
              <a:latin typeface="Overpass"/>
              <a:ea typeface="Overpass"/>
              <a:cs typeface="Overpass"/>
              <a:sym typeface="Overpass"/>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0" name="Shape 5540"/>
        <p:cNvGrpSpPr/>
        <p:nvPr/>
      </p:nvGrpSpPr>
      <p:grpSpPr>
        <a:xfrm>
          <a:off x="0" y="0"/>
          <a:ext cx="0" cy="0"/>
          <a:chOff x="0" y="0"/>
          <a:chExt cx="0" cy="0"/>
        </a:xfrm>
      </p:grpSpPr>
      <p:sp>
        <p:nvSpPr>
          <p:cNvPr id="5541" name="Google Shape;5541;p435"/>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Circuit Breaker</a:t>
            </a:r>
            <a:endParaRPr sz="3600" strike="noStrike">
              <a:solidFill>
                <a:srgbClr val="000000"/>
              </a:solidFill>
              <a:latin typeface="Red Hat Text"/>
              <a:ea typeface="Red Hat Text"/>
              <a:cs typeface="Red Hat Text"/>
              <a:sym typeface="Red Hat Text"/>
            </a:endParaRPr>
          </a:p>
        </p:txBody>
      </p:sp>
      <p:sp>
        <p:nvSpPr>
          <p:cNvPr id="5542" name="Google Shape;5542;p435"/>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a:solidFill>
                  <a:srgbClr val="353535"/>
                </a:solidFill>
                <a:latin typeface="Red Hat Text"/>
                <a:ea typeface="Red Hat Text"/>
                <a:cs typeface="Red Hat Text"/>
                <a:sym typeface="Red Hat Text"/>
              </a:rPr>
              <a:t>Prevent repeated failures when interacting with an unreliable external service by “breaking” the circuit</a:t>
            </a:r>
            <a:endParaRPr sz="1800" strike="noStrike">
              <a:solidFill>
                <a:srgbClr val="000000"/>
              </a:solidFill>
              <a:latin typeface="Red Hat Text"/>
              <a:ea typeface="Red Hat Text"/>
              <a:cs typeface="Red Hat Text"/>
              <a:sym typeface="Red Hat Text"/>
            </a:endParaRPr>
          </a:p>
        </p:txBody>
      </p:sp>
      <p:sp>
        <p:nvSpPr>
          <p:cNvPr id="5543" name="Google Shape;5543;p435"/>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435"/>
          <p:cNvSpPr txBox="1"/>
          <p:nvPr/>
        </p:nvSpPr>
        <p:spPr>
          <a:xfrm>
            <a:off x="914400" y="1767200"/>
            <a:ext cx="4779000" cy="4282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a:solidFill>
                  <a:srgbClr val="353535"/>
                </a:solidFill>
                <a:latin typeface="Red Hat Text"/>
                <a:ea typeface="Red Hat Text"/>
                <a:cs typeface="Red Hat Text"/>
                <a:sym typeface="Red Hat Text"/>
              </a:rPr>
              <a:t>Configure a circuit breaker with a timeout, failure ratio, and delay, along with a fallback route to handle failures when the circuit is open or a call fails</a:t>
            </a:r>
            <a:endParaRPr sz="1000">
              <a:solidFill>
                <a:schemeClr val="dk1"/>
              </a:solidFill>
              <a:latin typeface="Red Hat Text"/>
              <a:ea typeface="Red Hat Text"/>
              <a:cs typeface="Red Hat Text"/>
              <a:sym typeface="Red Hat Text"/>
            </a:endParaRPr>
          </a:p>
          <a:p>
            <a:pPr indent="0" lvl="0" marL="0" rtl="0" algn="l">
              <a:lnSpc>
                <a:spcPct val="115000"/>
              </a:lnSpc>
              <a:spcBef>
                <a:spcPts val="720"/>
              </a:spcBef>
              <a:spcAft>
                <a:spcPts val="0"/>
              </a:spcAft>
              <a:buNone/>
            </a:pPr>
            <a:r>
              <a:t/>
            </a:r>
            <a:endParaRPr>
              <a:solidFill>
                <a:schemeClr val="dk1"/>
              </a:solidFill>
              <a:latin typeface="Red Hat Text"/>
              <a:ea typeface="Red Hat Text"/>
              <a:cs typeface="Red Hat Text"/>
              <a:sym typeface="Red Hat Text"/>
            </a:endParaRPr>
          </a:p>
          <a:p>
            <a:pPr indent="0" lvl="0" marL="0" rtl="0" algn="l">
              <a:lnSpc>
                <a:spcPct val="115000"/>
              </a:lnSpc>
              <a:spcBef>
                <a:spcPts val="720"/>
              </a:spcBef>
              <a:spcAft>
                <a:spcPts val="0"/>
              </a:spcAft>
              <a:buNone/>
            </a:pPr>
            <a:r>
              <a:rPr lang="en">
                <a:solidFill>
                  <a:schemeClr val="dk1"/>
                </a:solidFill>
                <a:latin typeface="Red Hat Text"/>
                <a:ea typeface="Red Hat Text"/>
                <a:cs typeface="Red Hat Text"/>
                <a:sym typeface="Red Hat Text"/>
              </a:rPr>
              <a:t>The circuit breaker operates in three states:</a:t>
            </a:r>
            <a:endParaRPr>
              <a:solidFill>
                <a:schemeClr val="dk1"/>
              </a:solidFill>
              <a:latin typeface="Red Hat Text"/>
              <a:ea typeface="Red Hat Text"/>
              <a:cs typeface="Red Hat Text"/>
              <a:sym typeface="Red Hat Text"/>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latin typeface="Red Hat Text"/>
                <a:ea typeface="Red Hat Text"/>
                <a:cs typeface="Red Hat Text"/>
                <a:sym typeface="Red Hat Text"/>
              </a:rPr>
              <a:t>Closed:</a:t>
            </a:r>
            <a:r>
              <a:rPr lang="en">
                <a:solidFill>
                  <a:schemeClr val="dk1"/>
                </a:solidFill>
                <a:latin typeface="Red Hat Text"/>
                <a:ea typeface="Red Hat Text"/>
                <a:cs typeface="Red Hat Text"/>
                <a:sym typeface="Red Hat Text"/>
              </a:rPr>
              <a:t> Calls are allowed to pass through to the protected service. If a configurable number of failures occur within a certain timeframe, the circuit transitions to the Open state.</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latin typeface="Red Hat Text"/>
                <a:ea typeface="Red Hat Text"/>
                <a:cs typeface="Red Hat Text"/>
                <a:sym typeface="Red Hat Text"/>
              </a:rPr>
              <a:t>Open:</a:t>
            </a:r>
            <a:r>
              <a:rPr lang="en">
                <a:solidFill>
                  <a:schemeClr val="dk1"/>
                </a:solidFill>
                <a:latin typeface="Red Hat Text"/>
                <a:ea typeface="Red Hat Text"/>
                <a:cs typeface="Red Hat Text"/>
                <a:sym typeface="Red Hat Text"/>
              </a:rPr>
              <a:t> Calls are immediately rejected without attempting to reach the protected service. After a configurable delay, the circuit transitions to the Half-Open state.</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latin typeface="Red Hat Text"/>
                <a:ea typeface="Red Hat Text"/>
                <a:cs typeface="Red Hat Text"/>
                <a:sym typeface="Red Hat Text"/>
              </a:rPr>
              <a:t>Half-Open:</a:t>
            </a:r>
            <a:r>
              <a:rPr lang="en">
                <a:solidFill>
                  <a:schemeClr val="dk1"/>
                </a:solidFill>
                <a:latin typeface="Red Hat Text"/>
                <a:ea typeface="Red Hat Text"/>
                <a:cs typeface="Red Hat Text"/>
                <a:sym typeface="Red Hat Text"/>
              </a:rPr>
              <a:t> A limited number of test calls are allowed to pass through to the protected service. If these calls succeed, the circuit returns to the Closed state; otherwise, it returns to the Open state.</a:t>
            </a:r>
            <a:endParaRPr sz="1900">
              <a:solidFill>
                <a:srgbClr val="353535"/>
              </a:solidFill>
              <a:latin typeface="Red Hat Text"/>
              <a:ea typeface="Red Hat Text"/>
              <a:cs typeface="Red Hat Text"/>
              <a:sym typeface="Red Hat Text"/>
            </a:endParaRPr>
          </a:p>
        </p:txBody>
      </p:sp>
      <p:pic>
        <p:nvPicPr>
          <p:cNvPr id="5545" name="Google Shape;5545;p435"/>
          <p:cNvPicPr preferRelativeResize="0"/>
          <p:nvPr/>
        </p:nvPicPr>
        <p:blipFill>
          <a:blip r:embed="rId3">
            <a:alphaModFix/>
          </a:blip>
          <a:stretch>
            <a:fillRect/>
          </a:stretch>
        </p:blipFill>
        <p:spPr>
          <a:xfrm>
            <a:off x="5919875" y="1767200"/>
            <a:ext cx="6194250" cy="2409200"/>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9" name="Shape 5549"/>
        <p:cNvGrpSpPr/>
        <p:nvPr/>
      </p:nvGrpSpPr>
      <p:grpSpPr>
        <a:xfrm>
          <a:off x="0" y="0"/>
          <a:ext cx="0" cy="0"/>
          <a:chOff x="0" y="0"/>
          <a:chExt cx="0" cy="0"/>
        </a:xfrm>
      </p:grpSpPr>
      <p:sp>
        <p:nvSpPr>
          <p:cNvPr id="5550" name="Google Shape;5550;p436"/>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Bulkhead</a:t>
            </a:r>
            <a:endParaRPr sz="3600" strike="noStrike">
              <a:solidFill>
                <a:srgbClr val="000000"/>
              </a:solidFill>
              <a:latin typeface="Red Hat Text"/>
              <a:ea typeface="Red Hat Text"/>
              <a:cs typeface="Red Hat Text"/>
              <a:sym typeface="Red Hat Text"/>
            </a:endParaRPr>
          </a:p>
        </p:txBody>
      </p:sp>
      <p:sp>
        <p:nvSpPr>
          <p:cNvPr id="5551" name="Google Shape;5551;p436"/>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How to enforce resource partitioning and damage containment in order to preserve partial functionality in the case of a failure? </a:t>
            </a:r>
            <a:endParaRPr sz="1800" strike="noStrike">
              <a:solidFill>
                <a:srgbClr val="000000"/>
              </a:solidFill>
              <a:latin typeface="Red Hat Text"/>
              <a:ea typeface="Red Hat Text"/>
              <a:cs typeface="Red Hat Text"/>
              <a:sym typeface="Red Hat Text"/>
            </a:endParaRPr>
          </a:p>
        </p:txBody>
      </p:sp>
      <p:sp>
        <p:nvSpPr>
          <p:cNvPr id="5552" name="Google Shape;5552;p436"/>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53" name="Google Shape;5553;p436"/>
          <p:cNvPicPr preferRelativeResize="0"/>
          <p:nvPr/>
        </p:nvPicPr>
        <p:blipFill rotWithShape="1">
          <a:blip r:embed="rId3">
            <a:alphaModFix/>
          </a:blip>
          <a:srcRect b="0" l="0" r="0" t="0"/>
          <a:stretch/>
        </p:blipFill>
        <p:spPr>
          <a:xfrm>
            <a:off x="2501280" y="2094120"/>
            <a:ext cx="5212080" cy="4060081"/>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7" name="Shape 5557"/>
        <p:cNvGrpSpPr/>
        <p:nvPr/>
      </p:nvGrpSpPr>
      <p:grpSpPr>
        <a:xfrm>
          <a:off x="0" y="0"/>
          <a:ext cx="0" cy="0"/>
          <a:chOff x="0" y="0"/>
          <a:chExt cx="0" cy="0"/>
        </a:xfrm>
      </p:grpSpPr>
      <p:sp>
        <p:nvSpPr>
          <p:cNvPr id="5558" name="Google Shape;5558;p437"/>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Bulkhead</a:t>
            </a:r>
            <a:endParaRPr sz="3600" strike="noStrike">
              <a:solidFill>
                <a:srgbClr val="000000"/>
              </a:solidFill>
              <a:latin typeface="Red Hat Text"/>
              <a:ea typeface="Red Hat Text"/>
              <a:cs typeface="Red Hat Text"/>
              <a:sym typeface="Red Hat Text"/>
            </a:endParaRPr>
          </a:p>
        </p:txBody>
      </p:sp>
      <p:sp>
        <p:nvSpPr>
          <p:cNvPr id="5559" name="Google Shape;5559;p437"/>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600" strike="noStrike">
                <a:solidFill>
                  <a:srgbClr val="353535"/>
                </a:solidFill>
                <a:latin typeface="Red Hat Text"/>
                <a:ea typeface="Red Hat Text"/>
                <a:cs typeface="Red Hat Text"/>
                <a:sym typeface="Red Hat Text"/>
              </a:rPr>
              <a:t>Enforces resource partitioning and damage containment in order to preserve partial functionality in the case of a failure. </a:t>
            </a:r>
            <a:endParaRPr sz="1600" strike="noStrike">
              <a:solidFill>
                <a:srgbClr val="000000"/>
              </a:solidFill>
              <a:latin typeface="Red Hat Text"/>
              <a:ea typeface="Red Hat Text"/>
              <a:cs typeface="Red Hat Text"/>
              <a:sym typeface="Red Hat Text"/>
            </a:endParaRPr>
          </a:p>
        </p:txBody>
      </p:sp>
      <p:sp>
        <p:nvSpPr>
          <p:cNvPr id="5560" name="Google Shape;5560;p437"/>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61" name="Google Shape;5561;p437"/>
          <p:cNvPicPr preferRelativeResize="0"/>
          <p:nvPr/>
        </p:nvPicPr>
        <p:blipFill rotWithShape="1">
          <a:blip r:embed="rId3">
            <a:alphaModFix/>
          </a:blip>
          <a:srcRect b="0" l="0" r="0" t="0"/>
          <a:stretch/>
        </p:blipFill>
        <p:spPr>
          <a:xfrm>
            <a:off x="1869600" y="2057400"/>
            <a:ext cx="6217920" cy="2523599"/>
          </a:xfrm>
          <a:prstGeom prst="rect">
            <a:avLst/>
          </a:prstGeom>
          <a:noFill/>
          <a:ln>
            <a:noFill/>
          </a:ln>
        </p:spPr>
      </p:pic>
      <p:sp>
        <p:nvSpPr>
          <p:cNvPr id="5562" name="Google Shape;5562;p437"/>
          <p:cNvSpPr txBox="1"/>
          <p:nvPr/>
        </p:nvSpPr>
        <p:spPr>
          <a:xfrm>
            <a:off x="914400" y="4891925"/>
            <a:ext cx="9753600" cy="1873200"/>
          </a:xfrm>
          <a:prstGeom prst="rect">
            <a:avLst/>
          </a:prstGeom>
          <a:noFill/>
          <a:ln>
            <a:noFill/>
          </a:ln>
        </p:spPr>
        <p:txBody>
          <a:bodyPr anchorCtr="0" anchor="t" bIns="0" lIns="0" spcFirstLastPara="1" rIns="0" wrap="square" tIns="0">
            <a:noAutofit/>
          </a:bodyPr>
          <a:lstStyle/>
          <a:p>
            <a:pPr indent="-304800" lvl="0" marL="457200" rtl="0" algn="l">
              <a:spcBef>
                <a:spcPts val="720"/>
              </a:spcBef>
              <a:spcAft>
                <a:spcPts val="0"/>
              </a:spcAft>
              <a:buSzPts val="1200"/>
              <a:buChar char="●"/>
            </a:pPr>
            <a:r>
              <a:rPr lang="en" sz="1200">
                <a:solidFill>
                  <a:schemeClr val="dk1"/>
                </a:solidFill>
                <a:latin typeface="Red Hat Text"/>
                <a:ea typeface="Red Hat Text"/>
                <a:cs typeface="Red Hat Text"/>
                <a:sym typeface="Red Hat Text"/>
              </a:rPr>
              <a:t>The Bulkhead pattern in Apache Camel, you can use the </a:t>
            </a:r>
            <a:r>
              <a:rPr lang="en" sz="1200">
                <a:solidFill>
                  <a:srgbClr val="188038"/>
                </a:solidFill>
                <a:latin typeface="Red Hat Text"/>
                <a:ea typeface="Red Hat Text"/>
                <a:cs typeface="Red Hat Text"/>
                <a:sym typeface="Red Hat Text"/>
              </a:rPr>
              <a:t>circuitBreaker()</a:t>
            </a:r>
            <a:r>
              <a:rPr lang="en" sz="1200">
                <a:solidFill>
                  <a:schemeClr val="dk1"/>
                </a:solidFill>
                <a:latin typeface="Red Hat Text"/>
                <a:ea typeface="Red Hat Text"/>
                <a:cs typeface="Red Hat Text"/>
                <a:sym typeface="Red Hat Text"/>
              </a:rPr>
              <a:t> Enterprise Integration Pattern (EIP) with a Resilience4j or MicroProfile Fault Tolerance configuration.</a:t>
            </a:r>
            <a:endParaRPr sz="1200">
              <a:solidFill>
                <a:schemeClr val="dk1"/>
              </a:solidFill>
              <a:latin typeface="Red Hat Text"/>
              <a:ea typeface="Red Hat Text"/>
              <a:cs typeface="Red Hat Text"/>
              <a:sym typeface="Red Hat Text"/>
            </a:endParaRPr>
          </a:p>
          <a:p>
            <a:pPr indent="-304800" lvl="0" marL="457200" rtl="0" algn="l">
              <a:spcBef>
                <a:spcPts val="0"/>
              </a:spcBef>
              <a:spcAft>
                <a:spcPts val="0"/>
              </a:spcAft>
              <a:buClr>
                <a:schemeClr val="dk1"/>
              </a:buClr>
              <a:buSzPts val="1200"/>
              <a:buFont typeface="Red Hat Text"/>
              <a:buChar char="●"/>
            </a:pPr>
            <a:r>
              <a:rPr lang="en" sz="1200">
                <a:solidFill>
                  <a:schemeClr val="dk1"/>
                </a:solidFill>
                <a:latin typeface="Red Hat Text"/>
                <a:ea typeface="Red Hat Text"/>
                <a:cs typeface="Red Hat Text"/>
                <a:sym typeface="Red Hat Text"/>
              </a:rPr>
              <a:t>The Bulkhead pattern uses limited-size thread pools or semaphores to restrict the number of concurrent calls to a specific downstream service. If the limit is reached, subsequent requests can be queued, rejected, or immediately handled by a fallback method, effectively isolating the failure. </a:t>
            </a:r>
            <a:endParaRPr sz="1200">
              <a:solidFill>
                <a:schemeClr val="dk1"/>
              </a:solidFill>
              <a:latin typeface="Red Hat Text"/>
              <a:ea typeface="Red Hat Text"/>
              <a:cs typeface="Red Hat Text"/>
              <a:sym typeface="Red Hat Text"/>
            </a:endParaRPr>
          </a:p>
          <a:p>
            <a:pPr indent="-304800" lvl="1" marL="914400" rtl="0" algn="l">
              <a:spcBef>
                <a:spcPts val="0"/>
              </a:spcBef>
              <a:spcAft>
                <a:spcPts val="0"/>
              </a:spcAft>
              <a:buClr>
                <a:schemeClr val="dk1"/>
              </a:buClr>
              <a:buSzPts val="1200"/>
              <a:buChar char="○"/>
            </a:pPr>
            <a:r>
              <a:rPr b="1" lang="en" sz="1200">
                <a:solidFill>
                  <a:schemeClr val="dk1"/>
                </a:solidFill>
                <a:latin typeface="Red Hat Text"/>
                <a:ea typeface="Red Hat Text"/>
                <a:cs typeface="Red Hat Text"/>
                <a:sym typeface="Red Hat Text"/>
              </a:rPr>
              <a:t>Resilience4j:</a:t>
            </a:r>
            <a:r>
              <a:rPr lang="en" sz="1200">
                <a:solidFill>
                  <a:schemeClr val="dk1"/>
                </a:solidFill>
                <a:latin typeface="Red Hat Text"/>
                <a:ea typeface="Red Hat Text"/>
                <a:cs typeface="Red Hat Text"/>
                <a:sym typeface="Red Hat Text"/>
              </a:rPr>
              <a:t> This is the modern, lightweight, and actively maintained library recommended by the Camel community for implementing bulkheads.</a:t>
            </a:r>
            <a:endParaRPr sz="1200">
              <a:solidFill>
                <a:schemeClr val="dk1"/>
              </a:solidFill>
              <a:latin typeface="Red Hat Text"/>
              <a:ea typeface="Red Hat Text"/>
              <a:cs typeface="Red Hat Text"/>
              <a:sym typeface="Red Hat Text"/>
            </a:endParaRPr>
          </a:p>
          <a:p>
            <a:pPr indent="-304800" lvl="1" marL="914400" rtl="0" algn="l">
              <a:spcBef>
                <a:spcPts val="0"/>
              </a:spcBef>
              <a:spcAft>
                <a:spcPts val="0"/>
              </a:spcAft>
              <a:buClr>
                <a:schemeClr val="dk1"/>
              </a:buClr>
              <a:buSzPts val="1200"/>
              <a:buChar char="○"/>
            </a:pPr>
            <a:r>
              <a:rPr b="1" lang="en" sz="1200">
                <a:solidFill>
                  <a:schemeClr val="dk1"/>
                </a:solidFill>
                <a:latin typeface="Red Hat Text"/>
                <a:ea typeface="Red Hat Text"/>
                <a:cs typeface="Red Hat Text"/>
                <a:sym typeface="Red Hat Text"/>
              </a:rPr>
              <a:t>MicroProfile Fault Tolerance:</a:t>
            </a:r>
            <a:r>
              <a:rPr lang="en" sz="1200">
                <a:solidFill>
                  <a:schemeClr val="dk1"/>
                </a:solidFill>
                <a:latin typeface="Red Hat Text"/>
                <a:ea typeface="Red Hat Text"/>
                <a:cs typeface="Red Hat Text"/>
                <a:sym typeface="Red Hat Text"/>
              </a:rPr>
              <a:t> This standard library also supports bulkhead and other resilience patterns, with dedicated Camel component support.</a:t>
            </a:r>
            <a:endParaRPr sz="1200">
              <a:solidFill>
                <a:schemeClr val="dk1"/>
              </a:solidFill>
              <a:latin typeface="Red Hat Text"/>
              <a:ea typeface="Red Hat Text"/>
              <a:cs typeface="Red Hat Text"/>
              <a:sym typeface="Red Hat Text"/>
            </a:endParaRPr>
          </a:p>
        </p:txBody>
      </p:sp>
      <p:sp>
        <p:nvSpPr>
          <p:cNvPr id="5563" name="Google Shape;5563;p437"/>
          <p:cNvSpPr txBox="1"/>
          <p:nvPr/>
        </p:nvSpPr>
        <p:spPr>
          <a:xfrm>
            <a:off x="914880" y="4572000"/>
            <a:ext cx="5056800" cy="5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1600" strike="noStrike">
                <a:solidFill>
                  <a:srgbClr val="000000"/>
                </a:solidFill>
                <a:latin typeface="Red Hat Text"/>
                <a:ea typeface="Red Hat Text"/>
                <a:cs typeface="Red Hat Text"/>
                <a:sym typeface="Red Hat Text"/>
              </a:rPr>
              <a:t>Possible Camel bulkhead points:</a:t>
            </a:r>
            <a:endParaRPr sz="1600" strike="noStrike">
              <a:solidFill>
                <a:srgbClr val="000000"/>
              </a:solidFill>
              <a:latin typeface="Red Hat Text"/>
              <a:ea typeface="Red Hat Text"/>
              <a:cs typeface="Red Hat Text"/>
              <a:sym typeface="Red Hat Text"/>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7" name="Shape 5567"/>
        <p:cNvGrpSpPr/>
        <p:nvPr/>
      </p:nvGrpSpPr>
      <p:grpSpPr>
        <a:xfrm>
          <a:off x="0" y="0"/>
          <a:ext cx="0" cy="0"/>
          <a:chOff x="0" y="0"/>
          <a:chExt cx="0" cy="0"/>
        </a:xfrm>
      </p:grpSpPr>
      <p:sp>
        <p:nvSpPr>
          <p:cNvPr id="5568" name="Google Shape;5568;p438"/>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Bulkhead</a:t>
            </a:r>
            <a:endParaRPr sz="3600" strike="noStrike">
              <a:solidFill>
                <a:srgbClr val="000000"/>
              </a:solidFill>
              <a:latin typeface="Red Hat Text"/>
              <a:ea typeface="Red Hat Text"/>
              <a:cs typeface="Red Hat Text"/>
              <a:sym typeface="Red Hat Text"/>
            </a:endParaRPr>
          </a:p>
        </p:txBody>
      </p:sp>
      <p:sp>
        <p:nvSpPr>
          <p:cNvPr id="5569" name="Google Shape;5569;p438"/>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600" strike="noStrike">
                <a:solidFill>
                  <a:srgbClr val="353535"/>
                </a:solidFill>
                <a:latin typeface="Red Hat Text"/>
                <a:ea typeface="Red Hat Text"/>
                <a:cs typeface="Red Hat Text"/>
                <a:sym typeface="Red Hat Text"/>
              </a:rPr>
              <a:t>Enforces resource partitioning and damage containment in order to preserve partial functionality in the case of a failure. </a:t>
            </a:r>
            <a:endParaRPr sz="1600" strike="noStrike">
              <a:solidFill>
                <a:srgbClr val="000000"/>
              </a:solidFill>
              <a:latin typeface="Red Hat Text"/>
              <a:ea typeface="Red Hat Text"/>
              <a:cs typeface="Red Hat Text"/>
              <a:sym typeface="Red Hat Text"/>
            </a:endParaRPr>
          </a:p>
        </p:txBody>
      </p:sp>
      <p:sp>
        <p:nvSpPr>
          <p:cNvPr id="5570" name="Google Shape;5570;p438"/>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438"/>
          <p:cNvSpPr txBox="1"/>
          <p:nvPr/>
        </p:nvSpPr>
        <p:spPr>
          <a:xfrm>
            <a:off x="914400" y="2103000"/>
            <a:ext cx="9753600" cy="4662000"/>
          </a:xfrm>
          <a:prstGeom prst="rect">
            <a:avLst/>
          </a:prstGeom>
          <a:noFill/>
          <a:ln>
            <a:noFill/>
          </a:ln>
        </p:spPr>
        <p:txBody>
          <a:bodyPr anchorCtr="0" anchor="t" bIns="0" lIns="0" spcFirstLastPara="1" rIns="0" wrap="square" tIns="0">
            <a:noAutofit/>
          </a:bodyPr>
          <a:lstStyle/>
          <a:p>
            <a:pPr indent="0" lvl="0" marL="0" rtl="0" algn="l">
              <a:spcBef>
                <a:spcPts val="720"/>
              </a:spcBef>
              <a:spcAft>
                <a:spcPts val="0"/>
              </a:spcAft>
              <a:buClr>
                <a:schemeClr val="dk1"/>
              </a:buClr>
              <a:buSzPts val="1100"/>
              <a:buFont typeface="Arial"/>
              <a:buNone/>
            </a:pPr>
            <a:r>
              <a:rPr lang="en">
                <a:solidFill>
                  <a:schemeClr val="dk1"/>
                </a:solidFill>
                <a:latin typeface="Red Hat Text"/>
                <a:ea typeface="Red Hat Text"/>
                <a:cs typeface="Red Hat Text"/>
                <a:sym typeface="Red Hat Text"/>
              </a:rPr>
              <a:t>Best practices</a:t>
            </a:r>
            <a:endParaRPr>
              <a:solidFill>
                <a:schemeClr val="dk1"/>
              </a:solidFill>
              <a:latin typeface="Red Hat Text"/>
              <a:ea typeface="Red Hat Text"/>
              <a:cs typeface="Red Hat Text"/>
              <a:sym typeface="Red Hat Text"/>
            </a:endParaRPr>
          </a:p>
          <a:p>
            <a:pPr indent="-323850" lvl="0" marL="457200" rtl="0" algn="l">
              <a:lnSpc>
                <a:spcPct val="150000"/>
              </a:lnSpc>
              <a:spcBef>
                <a:spcPts val="1200"/>
              </a:spcBef>
              <a:spcAft>
                <a:spcPts val="0"/>
              </a:spcAft>
              <a:buClr>
                <a:schemeClr val="dk1"/>
              </a:buClr>
              <a:buSzPts val="1500"/>
              <a:buChar char="●"/>
            </a:pPr>
            <a:r>
              <a:rPr b="1" lang="en" sz="1500">
                <a:solidFill>
                  <a:schemeClr val="dk1"/>
                </a:solidFill>
                <a:latin typeface="Red Hat Text"/>
                <a:ea typeface="Red Hat Text"/>
                <a:cs typeface="Red Hat Text"/>
                <a:sym typeface="Red Hat Text"/>
              </a:rPr>
              <a:t>Isolate slow services:</a:t>
            </a:r>
            <a:r>
              <a:rPr lang="en" sz="1500">
                <a:solidFill>
                  <a:schemeClr val="dk1"/>
                </a:solidFill>
                <a:latin typeface="Red Hat Text"/>
                <a:ea typeface="Red Hat Text"/>
                <a:cs typeface="Red Hat Text"/>
                <a:sym typeface="Red Hat Text"/>
              </a:rPr>
              <a:t> Use the bulkhead pattern specifically on endpoints that are known to be slow or unreliable. Encapsulating these calls within a </a:t>
            </a:r>
            <a:r>
              <a:rPr lang="en" sz="1500">
                <a:solidFill>
                  <a:srgbClr val="188038"/>
                </a:solidFill>
                <a:latin typeface="Red Hat Text"/>
                <a:ea typeface="Red Hat Text"/>
                <a:cs typeface="Red Hat Text"/>
                <a:sym typeface="Red Hat Text"/>
              </a:rPr>
              <a:t>circuitBreaker()</a:t>
            </a:r>
            <a:r>
              <a:rPr lang="en" sz="1500">
                <a:solidFill>
                  <a:schemeClr val="dk1"/>
                </a:solidFill>
                <a:latin typeface="Red Hat Text"/>
                <a:ea typeface="Red Hat Text"/>
                <a:cs typeface="Red Hat Text"/>
                <a:sym typeface="Red Hat Text"/>
              </a:rPr>
              <a:t> block ensures that issues with one service won't impact others.</a:t>
            </a:r>
            <a:endParaRPr sz="1500">
              <a:solidFill>
                <a:schemeClr val="dk1"/>
              </a:solidFill>
              <a:latin typeface="Red Hat Text"/>
              <a:ea typeface="Red Hat Text"/>
              <a:cs typeface="Red Hat Text"/>
              <a:sym typeface="Red Hat Text"/>
            </a:endParaRPr>
          </a:p>
          <a:p>
            <a:pPr indent="-323850" lvl="0" marL="457200" rtl="0" algn="l">
              <a:lnSpc>
                <a:spcPct val="150000"/>
              </a:lnSpc>
              <a:spcBef>
                <a:spcPts val="0"/>
              </a:spcBef>
              <a:spcAft>
                <a:spcPts val="0"/>
              </a:spcAft>
              <a:buClr>
                <a:schemeClr val="dk1"/>
              </a:buClr>
              <a:buSzPts val="1500"/>
              <a:buChar char="●"/>
            </a:pPr>
            <a:r>
              <a:rPr b="1" lang="en" sz="1500">
                <a:solidFill>
                  <a:schemeClr val="dk1"/>
                </a:solidFill>
                <a:latin typeface="Red Hat Text"/>
                <a:ea typeface="Red Hat Text"/>
                <a:cs typeface="Red Hat Text"/>
                <a:sym typeface="Red Hat Text"/>
              </a:rPr>
              <a:t>Choose the right configuration:</a:t>
            </a:r>
            <a:r>
              <a:rPr lang="en" sz="1500">
                <a:solidFill>
                  <a:schemeClr val="dk1"/>
                </a:solidFill>
                <a:latin typeface="Red Hat Text"/>
                <a:ea typeface="Red Hat Text"/>
                <a:cs typeface="Red Hat Text"/>
                <a:sym typeface="Red Hat Text"/>
              </a:rPr>
              <a:t> Experiment with </a:t>
            </a:r>
            <a:r>
              <a:rPr lang="en" sz="1500">
                <a:solidFill>
                  <a:srgbClr val="188038"/>
                </a:solidFill>
                <a:latin typeface="Red Hat Text"/>
                <a:ea typeface="Red Hat Text"/>
                <a:cs typeface="Red Hat Text"/>
                <a:sym typeface="Red Hat Text"/>
              </a:rPr>
              <a:t>bulkheadMaxConcurrentCalls</a:t>
            </a:r>
            <a:r>
              <a:rPr lang="en" sz="1500">
                <a:solidFill>
                  <a:schemeClr val="dk1"/>
                </a:solidFill>
                <a:latin typeface="Red Hat Text"/>
                <a:ea typeface="Red Hat Text"/>
                <a:cs typeface="Red Hat Text"/>
                <a:sym typeface="Red Hat Text"/>
              </a:rPr>
              <a:t> and </a:t>
            </a:r>
            <a:r>
              <a:rPr lang="en" sz="1500">
                <a:solidFill>
                  <a:srgbClr val="188038"/>
                </a:solidFill>
                <a:latin typeface="Red Hat Text"/>
                <a:ea typeface="Red Hat Text"/>
                <a:cs typeface="Red Hat Text"/>
                <a:sym typeface="Red Hat Text"/>
              </a:rPr>
              <a:t>bulkheadMaxWaitDuration</a:t>
            </a:r>
            <a:r>
              <a:rPr lang="en" sz="1500">
                <a:solidFill>
                  <a:schemeClr val="dk1"/>
                </a:solidFill>
                <a:latin typeface="Red Hat Text"/>
                <a:ea typeface="Red Hat Text"/>
                <a:cs typeface="Red Hat Text"/>
                <a:sym typeface="Red Hat Text"/>
              </a:rPr>
              <a:t> to find the right balance between protecting your system and allowing a reasonable number of concurrent requests.</a:t>
            </a:r>
            <a:endParaRPr sz="1500">
              <a:solidFill>
                <a:schemeClr val="dk1"/>
              </a:solidFill>
              <a:latin typeface="Red Hat Text"/>
              <a:ea typeface="Red Hat Text"/>
              <a:cs typeface="Red Hat Text"/>
              <a:sym typeface="Red Hat Text"/>
            </a:endParaRPr>
          </a:p>
          <a:p>
            <a:pPr indent="-323850" lvl="0" marL="457200" rtl="0" algn="l">
              <a:lnSpc>
                <a:spcPct val="150000"/>
              </a:lnSpc>
              <a:spcBef>
                <a:spcPts val="0"/>
              </a:spcBef>
              <a:spcAft>
                <a:spcPts val="0"/>
              </a:spcAft>
              <a:buClr>
                <a:schemeClr val="dk1"/>
              </a:buClr>
              <a:buSzPts val="1500"/>
              <a:buChar char="●"/>
            </a:pPr>
            <a:r>
              <a:rPr b="1" lang="en" sz="1500">
                <a:solidFill>
                  <a:schemeClr val="dk1"/>
                </a:solidFill>
                <a:latin typeface="Red Hat Text"/>
                <a:ea typeface="Red Hat Text"/>
                <a:cs typeface="Red Hat Text"/>
                <a:sym typeface="Red Hat Text"/>
              </a:rPr>
              <a:t>Combine with other EIPs:</a:t>
            </a:r>
            <a:r>
              <a:rPr lang="en" sz="1500">
                <a:solidFill>
                  <a:schemeClr val="dk1"/>
                </a:solidFill>
                <a:latin typeface="Red Hat Text"/>
                <a:ea typeface="Red Hat Text"/>
                <a:cs typeface="Red Hat Text"/>
                <a:sym typeface="Red Hat Text"/>
              </a:rPr>
              <a:t> The Bulkhead pattern works well with other resilience techniques. For example, you can combine it with the Circuit Breaker pattern (which automatically detects and "trips" on repeated failures) and a </a:t>
            </a:r>
            <a:r>
              <a:rPr lang="en" sz="1500">
                <a:solidFill>
                  <a:srgbClr val="188038"/>
                </a:solidFill>
                <a:latin typeface="Red Hat Text"/>
                <a:ea typeface="Red Hat Text"/>
                <a:cs typeface="Red Hat Text"/>
                <a:sym typeface="Red Hat Text"/>
              </a:rPr>
              <a:t>onFallback()</a:t>
            </a:r>
            <a:r>
              <a:rPr lang="en" sz="1500">
                <a:solidFill>
                  <a:schemeClr val="dk1"/>
                </a:solidFill>
                <a:latin typeface="Red Hat Text"/>
                <a:ea typeface="Red Hat Text"/>
                <a:cs typeface="Red Hat Text"/>
                <a:sym typeface="Red Hat Text"/>
              </a:rPr>
              <a:t> to provide a graceful failure response.</a:t>
            </a:r>
            <a:endParaRPr sz="1500">
              <a:solidFill>
                <a:schemeClr val="dk1"/>
              </a:solidFill>
              <a:latin typeface="Red Hat Text"/>
              <a:ea typeface="Red Hat Text"/>
              <a:cs typeface="Red Hat Text"/>
              <a:sym typeface="Red Hat Text"/>
            </a:endParaRPr>
          </a:p>
          <a:p>
            <a:pPr indent="-323850" lvl="0" marL="457200" rtl="0" algn="l">
              <a:lnSpc>
                <a:spcPct val="150000"/>
              </a:lnSpc>
              <a:spcBef>
                <a:spcPts val="0"/>
              </a:spcBef>
              <a:spcAft>
                <a:spcPts val="0"/>
              </a:spcAft>
              <a:buClr>
                <a:schemeClr val="dk1"/>
              </a:buClr>
              <a:buSzPts val="1500"/>
              <a:buChar char="●"/>
            </a:pPr>
            <a:r>
              <a:rPr b="1" lang="en" sz="1500">
                <a:solidFill>
                  <a:schemeClr val="dk1"/>
                </a:solidFill>
                <a:latin typeface="Red Hat Text"/>
                <a:ea typeface="Red Hat Text"/>
                <a:cs typeface="Red Hat Text"/>
                <a:sym typeface="Red Hat Text"/>
              </a:rPr>
              <a:t>Monitor your resilience:</a:t>
            </a:r>
            <a:r>
              <a:rPr lang="en" sz="1500">
                <a:solidFill>
                  <a:schemeClr val="dk1"/>
                </a:solidFill>
                <a:latin typeface="Red Hat Text"/>
                <a:ea typeface="Red Hat Text"/>
                <a:cs typeface="Red Hat Text"/>
                <a:sym typeface="Red Hat Text"/>
              </a:rPr>
              <a:t> Implement monitoring to track the state of your bulkheads and observe whether requests are being accepted, queued, or rejected. This helps you understand the health of your system and adjust configurations as needed. </a:t>
            </a:r>
            <a:endParaRPr sz="1500">
              <a:solidFill>
                <a:schemeClr val="dk1"/>
              </a:solidFill>
              <a:latin typeface="Red Hat Text"/>
              <a:ea typeface="Red Hat Text"/>
              <a:cs typeface="Red Hat Text"/>
              <a:sym typeface="Red Hat Text"/>
            </a:endParaRPr>
          </a:p>
          <a:p>
            <a:pPr indent="0" lvl="0" marL="0" rtl="0" algn="l">
              <a:spcBef>
                <a:spcPts val="1200"/>
              </a:spcBef>
              <a:spcAft>
                <a:spcPts val="0"/>
              </a:spcAft>
              <a:buNone/>
            </a:pPr>
            <a:r>
              <a:t/>
            </a:r>
            <a:endParaRPr sz="1200">
              <a:solidFill>
                <a:schemeClr val="dk1"/>
              </a:solidFill>
              <a:latin typeface="Red Hat Text"/>
              <a:ea typeface="Red Hat Text"/>
              <a:cs typeface="Red Hat Text"/>
              <a:sym typeface="Red Hat Tex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5" name="Shape 5575"/>
        <p:cNvGrpSpPr/>
        <p:nvPr/>
      </p:nvGrpSpPr>
      <p:grpSpPr>
        <a:xfrm>
          <a:off x="0" y="0"/>
          <a:ext cx="0" cy="0"/>
          <a:chOff x="0" y="0"/>
          <a:chExt cx="0" cy="0"/>
        </a:xfrm>
      </p:grpSpPr>
      <p:sp>
        <p:nvSpPr>
          <p:cNvPr id="5576" name="Google Shape;5576;p439"/>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Bulkhead</a:t>
            </a:r>
            <a:endParaRPr sz="3600" strike="noStrike">
              <a:solidFill>
                <a:srgbClr val="000000"/>
              </a:solidFill>
              <a:latin typeface="Red Hat Text"/>
              <a:ea typeface="Red Hat Text"/>
              <a:cs typeface="Red Hat Text"/>
              <a:sym typeface="Red Hat Text"/>
            </a:endParaRPr>
          </a:p>
        </p:txBody>
      </p:sp>
      <p:sp>
        <p:nvSpPr>
          <p:cNvPr id="5577" name="Google Shape;5577;p439"/>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600">
                <a:solidFill>
                  <a:srgbClr val="353535"/>
                </a:solidFill>
                <a:latin typeface="Red Hat Text"/>
                <a:ea typeface="Red Hat Text"/>
                <a:cs typeface="Red Hat Text"/>
                <a:sym typeface="Red Hat Text"/>
              </a:rPr>
              <a:t>Using a separate thread pool to process messages sent to the endpoint. </a:t>
            </a:r>
            <a:endParaRPr sz="1600" strike="noStrike">
              <a:solidFill>
                <a:srgbClr val="000000"/>
              </a:solidFill>
              <a:latin typeface="Red Hat Text"/>
              <a:ea typeface="Red Hat Text"/>
              <a:cs typeface="Red Hat Text"/>
              <a:sym typeface="Red Hat Text"/>
            </a:endParaRPr>
          </a:p>
        </p:txBody>
      </p:sp>
      <p:sp>
        <p:nvSpPr>
          <p:cNvPr id="5578" name="Google Shape;5578;p439"/>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79" name="Google Shape;5579;p439"/>
          <p:cNvPicPr preferRelativeResize="0"/>
          <p:nvPr/>
        </p:nvPicPr>
        <p:blipFill>
          <a:blip r:embed="rId3">
            <a:alphaModFix/>
          </a:blip>
          <a:stretch>
            <a:fillRect/>
          </a:stretch>
        </p:blipFill>
        <p:spPr>
          <a:xfrm>
            <a:off x="2640950" y="1868375"/>
            <a:ext cx="6910096" cy="4989625"/>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3" name="Shape 5583"/>
        <p:cNvGrpSpPr/>
        <p:nvPr/>
      </p:nvGrpSpPr>
      <p:grpSpPr>
        <a:xfrm>
          <a:off x="0" y="0"/>
          <a:ext cx="0" cy="0"/>
          <a:chOff x="0" y="0"/>
          <a:chExt cx="0" cy="0"/>
        </a:xfrm>
      </p:grpSpPr>
      <p:sp>
        <p:nvSpPr>
          <p:cNvPr id="5584" name="Google Shape;5584;p440"/>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Horizontal Scaling</a:t>
            </a:r>
            <a:endParaRPr sz="3600" strike="noStrike">
              <a:solidFill>
                <a:srgbClr val="000000"/>
              </a:solidFill>
              <a:latin typeface="Red Hat Text"/>
              <a:ea typeface="Red Hat Text"/>
              <a:cs typeface="Red Hat Text"/>
              <a:sym typeface="Red Hat Text"/>
            </a:endParaRPr>
          </a:p>
        </p:txBody>
      </p:sp>
      <p:sp>
        <p:nvSpPr>
          <p:cNvPr id="5585" name="Google Shape;5585;p440"/>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Service Instance Pattern for accommodating increasing workloads.</a:t>
            </a:r>
            <a:endParaRPr sz="1800" strike="noStrike">
              <a:solidFill>
                <a:srgbClr val="000000"/>
              </a:solidFill>
              <a:latin typeface="Red Hat Text"/>
              <a:ea typeface="Red Hat Text"/>
              <a:cs typeface="Red Hat Text"/>
              <a:sym typeface="Red Hat Text"/>
            </a:endParaRPr>
          </a:p>
        </p:txBody>
      </p:sp>
      <p:sp>
        <p:nvSpPr>
          <p:cNvPr id="5586" name="Google Shape;5586;p440"/>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87" name="Google Shape;5587;p440"/>
          <p:cNvPicPr preferRelativeResize="0"/>
          <p:nvPr/>
        </p:nvPicPr>
        <p:blipFill rotWithShape="1">
          <a:blip r:embed="rId3">
            <a:alphaModFix/>
          </a:blip>
          <a:srcRect b="0" l="0" r="0" t="0"/>
          <a:stretch/>
        </p:blipFill>
        <p:spPr>
          <a:xfrm>
            <a:off x="1898363" y="2102999"/>
            <a:ext cx="8395276" cy="3861749"/>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1" name="Shape 5591"/>
        <p:cNvGrpSpPr/>
        <p:nvPr/>
      </p:nvGrpSpPr>
      <p:grpSpPr>
        <a:xfrm>
          <a:off x="0" y="0"/>
          <a:ext cx="0" cy="0"/>
          <a:chOff x="0" y="0"/>
          <a:chExt cx="0" cy="0"/>
        </a:xfrm>
      </p:grpSpPr>
      <p:sp>
        <p:nvSpPr>
          <p:cNvPr id="5592" name="Google Shape;5592;p441"/>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Service Instance</a:t>
            </a:r>
            <a:endParaRPr sz="3600" strike="noStrike">
              <a:solidFill>
                <a:srgbClr val="000000"/>
              </a:solidFill>
              <a:latin typeface="Red Hat Text"/>
              <a:ea typeface="Red Hat Text"/>
              <a:cs typeface="Red Hat Text"/>
              <a:sym typeface="Red Hat Text"/>
            </a:endParaRPr>
          </a:p>
        </p:txBody>
      </p:sp>
      <p:sp>
        <p:nvSpPr>
          <p:cNvPr id="5593" name="Google Shape;5593;p441"/>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Areas to consider before horizontally scaling a Camel application.</a:t>
            </a:r>
            <a:endParaRPr sz="1800" strike="noStrike">
              <a:solidFill>
                <a:srgbClr val="000000"/>
              </a:solidFill>
              <a:latin typeface="Red Hat Text"/>
              <a:ea typeface="Red Hat Text"/>
              <a:cs typeface="Red Hat Text"/>
              <a:sym typeface="Red Hat Text"/>
            </a:endParaRPr>
          </a:p>
        </p:txBody>
      </p:sp>
      <p:sp>
        <p:nvSpPr>
          <p:cNvPr id="5594" name="Google Shape;5594;p441"/>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441"/>
          <p:cNvSpPr txBox="1"/>
          <p:nvPr/>
        </p:nvSpPr>
        <p:spPr>
          <a:xfrm>
            <a:off x="914400" y="1828800"/>
            <a:ext cx="10779900" cy="4932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720"/>
              </a:spcBef>
              <a:spcAft>
                <a:spcPts val="0"/>
              </a:spcAft>
              <a:buNone/>
            </a:pPr>
            <a:r>
              <a:rPr b="1" lang="en">
                <a:solidFill>
                  <a:schemeClr val="dk1"/>
                </a:solidFill>
                <a:latin typeface="Red Hat Text"/>
                <a:ea typeface="Red Hat Text"/>
                <a:cs typeface="Red Hat Text"/>
                <a:sym typeface="Red Hat Text"/>
              </a:rPr>
              <a:t>Design for Statelessness</a:t>
            </a:r>
            <a:endParaRPr b="1">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Remove State:</a:t>
            </a:r>
            <a:endParaRPr u="sng">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Applications must be designed to be stateless. This means that user-specific data should not be stored within the Camel application instances themselves but rather in an external, shared data store. </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External Data Storage:</a:t>
            </a:r>
            <a:endParaRPr>
              <a:solidFill>
                <a:schemeClr val="dk1"/>
              </a:solidFill>
              <a:latin typeface="Red Hat Text"/>
              <a:ea typeface="Red Hat Text"/>
              <a:cs typeface="Red Hat Text"/>
              <a:sym typeface="Red Hat Text"/>
            </a:endParaRPr>
          </a:p>
          <a:p>
            <a:pPr indent="0" lvl="0" marL="0" rtl="0" algn="l">
              <a:lnSpc>
                <a:spcPct val="115000"/>
              </a:lnSpc>
              <a:spcBef>
                <a:spcPts val="720"/>
              </a:spcBef>
              <a:spcAft>
                <a:spcPts val="0"/>
              </a:spcAft>
              <a:buNone/>
            </a:pPr>
            <a:r>
              <a:rPr lang="en">
                <a:solidFill>
                  <a:schemeClr val="dk1"/>
                </a:solidFill>
                <a:latin typeface="Red Hat Text"/>
                <a:ea typeface="Red Hat Text"/>
                <a:cs typeface="Red Hat Text"/>
                <a:sym typeface="Red Hat Text"/>
              </a:rPr>
              <a:t>Store session data and other state in a central location, such as a database or a message queue, that all running Camel instances can access. </a:t>
            </a:r>
            <a:endParaRPr>
              <a:solidFill>
                <a:schemeClr val="dk1"/>
              </a:solidFill>
              <a:latin typeface="Red Hat Text"/>
              <a:ea typeface="Red Hat Text"/>
              <a:cs typeface="Red Hat Text"/>
              <a:sym typeface="Red Hat Text"/>
            </a:endParaRPr>
          </a:p>
          <a:p>
            <a:pPr indent="0" lvl="0" marL="0" rtl="0" algn="l">
              <a:lnSpc>
                <a:spcPct val="115000"/>
              </a:lnSpc>
              <a:spcBef>
                <a:spcPts val="720"/>
              </a:spcBef>
              <a:spcAft>
                <a:spcPts val="0"/>
              </a:spcAft>
              <a:buNone/>
            </a:pPr>
            <a:r>
              <a:rPr b="1" lang="en">
                <a:solidFill>
                  <a:schemeClr val="dk1"/>
                </a:solidFill>
                <a:latin typeface="Red Hat Text"/>
                <a:ea typeface="Red Hat Text"/>
                <a:cs typeface="Red Hat Text"/>
                <a:sym typeface="Red Hat Text"/>
              </a:rPr>
              <a:t>Leverage Orchestration and Load Balancing</a:t>
            </a:r>
            <a:endParaRPr b="1">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Containerization:</a:t>
            </a:r>
            <a:br>
              <a:rPr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Deploy your Camel integrations as containers, which is ideal for horizontal scaling. </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Kubernetes/OpenShift:</a:t>
            </a:r>
            <a:br>
              <a:rPr b="1"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Use platforms like Kubernetes or Red Hat OpenShift. These platforms handle the orchestration of your containerized applications, making it easier to scale them out. </a:t>
            </a:r>
            <a:endParaRPr>
              <a:solidFill>
                <a:schemeClr val="dk1"/>
              </a:solidFill>
              <a:latin typeface="Red Hat Text"/>
              <a:ea typeface="Red Hat Text"/>
              <a:cs typeface="Red Hat Text"/>
              <a:sym typeface="Red Hat Text"/>
            </a:endParaRPr>
          </a:p>
          <a:p>
            <a:pPr indent="0" lvl="0" marL="0" rtl="0" algn="l">
              <a:lnSpc>
                <a:spcPct val="115000"/>
              </a:lnSpc>
              <a:spcBef>
                <a:spcPts val="720"/>
              </a:spcBef>
              <a:spcAft>
                <a:spcPts val="0"/>
              </a:spcAft>
              <a:buClr>
                <a:schemeClr val="dk1"/>
              </a:buClr>
              <a:buSzPts val="1100"/>
              <a:buFont typeface="Arial"/>
              <a:buNone/>
            </a:pPr>
            <a:r>
              <a:rPr lang="en">
                <a:solidFill>
                  <a:schemeClr val="dk1"/>
                </a:solidFill>
                <a:latin typeface="Red Hat Text"/>
                <a:ea typeface="Red Hat Text"/>
                <a:cs typeface="Red Hat Text"/>
                <a:sym typeface="Red Hat Text"/>
              </a:rPr>
              <a:t>Load Balancer:</a:t>
            </a:r>
            <a:br>
              <a:rPr b="1"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A load balancer is crucial for distributing incoming requests across the multiple instances of your Camel application. </a:t>
            </a:r>
            <a:endParaRPr>
              <a:solidFill>
                <a:schemeClr val="dk1"/>
              </a:solidFill>
              <a:latin typeface="Red Hat Text"/>
              <a:ea typeface="Red Hat Text"/>
              <a:cs typeface="Red Hat Text"/>
              <a:sym typeface="Red Hat Text"/>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9" name="Shape 5599"/>
        <p:cNvGrpSpPr/>
        <p:nvPr/>
      </p:nvGrpSpPr>
      <p:grpSpPr>
        <a:xfrm>
          <a:off x="0" y="0"/>
          <a:ext cx="0" cy="0"/>
          <a:chOff x="0" y="0"/>
          <a:chExt cx="0" cy="0"/>
        </a:xfrm>
      </p:grpSpPr>
      <p:sp>
        <p:nvSpPr>
          <p:cNvPr id="5600" name="Google Shape;5600;p442"/>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Service Instance</a:t>
            </a:r>
            <a:endParaRPr sz="3600" strike="noStrike">
              <a:solidFill>
                <a:srgbClr val="000000"/>
              </a:solidFill>
              <a:latin typeface="Red Hat Text"/>
              <a:ea typeface="Red Hat Text"/>
              <a:cs typeface="Red Hat Text"/>
              <a:sym typeface="Red Hat Text"/>
            </a:endParaRPr>
          </a:p>
        </p:txBody>
      </p:sp>
      <p:sp>
        <p:nvSpPr>
          <p:cNvPr id="5601" name="Google Shape;5601;p442"/>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Areas to consider before horizontally scaling a Camel application.</a:t>
            </a:r>
            <a:endParaRPr sz="1800" strike="noStrike">
              <a:solidFill>
                <a:srgbClr val="000000"/>
              </a:solidFill>
              <a:latin typeface="Red Hat Text"/>
              <a:ea typeface="Red Hat Text"/>
              <a:cs typeface="Red Hat Text"/>
              <a:sym typeface="Red Hat Text"/>
            </a:endParaRPr>
          </a:p>
        </p:txBody>
      </p:sp>
      <p:sp>
        <p:nvSpPr>
          <p:cNvPr id="5602" name="Google Shape;5602;p442"/>
          <p:cNvSpPr txBox="1"/>
          <p:nvPr/>
        </p:nvSpPr>
        <p:spPr>
          <a:xfrm>
            <a:off x="4867200" y="3603960"/>
            <a:ext cx="240900" cy="42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442"/>
          <p:cNvSpPr txBox="1"/>
          <p:nvPr/>
        </p:nvSpPr>
        <p:spPr>
          <a:xfrm>
            <a:off x="914400" y="1746450"/>
            <a:ext cx="10779900" cy="5014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720"/>
              </a:spcBef>
              <a:spcAft>
                <a:spcPts val="0"/>
              </a:spcAft>
              <a:buNone/>
            </a:pPr>
            <a:r>
              <a:rPr b="1" lang="en">
                <a:solidFill>
                  <a:schemeClr val="dk1"/>
                </a:solidFill>
                <a:latin typeface="Red Hat Text"/>
                <a:ea typeface="Red Hat Text"/>
                <a:cs typeface="Red Hat Text"/>
                <a:sym typeface="Red Hat Text"/>
              </a:rPr>
              <a:t>Implement Autoscaling </a:t>
            </a:r>
            <a:endParaRPr b="1">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Knative:</a:t>
            </a:r>
            <a:br>
              <a:rPr b="1"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Camel 4  provides native support for scaling, particularly for integration and pipe resources.</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Horizontal Pod Autoscaler (HPA):</a:t>
            </a:r>
            <a:br>
              <a:rPr b="1"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Configure HPA to automatically adjust the number of pods for your Camel Integration or Pipe.</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Custom Metrics:</a:t>
            </a:r>
            <a:br>
              <a:rPr b="1"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You can export internal integration metrics, such as the number of in-flight exchanges, to use with Prometheus and the custom metrics adapter for HPA.</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lang="en">
                <a:solidFill>
                  <a:schemeClr val="dk1"/>
                </a:solidFill>
                <a:latin typeface="Red Hat Text"/>
                <a:ea typeface="Red Hat Text"/>
                <a:cs typeface="Red Hat Text"/>
                <a:sym typeface="Red Hat Text"/>
              </a:rPr>
              <a:t>Scale to Zero:</a:t>
            </a:r>
            <a:br>
              <a:rPr b="1" lang="en">
                <a:solidFill>
                  <a:schemeClr val="dk1"/>
                </a:solidFill>
                <a:latin typeface="Red Hat Text"/>
                <a:ea typeface="Red Hat Text"/>
                <a:cs typeface="Red Hat Text"/>
                <a:sym typeface="Red Hat Text"/>
              </a:rPr>
            </a:br>
            <a:r>
              <a:rPr lang="en">
                <a:solidFill>
                  <a:schemeClr val="dk1"/>
                </a:solidFill>
                <a:latin typeface="Red Hat Text"/>
                <a:ea typeface="Red Hat Text"/>
                <a:cs typeface="Red Hat Text"/>
                <a:sym typeface="Red Hat Text"/>
              </a:rPr>
              <a:t>With certain configurations, like using a Knative-enabled environment, Camel K pipes can automatically scale down to zero replicas when there is no incoming traffic, optimizing resource usage.</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0"/>
              </a:spcAft>
              <a:buNone/>
            </a:pPr>
            <a:r>
              <a:rPr b="1" lang="en">
                <a:solidFill>
                  <a:schemeClr val="dk1"/>
                </a:solidFill>
                <a:latin typeface="Red Hat Text"/>
                <a:ea typeface="Red Hat Text"/>
                <a:cs typeface="Red Hat Text"/>
                <a:sym typeface="Red Hat Text"/>
              </a:rPr>
              <a:t>Ensure Proper Message Consumption</a:t>
            </a:r>
            <a:endParaRPr b="1">
              <a:solidFill>
                <a:schemeClr val="dk1"/>
              </a:solidFill>
              <a:latin typeface="Red Hat Text"/>
              <a:ea typeface="Red Hat Text"/>
              <a:cs typeface="Red Hat Text"/>
              <a:sym typeface="Red Hat Text"/>
            </a:endParaRPr>
          </a:p>
          <a:p>
            <a:pPr indent="0" lvl="0" marL="0" rtl="0" algn="l">
              <a:lnSpc>
                <a:spcPct val="100000"/>
              </a:lnSpc>
              <a:spcBef>
                <a:spcPts val="1200"/>
              </a:spcBef>
              <a:spcAft>
                <a:spcPts val="0"/>
              </a:spcAft>
              <a:buNone/>
            </a:pPr>
            <a:r>
              <a:rPr lang="en">
                <a:solidFill>
                  <a:schemeClr val="dk1"/>
                </a:solidFill>
                <a:latin typeface="Red Hat Text"/>
                <a:ea typeface="Red Hat Text"/>
                <a:cs typeface="Red Hat Text"/>
                <a:sym typeface="Red Hat Text"/>
              </a:rPr>
              <a:t>Message Brokers:</a:t>
            </a:r>
            <a:endParaRPr>
              <a:solidFill>
                <a:schemeClr val="dk1"/>
              </a:solidFill>
              <a:latin typeface="Red Hat Text"/>
              <a:ea typeface="Red Hat Text"/>
              <a:cs typeface="Red Hat Text"/>
              <a:sym typeface="Red Hat Text"/>
            </a:endParaRPr>
          </a:p>
          <a:p>
            <a:pPr indent="0" lvl="0" marL="0" rtl="0" algn="l">
              <a:lnSpc>
                <a:spcPct val="115000"/>
              </a:lnSpc>
              <a:spcBef>
                <a:spcPts val="1200"/>
              </a:spcBef>
              <a:spcAft>
                <a:spcPts val="1200"/>
              </a:spcAft>
              <a:buNone/>
            </a:pPr>
            <a:r>
              <a:rPr lang="en">
                <a:solidFill>
                  <a:schemeClr val="dk1"/>
                </a:solidFill>
                <a:latin typeface="Red Hat Text"/>
                <a:ea typeface="Red Hat Text"/>
                <a:cs typeface="Red Hat Text"/>
                <a:sym typeface="Red Hat Text"/>
              </a:rPr>
              <a:t>When consuming from a message broker like ActiveMQ, ensure that your deployed instances are competing for messages from the inbound queue. This is often a very effective way to increase throughput and utilize horizontal scaling. </a:t>
            </a:r>
            <a:endParaRPr b="1" sz="1900">
              <a:solidFill>
                <a:srgbClr val="353535"/>
              </a:solidFill>
              <a:latin typeface="Red Hat Text"/>
              <a:ea typeface="Red Hat Text"/>
              <a:cs typeface="Red Hat Text"/>
              <a:sym typeface="Red Hat Tex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7" name="Shape 5607"/>
        <p:cNvGrpSpPr/>
        <p:nvPr/>
      </p:nvGrpSpPr>
      <p:grpSpPr>
        <a:xfrm>
          <a:off x="0" y="0"/>
          <a:ext cx="0" cy="0"/>
          <a:chOff x="0" y="0"/>
          <a:chExt cx="0" cy="0"/>
        </a:xfrm>
      </p:grpSpPr>
      <p:sp>
        <p:nvSpPr>
          <p:cNvPr id="5608" name="Google Shape;5608;p443"/>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ctr">
              <a:spcBef>
                <a:spcPts val="0"/>
              </a:spcBef>
              <a:spcAft>
                <a:spcPts val="0"/>
              </a:spcAft>
              <a:buNone/>
            </a:pPr>
            <a:r>
              <a:rPr lang="en" sz="3600" strike="noStrike">
                <a:solidFill>
                  <a:srgbClr val="000000"/>
                </a:solidFill>
                <a:latin typeface="Red Hat Text"/>
                <a:ea typeface="Red Hat Text"/>
                <a:cs typeface="Red Hat Text"/>
                <a:sym typeface="Red Hat Text"/>
              </a:rPr>
              <a:t>Scalability Scenarios</a:t>
            </a:r>
            <a:endParaRPr sz="3600" strike="noStrike">
              <a:solidFill>
                <a:srgbClr val="000000"/>
              </a:solidFill>
              <a:latin typeface="Red Hat Text"/>
              <a:ea typeface="Red Hat Text"/>
              <a:cs typeface="Red Hat Text"/>
              <a:sym typeface="Red Hat Text"/>
            </a:endParaRPr>
          </a:p>
        </p:txBody>
      </p:sp>
      <p:sp>
        <p:nvSpPr>
          <p:cNvPr id="5609" name="Google Shape;5609;p443"/>
          <p:cNvSpPr txBox="1"/>
          <p:nvPr/>
        </p:nvSpPr>
        <p:spPr>
          <a:xfrm>
            <a:off x="914400" y="1407600"/>
            <a:ext cx="10363200" cy="695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 sz="1800" strike="noStrike">
                <a:solidFill>
                  <a:srgbClr val="353535"/>
                </a:solidFill>
                <a:latin typeface="Red Hat Text"/>
                <a:ea typeface="Red Hat Text"/>
                <a:cs typeface="Red Hat Text"/>
                <a:sym typeface="Red Hat Text"/>
              </a:rPr>
              <a:t>Vertical scaling (performance tuning)</a:t>
            </a:r>
            <a:endParaRPr sz="1800" strike="noStrike">
              <a:solidFill>
                <a:srgbClr val="000000"/>
              </a:solidFill>
              <a:latin typeface="Red Hat Text"/>
              <a:ea typeface="Red Hat Text"/>
              <a:cs typeface="Red Hat Text"/>
              <a:sym typeface="Red Hat Text"/>
            </a:endParaRPr>
          </a:p>
        </p:txBody>
      </p:sp>
      <p:pic>
        <p:nvPicPr>
          <p:cNvPr id="5610" name="Google Shape;5610;p443"/>
          <p:cNvPicPr preferRelativeResize="0"/>
          <p:nvPr/>
        </p:nvPicPr>
        <p:blipFill rotWithShape="1">
          <a:blip r:embed="rId3">
            <a:alphaModFix/>
          </a:blip>
          <a:srcRect b="0" l="0" r="0" t="0"/>
          <a:stretch/>
        </p:blipFill>
        <p:spPr>
          <a:xfrm>
            <a:off x="6583680" y="5788915"/>
            <a:ext cx="1832040" cy="954000"/>
          </a:xfrm>
          <a:prstGeom prst="rect">
            <a:avLst/>
          </a:prstGeom>
          <a:noFill/>
          <a:ln>
            <a:noFill/>
          </a:ln>
        </p:spPr>
      </p:pic>
      <p:sp>
        <p:nvSpPr>
          <p:cNvPr id="5611" name="Google Shape;5611;p443"/>
          <p:cNvSpPr txBox="1"/>
          <p:nvPr/>
        </p:nvSpPr>
        <p:spPr>
          <a:xfrm>
            <a:off x="674350" y="1752125"/>
            <a:ext cx="10668000" cy="2136900"/>
          </a:xfrm>
          <a:prstGeom prst="rect">
            <a:avLst/>
          </a:prstGeom>
          <a:noFill/>
          <a:ln>
            <a:noFill/>
          </a:ln>
        </p:spPr>
        <p:txBody>
          <a:bodyPr anchorCtr="0" anchor="t" bIns="0" lIns="0" spcFirstLastPara="1" rIns="0" wrap="square" tIns="0">
            <a:noAutofit/>
          </a:bodyPr>
          <a:lstStyle/>
          <a:p>
            <a:pPr indent="-317500" lvl="0" marL="457200" rtl="0" algn="l">
              <a:spcBef>
                <a:spcPts val="720"/>
              </a:spcBef>
              <a:spcAft>
                <a:spcPts val="0"/>
              </a:spcAft>
              <a:buClr>
                <a:schemeClr val="dk1"/>
              </a:buClr>
              <a:buSzPts val="1400"/>
              <a:buChar char="●"/>
            </a:pPr>
            <a:r>
              <a:rPr b="1" lang="en">
                <a:solidFill>
                  <a:schemeClr val="dk1"/>
                </a:solidFill>
                <a:latin typeface="Red Hat Text"/>
                <a:ea typeface="Red Hat Text"/>
                <a:cs typeface="Red Hat Text"/>
                <a:sym typeface="Red Hat Text"/>
              </a:rPr>
              <a:t>Optimize thread pools: </a:t>
            </a:r>
            <a:r>
              <a:rPr lang="en">
                <a:solidFill>
                  <a:schemeClr val="dk1"/>
                </a:solidFill>
                <a:latin typeface="Red Hat Text"/>
                <a:ea typeface="Red Hat Text"/>
                <a:cs typeface="Red Hat Text"/>
                <a:sym typeface="Red Hat Text"/>
              </a:rPr>
              <a:t>By default, some parallel processing patterns in Camel use a limited, shared thread pool. For demanding routes, define and configure dedicated thread pools with </a:t>
            </a:r>
            <a:r>
              <a:rPr lang="en">
                <a:solidFill>
                  <a:srgbClr val="188038"/>
                </a:solidFill>
                <a:latin typeface="Red Hat Text"/>
                <a:ea typeface="Red Hat Text"/>
                <a:cs typeface="Red Hat Text"/>
                <a:sym typeface="Red Hat Text"/>
              </a:rPr>
              <a:t>ExecutorService</a:t>
            </a:r>
            <a:r>
              <a:rPr lang="en">
                <a:solidFill>
                  <a:schemeClr val="dk1"/>
                </a:solidFill>
                <a:latin typeface="Red Hat Text"/>
                <a:ea typeface="Red Hat Text"/>
                <a:cs typeface="Red Hat Text"/>
                <a:sym typeface="Red Hat Text"/>
              </a:rPr>
              <a:t> to prevent bottlenecks. </a:t>
            </a:r>
            <a:endParaRPr>
              <a:solidFill>
                <a:schemeClr val="dk1"/>
              </a:solidFill>
              <a:latin typeface="Red Hat Text"/>
              <a:ea typeface="Red Hat Text"/>
              <a:cs typeface="Red Hat Text"/>
              <a:sym typeface="Red Hat Text"/>
            </a:endParaRPr>
          </a:p>
          <a:p>
            <a:pPr indent="-317500" lvl="0" marL="914400" rtl="0" algn="l">
              <a:lnSpc>
                <a:spcPct val="115000"/>
              </a:lnSpc>
              <a:spcBef>
                <a:spcPts val="0"/>
              </a:spcBef>
              <a:spcAft>
                <a:spcPts val="0"/>
              </a:spcAft>
              <a:buClr>
                <a:schemeClr val="dk1"/>
              </a:buClr>
              <a:buSzPts val="1400"/>
              <a:buChar char="●"/>
            </a:pPr>
            <a:r>
              <a:rPr b="1" lang="en">
                <a:solidFill>
                  <a:schemeClr val="dk1"/>
                </a:solidFill>
                <a:latin typeface="Red Hat Text"/>
                <a:ea typeface="Red Hat Text"/>
                <a:cs typeface="Red Hat Text"/>
                <a:sym typeface="Red Hat Text"/>
              </a:rPr>
              <a:t>For parallel processing patterns (Multicast, Recipient List, Splitter):</a:t>
            </a:r>
            <a:r>
              <a:rPr lang="en">
                <a:solidFill>
                  <a:schemeClr val="dk1"/>
                </a:solidFill>
                <a:latin typeface="Red Hat Text"/>
                <a:ea typeface="Red Hat Text"/>
                <a:cs typeface="Red Hat Text"/>
                <a:sym typeface="Red Hat Text"/>
              </a:rPr>
              <a:t> Override the default behavior by providing a custom </a:t>
            </a:r>
            <a:r>
              <a:rPr lang="en">
                <a:solidFill>
                  <a:srgbClr val="188038"/>
                </a:solidFill>
                <a:latin typeface="Red Hat Text"/>
                <a:ea typeface="Red Hat Text"/>
                <a:cs typeface="Red Hat Text"/>
                <a:sym typeface="Red Hat Text"/>
              </a:rPr>
              <a:t>ExecutorService</a:t>
            </a:r>
            <a:r>
              <a:rPr lang="en">
                <a:solidFill>
                  <a:schemeClr val="dk1"/>
                </a:solidFill>
                <a:latin typeface="Red Hat Text"/>
                <a:ea typeface="Red Hat Text"/>
                <a:cs typeface="Red Hat Text"/>
                <a:sym typeface="Red Hat Text"/>
              </a:rPr>
              <a:t> tuned to your workload.</a:t>
            </a:r>
            <a:endParaRPr>
              <a:solidFill>
                <a:schemeClr val="dk1"/>
              </a:solidFill>
              <a:latin typeface="Red Hat Text"/>
              <a:ea typeface="Red Hat Text"/>
              <a:cs typeface="Red Hat Text"/>
              <a:sym typeface="Red Hat Text"/>
            </a:endParaRPr>
          </a:p>
          <a:p>
            <a:pPr indent="-317500" lvl="0" marL="914400" rtl="0" algn="l">
              <a:lnSpc>
                <a:spcPct val="115000"/>
              </a:lnSpc>
              <a:spcBef>
                <a:spcPts val="0"/>
              </a:spcBef>
              <a:spcAft>
                <a:spcPts val="0"/>
              </a:spcAft>
              <a:buClr>
                <a:schemeClr val="dk1"/>
              </a:buClr>
              <a:buSzPts val="1400"/>
              <a:buChar char="●"/>
            </a:pPr>
            <a:r>
              <a:rPr b="1" lang="en">
                <a:solidFill>
                  <a:schemeClr val="dk1"/>
                </a:solidFill>
                <a:latin typeface="Red Hat Text"/>
                <a:ea typeface="Red Hat Text"/>
                <a:cs typeface="Red Hat Text"/>
                <a:sym typeface="Red Hat Text"/>
              </a:rPr>
              <a:t>For asynchronous messaging with SEDA:</a:t>
            </a:r>
            <a:r>
              <a:rPr lang="en">
                <a:solidFill>
                  <a:schemeClr val="dk1"/>
                </a:solidFill>
                <a:latin typeface="Red Hat Text"/>
                <a:ea typeface="Red Hat Text"/>
                <a:cs typeface="Red Hat Text"/>
                <a:sym typeface="Red Hat Text"/>
              </a:rPr>
              <a:t> Increase the </a:t>
            </a:r>
            <a:r>
              <a:rPr lang="en">
                <a:solidFill>
                  <a:srgbClr val="188038"/>
                </a:solidFill>
                <a:latin typeface="Red Hat Text"/>
                <a:ea typeface="Red Hat Text"/>
                <a:cs typeface="Red Hat Text"/>
                <a:sym typeface="Red Hat Text"/>
              </a:rPr>
              <a:t>concurrentConsumers</a:t>
            </a:r>
            <a:r>
              <a:rPr lang="en">
                <a:solidFill>
                  <a:schemeClr val="dk1"/>
                </a:solidFill>
                <a:latin typeface="Red Hat Text"/>
                <a:ea typeface="Red Hat Text"/>
                <a:cs typeface="Red Hat Text"/>
                <a:sym typeface="Red Hat Text"/>
              </a:rPr>
              <a:t> property on the endpoint to allow more threads to process messages from an in-memory queue. </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chemeClr val="dk1"/>
              </a:buClr>
              <a:buSzPts val="1400"/>
              <a:buFont typeface="Red Hat Text"/>
              <a:buChar char="●"/>
            </a:pPr>
            <a:r>
              <a:rPr b="1" lang="en">
                <a:solidFill>
                  <a:schemeClr val="dk1"/>
                </a:solidFill>
                <a:latin typeface="Red Hat Text"/>
                <a:ea typeface="Red Hat Text"/>
                <a:cs typeface="Red Hat Text"/>
                <a:sym typeface="Red Hat Text"/>
              </a:rPr>
              <a:t>Fine-tune asynchronous and in-memory components: </a:t>
            </a:r>
            <a:r>
              <a:rPr lang="en">
                <a:solidFill>
                  <a:schemeClr val="dk1"/>
                </a:solidFill>
                <a:latin typeface="Red Hat Text"/>
                <a:ea typeface="Red Hat Text"/>
                <a:cs typeface="Red Hat Text"/>
                <a:sym typeface="Red Hat Text"/>
              </a:rPr>
              <a:t>Apache Camel 4 has improved performance for its asynchronous messaging components. </a:t>
            </a:r>
            <a:endParaRPr>
              <a:solidFill>
                <a:schemeClr val="dk1"/>
              </a:solidFill>
              <a:latin typeface="Red Hat Text"/>
              <a:ea typeface="Red Hat Text"/>
              <a:cs typeface="Red Hat Text"/>
              <a:sym typeface="Red Hat Text"/>
            </a:endParaRPr>
          </a:p>
          <a:p>
            <a:pPr indent="-317500" lvl="0" marL="914400" rtl="0" algn="l">
              <a:lnSpc>
                <a:spcPct val="115000"/>
              </a:lnSpc>
              <a:spcBef>
                <a:spcPts val="0"/>
              </a:spcBef>
              <a:spcAft>
                <a:spcPts val="0"/>
              </a:spcAft>
              <a:buClr>
                <a:schemeClr val="dk1"/>
              </a:buClr>
              <a:buSzPts val="1400"/>
              <a:buChar char="●"/>
            </a:pPr>
            <a:r>
              <a:rPr b="1" lang="en">
                <a:solidFill>
                  <a:schemeClr val="dk1"/>
                </a:solidFill>
                <a:latin typeface="Red Hat Text"/>
                <a:ea typeface="Red Hat Text"/>
                <a:cs typeface="Red Hat Text"/>
                <a:sym typeface="Red Hat Text"/>
              </a:rPr>
              <a:t>SEDA vs. Disruptor:</a:t>
            </a:r>
            <a:r>
              <a:rPr lang="en">
                <a:solidFill>
                  <a:schemeClr val="dk1"/>
                </a:solidFill>
                <a:latin typeface="Red Hat Text"/>
                <a:ea typeface="Red Hat Text"/>
                <a:cs typeface="Red Hat Text"/>
                <a:sym typeface="Red Hat Text"/>
              </a:rPr>
              <a:t> For high-throughput scenarios, consider the </a:t>
            </a:r>
            <a:r>
              <a:rPr lang="en">
                <a:solidFill>
                  <a:srgbClr val="188038"/>
                </a:solidFill>
                <a:latin typeface="Red Hat Text"/>
                <a:ea typeface="Red Hat Text"/>
                <a:cs typeface="Red Hat Text"/>
                <a:sym typeface="Red Hat Text"/>
              </a:rPr>
              <a:t>disruptor</a:t>
            </a:r>
            <a:r>
              <a:rPr lang="en">
                <a:solidFill>
                  <a:schemeClr val="dk1"/>
                </a:solidFill>
                <a:latin typeface="Red Hat Text"/>
                <a:ea typeface="Red Hat Text"/>
                <a:cs typeface="Red Hat Text"/>
                <a:sym typeface="Red Hat Text"/>
              </a:rPr>
              <a:t> component, which has outperformed the </a:t>
            </a:r>
            <a:r>
              <a:rPr lang="en">
                <a:solidFill>
                  <a:srgbClr val="188038"/>
                </a:solidFill>
                <a:latin typeface="Red Hat Text"/>
                <a:ea typeface="Red Hat Text"/>
                <a:cs typeface="Red Hat Text"/>
                <a:sym typeface="Red Hat Text"/>
              </a:rPr>
              <a:t>seda</a:t>
            </a:r>
            <a:r>
              <a:rPr lang="en">
                <a:solidFill>
                  <a:schemeClr val="dk1"/>
                </a:solidFill>
                <a:latin typeface="Red Hat Text"/>
                <a:ea typeface="Red Hat Text"/>
                <a:cs typeface="Red Hat Text"/>
                <a:sym typeface="Red Hat Text"/>
              </a:rPr>
              <a:t> component in Camel 4 performance tests. Disruptor is a lock-free, in-memory queue that can be faster in multi-producer, multi-consumer situations. </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chemeClr val="dk1"/>
              </a:buClr>
              <a:buSzPts val="1400"/>
              <a:buFont typeface="Red Hat Text"/>
              <a:buChar char="●"/>
            </a:pPr>
            <a:r>
              <a:rPr b="1" lang="en">
                <a:solidFill>
                  <a:schemeClr val="dk1"/>
                </a:solidFill>
                <a:latin typeface="Red Hat Text"/>
                <a:ea typeface="Red Hat Text"/>
                <a:cs typeface="Red Hat Text"/>
                <a:sym typeface="Red Hat Text"/>
              </a:rPr>
              <a:t>Stream large files: </a:t>
            </a:r>
            <a:r>
              <a:rPr lang="en">
                <a:solidFill>
                  <a:schemeClr val="dk1"/>
                </a:solidFill>
                <a:latin typeface="Red Hat Text"/>
                <a:ea typeface="Red Hat Text"/>
                <a:cs typeface="Red Hat Text"/>
                <a:sym typeface="Red Hat Text"/>
              </a:rPr>
              <a:t>To avoid memory issues when processing large files on a single machine, use Camel's streaming capabilities. This prevents the entire file from being loaded into memory at once. </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latin typeface="Red Hat Text"/>
                <a:ea typeface="Red Hat Text"/>
                <a:cs typeface="Red Hat Text"/>
                <a:sym typeface="Red Hat Text"/>
              </a:rPr>
              <a:t>Inline Rest DSL routes:</a:t>
            </a:r>
            <a:r>
              <a:rPr lang="en">
                <a:solidFill>
                  <a:schemeClr val="dk1"/>
                </a:solidFill>
                <a:latin typeface="Red Hat Text"/>
                <a:ea typeface="Red Hat Text"/>
                <a:cs typeface="Red Hat Text"/>
                <a:sym typeface="Red Hat Text"/>
              </a:rPr>
              <a:t> In Camel 4, the default value for </a:t>
            </a:r>
            <a:r>
              <a:rPr lang="en">
                <a:solidFill>
                  <a:srgbClr val="188038"/>
                </a:solidFill>
                <a:latin typeface="Red Hat Text"/>
                <a:ea typeface="Red Hat Text"/>
                <a:cs typeface="Red Hat Text"/>
                <a:sym typeface="Red Hat Text"/>
              </a:rPr>
              <a:t>inlineRoutes</a:t>
            </a:r>
            <a:r>
              <a:rPr lang="en">
                <a:solidFill>
                  <a:schemeClr val="dk1"/>
                </a:solidFill>
                <a:latin typeface="Red Hat Text"/>
                <a:ea typeface="Red Hat Text"/>
                <a:cs typeface="Red Hat Text"/>
                <a:sym typeface="Red Hat Text"/>
              </a:rPr>
              <a:t> in </a:t>
            </a:r>
            <a:r>
              <a:rPr lang="en">
                <a:solidFill>
                  <a:srgbClr val="188038"/>
                </a:solidFill>
                <a:latin typeface="Red Hat Text"/>
                <a:ea typeface="Red Hat Text"/>
                <a:cs typeface="Red Hat Text"/>
                <a:sym typeface="Red Hat Text"/>
              </a:rPr>
              <a:t>restConfiguration</a:t>
            </a:r>
            <a:r>
              <a:rPr lang="en">
                <a:solidFill>
                  <a:schemeClr val="dk1"/>
                </a:solidFill>
                <a:latin typeface="Red Hat Text"/>
                <a:ea typeface="Red Hat Text"/>
                <a:cs typeface="Red Hat Text"/>
                <a:sym typeface="Red Hat Text"/>
              </a:rPr>
              <a:t> is now </a:t>
            </a:r>
            <a:r>
              <a:rPr lang="en">
                <a:solidFill>
                  <a:srgbClr val="188038"/>
                </a:solidFill>
                <a:latin typeface="Red Hat Text"/>
                <a:ea typeface="Red Hat Text"/>
                <a:cs typeface="Red Hat Text"/>
                <a:sym typeface="Red Hat Text"/>
              </a:rPr>
              <a:t>true</a:t>
            </a:r>
            <a:r>
              <a:rPr lang="en">
                <a:solidFill>
                  <a:schemeClr val="dk1"/>
                </a:solidFill>
                <a:latin typeface="Red Hat Text"/>
                <a:ea typeface="Red Hat Text"/>
                <a:cs typeface="Red Hat Text"/>
                <a:sym typeface="Red Hat Text"/>
              </a:rPr>
              <a:t>. If you define your REST API and then call a </a:t>
            </a:r>
            <a:r>
              <a:rPr lang="en">
                <a:solidFill>
                  <a:srgbClr val="188038"/>
                </a:solidFill>
                <a:latin typeface="Red Hat Text"/>
                <a:ea typeface="Red Hat Text"/>
                <a:cs typeface="Red Hat Text"/>
                <a:sym typeface="Red Hat Text"/>
              </a:rPr>
              <a:t>direct</a:t>
            </a:r>
            <a:r>
              <a:rPr lang="en">
                <a:solidFill>
                  <a:schemeClr val="dk1"/>
                </a:solidFill>
                <a:latin typeface="Red Hat Text"/>
                <a:ea typeface="Red Hat Text"/>
                <a:cs typeface="Red Hat Text"/>
                <a:sym typeface="Red Hat Text"/>
              </a:rPr>
              <a:t> endpoint to process the request, inlining reduces the number of routes and the associated processing overhead. </a:t>
            </a:r>
            <a:endParaRPr>
              <a:solidFill>
                <a:schemeClr val="dk1"/>
              </a:solidFill>
              <a:latin typeface="Red Hat Text"/>
              <a:ea typeface="Red Hat Text"/>
              <a:cs typeface="Red Hat Text"/>
              <a:sym typeface="Red Hat Text"/>
            </a:endParaRPr>
          </a:p>
          <a:p>
            <a:pPr indent="0" lvl="0" marL="91440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marR="0" rtl="0" algn="l">
              <a:spcBef>
                <a:spcPts val="1200"/>
              </a:spcBef>
              <a:spcAft>
                <a:spcPts val="0"/>
              </a:spcAft>
              <a:buNone/>
            </a:pPr>
            <a:r>
              <a:t/>
            </a:r>
            <a:endParaRPr b="1" sz="1600">
              <a:solidFill>
                <a:srgbClr val="353535"/>
              </a:solidFill>
              <a:latin typeface="Overpass"/>
              <a:ea typeface="Overpass"/>
              <a:cs typeface="Overpass"/>
              <a:sym typeface="Overpass"/>
            </a:endParaRPr>
          </a:p>
        </p:txBody>
      </p:sp>
      <p:sp>
        <p:nvSpPr>
          <p:cNvPr id="5612" name="Google Shape;5612;p443"/>
          <p:cNvSpPr txBox="1"/>
          <p:nvPr/>
        </p:nvSpPr>
        <p:spPr>
          <a:xfrm>
            <a:off x="1073625" y="5652925"/>
            <a:ext cx="5346300" cy="10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u="sng">
                <a:solidFill>
                  <a:schemeClr val="hlink"/>
                </a:solidFill>
                <a:latin typeface="Red Hat Text"/>
                <a:ea typeface="Red Hat Text"/>
                <a:cs typeface="Red Hat Text"/>
                <a:sym typeface="Red Hat Text"/>
                <a:hlinkClick r:id="rId4"/>
              </a:rPr>
              <a:t>The Rise and Fall of the Performance Monsters</a:t>
            </a:r>
            <a:endParaRPr sz="1600">
              <a:latin typeface="Red Hat Text"/>
              <a:ea typeface="Red Hat Text"/>
              <a:cs typeface="Red Hat Text"/>
              <a:sym typeface="Red Hat Text"/>
            </a:endParaRPr>
          </a:p>
          <a:p>
            <a:pPr indent="0" lvl="0" marL="0" rtl="0" algn="l">
              <a:spcBef>
                <a:spcPts val="0"/>
              </a:spcBef>
              <a:spcAft>
                <a:spcPts val="0"/>
              </a:spcAft>
              <a:buNone/>
            </a:pPr>
            <a:r>
              <a:rPr lang="en" sz="1600" u="sng">
                <a:solidFill>
                  <a:schemeClr val="hlink"/>
                </a:solidFill>
                <a:latin typeface="Red Hat Text"/>
                <a:ea typeface="Red Hat Text"/>
                <a:cs typeface="Red Hat Text"/>
                <a:sym typeface="Red Hat Text"/>
                <a:hlinkClick r:id="rId5"/>
              </a:rPr>
              <a:t>Hunting Performance Monsters on the back of a Camel</a:t>
            </a:r>
            <a:endParaRPr sz="1600">
              <a:latin typeface="Red Hat Text"/>
              <a:ea typeface="Red Hat Text"/>
              <a:cs typeface="Red Hat Text"/>
              <a:sym typeface="Red Hat Text"/>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6" name="Shape 5616"/>
        <p:cNvGrpSpPr/>
        <p:nvPr/>
      </p:nvGrpSpPr>
      <p:grpSpPr>
        <a:xfrm>
          <a:off x="0" y="0"/>
          <a:ext cx="0" cy="0"/>
          <a:chOff x="0" y="0"/>
          <a:chExt cx="0" cy="0"/>
        </a:xfrm>
      </p:grpSpPr>
      <p:sp>
        <p:nvSpPr>
          <p:cNvPr id="5617" name="Google Shape;5617;p444"/>
          <p:cNvSpPr txBox="1"/>
          <p:nvPr/>
        </p:nvSpPr>
        <p:spPr>
          <a:xfrm>
            <a:off x="914400" y="0"/>
            <a:ext cx="10363200" cy="13716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None/>
            </a:pPr>
            <a:r>
              <a:rPr b="0" lang="en" sz="3600" strike="noStrike">
                <a:solidFill>
                  <a:srgbClr val="000000"/>
                </a:solidFill>
                <a:latin typeface="Overpass"/>
                <a:ea typeface="Overpass"/>
                <a:cs typeface="Overpass"/>
                <a:sym typeface="Overpass"/>
              </a:rPr>
              <a:t>What did we cover so far?</a:t>
            </a:r>
            <a:endParaRPr b="0" sz="3600" strike="noStrike">
              <a:solidFill>
                <a:srgbClr val="000000"/>
              </a:solidFill>
              <a:latin typeface="Overpass"/>
              <a:ea typeface="Overpass"/>
              <a:cs typeface="Overpass"/>
              <a:sym typeface="Overpass"/>
            </a:endParaRPr>
          </a:p>
        </p:txBody>
      </p:sp>
      <p:pic>
        <p:nvPicPr>
          <p:cNvPr id="5618" name="Google Shape;5618;p444"/>
          <p:cNvPicPr preferRelativeResize="0"/>
          <p:nvPr/>
        </p:nvPicPr>
        <p:blipFill rotWithShape="1">
          <a:blip r:embed="rId3">
            <a:alphaModFix/>
          </a:blip>
          <a:srcRect b="0" l="0" r="0" t="0"/>
          <a:stretch/>
        </p:blipFill>
        <p:spPr>
          <a:xfrm>
            <a:off x="2438400" y="1371600"/>
            <a:ext cx="7315198" cy="4873678"/>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2" name="Shape 5622"/>
        <p:cNvGrpSpPr/>
        <p:nvPr/>
      </p:nvGrpSpPr>
      <p:grpSpPr>
        <a:xfrm>
          <a:off x="0" y="0"/>
          <a:ext cx="0" cy="0"/>
          <a:chOff x="0" y="0"/>
          <a:chExt cx="0" cy="0"/>
        </a:xfrm>
      </p:grpSpPr>
      <p:sp>
        <p:nvSpPr>
          <p:cNvPr id="5623" name="Google Shape;5623;p44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624" name="Google Shape;5624;p445"/>
          <p:cNvSpPr txBox="1"/>
          <p:nvPr>
            <p:ph type="title"/>
          </p:nvPr>
        </p:nvSpPr>
        <p:spPr>
          <a:xfrm>
            <a:off x="447775" y="1084550"/>
            <a:ext cx="75414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Enterprise Integration Modernization</a:t>
            </a:r>
            <a:endParaRPr/>
          </a:p>
        </p:txBody>
      </p:sp>
      <p:sp>
        <p:nvSpPr>
          <p:cNvPr id="5625" name="Google Shape;5625;p44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5626" name="Google Shape;5626;p445"/>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0" name="Shape 5630"/>
        <p:cNvGrpSpPr/>
        <p:nvPr/>
      </p:nvGrpSpPr>
      <p:grpSpPr>
        <a:xfrm>
          <a:off x="0" y="0"/>
          <a:ext cx="0" cy="0"/>
          <a:chOff x="0" y="0"/>
          <a:chExt cx="0" cy="0"/>
        </a:xfrm>
      </p:grpSpPr>
      <p:cxnSp>
        <p:nvCxnSpPr>
          <p:cNvPr id="5631" name="Google Shape;5631;p446"/>
          <p:cNvCxnSpPr/>
          <p:nvPr/>
        </p:nvCxnSpPr>
        <p:spPr>
          <a:xfrm>
            <a:off x="81975" y="2703013"/>
            <a:ext cx="4747800" cy="0"/>
          </a:xfrm>
          <a:prstGeom prst="straightConnector1">
            <a:avLst/>
          </a:prstGeom>
          <a:noFill/>
          <a:ln cap="rnd" cmpd="sng" w="19050">
            <a:solidFill>
              <a:schemeClr val="accent1"/>
            </a:solidFill>
            <a:prstDash val="dot"/>
            <a:round/>
            <a:headEnd len="med" w="med" type="none"/>
            <a:tailEnd len="med" w="med" type="none"/>
          </a:ln>
        </p:spPr>
      </p:cxnSp>
      <p:sp>
        <p:nvSpPr>
          <p:cNvPr id="5632" name="Google Shape;5632;p44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633" name="Google Shape;5633;p446"/>
          <p:cNvSpPr txBox="1"/>
          <p:nvPr>
            <p:ph type="title"/>
          </p:nvPr>
        </p:nvSpPr>
        <p:spPr>
          <a:xfrm>
            <a:off x="350900" y="1941100"/>
            <a:ext cx="4747800" cy="488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400">
                <a:solidFill>
                  <a:srgbClr val="141414"/>
                </a:solidFill>
                <a:latin typeface="Red Hat Display Medium"/>
                <a:ea typeface="Red Hat Display Medium"/>
                <a:cs typeface="Red Hat Display Medium"/>
                <a:sym typeface="Red Hat Display Medium"/>
              </a:rPr>
              <a:t>Red Hat build of Apache Camel</a:t>
            </a:r>
            <a:endParaRPr sz="2400">
              <a:solidFill>
                <a:srgbClr val="141414"/>
              </a:solidFill>
              <a:latin typeface="Red Hat Display Medium"/>
              <a:ea typeface="Red Hat Display Medium"/>
              <a:cs typeface="Red Hat Display Medium"/>
              <a:sym typeface="Red Hat Display Medium"/>
            </a:endParaRPr>
          </a:p>
        </p:txBody>
      </p:sp>
      <p:sp>
        <p:nvSpPr>
          <p:cNvPr id="5634" name="Google Shape;5634;p446"/>
          <p:cNvSpPr txBox="1"/>
          <p:nvPr/>
        </p:nvSpPr>
        <p:spPr>
          <a:xfrm>
            <a:off x="6387500" y="1108150"/>
            <a:ext cx="5148900" cy="16326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None/>
            </a:pPr>
            <a:r>
              <a:rPr b="1" lang="en" sz="1600">
                <a:solidFill>
                  <a:schemeClr val="accent1"/>
                </a:solidFill>
                <a:latin typeface="Red Hat Display"/>
                <a:ea typeface="Red Hat Display"/>
                <a:cs typeface="Red Hat Display"/>
                <a:sym typeface="Red Hat Display"/>
              </a:rPr>
              <a:t>Connect APIs</a:t>
            </a:r>
            <a:endParaRPr b="1" sz="1600">
              <a:solidFill>
                <a:schemeClr val="accent1"/>
              </a:solidFill>
              <a:latin typeface="Red Hat Display"/>
              <a:ea typeface="Red Hat Display"/>
              <a:cs typeface="Red Hat Display"/>
              <a:sym typeface="Red Hat Display"/>
            </a:endParaRPr>
          </a:p>
          <a:p>
            <a:pPr indent="0" lvl="0" marL="0" rtl="0" algn="l">
              <a:lnSpc>
                <a:spcPct val="140000"/>
              </a:lnSpc>
              <a:spcBef>
                <a:spcPts val="80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Bridge different API architectural styles. Transform data formats in API calls. Route requests based on their content and aggregate responses.</a:t>
            </a:r>
            <a:endParaRPr>
              <a:solidFill>
                <a:schemeClr val="dk1"/>
              </a:solidFill>
              <a:latin typeface="Red Hat Display"/>
              <a:ea typeface="Red Hat Display"/>
              <a:cs typeface="Red Hat Display"/>
              <a:sym typeface="Red Hat Display"/>
            </a:endParaRPr>
          </a:p>
        </p:txBody>
      </p:sp>
      <p:sp>
        <p:nvSpPr>
          <p:cNvPr id="5635" name="Google Shape;5635;p446"/>
          <p:cNvSpPr txBox="1"/>
          <p:nvPr>
            <p:ph idx="2" type="subTitle"/>
          </p:nvPr>
        </p:nvSpPr>
        <p:spPr>
          <a:xfrm>
            <a:off x="499975" y="2976250"/>
            <a:ext cx="4516800" cy="1500300"/>
          </a:xfrm>
          <a:prstGeom prst="rect">
            <a:avLst/>
          </a:prstGeom>
        </p:spPr>
        <p:txBody>
          <a:bodyPr anchorCtr="0" anchor="t" bIns="0" lIns="0" spcFirstLastPara="1" rIns="0" wrap="square" tIns="0">
            <a:noAutofit/>
          </a:bodyPr>
          <a:lstStyle/>
          <a:p>
            <a:pPr indent="0" lvl="0" marL="0" rtl="0" algn="just">
              <a:spcBef>
                <a:spcPts val="0"/>
              </a:spcBef>
              <a:spcAft>
                <a:spcPts val="500"/>
              </a:spcAft>
              <a:buNone/>
            </a:pPr>
            <a:r>
              <a:rPr lang="en">
                <a:solidFill>
                  <a:srgbClr val="000000"/>
                </a:solidFill>
              </a:rPr>
              <a:t>Versatile application development toolkit for </a:t>
            </a:r>
            <a:r>
              <a:rPr b="1" lang="en">
                <a:solidFill>
                  <a:srgbClr val="000000"/>
                </a:solidFill>
              </a:rPr>
              <a:t>Enterprise integration </a:t>
            </a:r>
            <a:r>
              <a:rPr lang="en">
                <a:solidFill>
                  <a:srgbClr val="000000"/>
                </a:solidFill>
              </a:rPr>
              <a:t>that simplifies and standardizes the practices of connecting diverse systems.</a:t>
            </a:r>
            <a:endParaRPr>
              <a:solidFill>
                <a:srgbClr val="000000"/>
              </a:solidFill>
            </a:endParaRPr>
          </a:p>
        </p:txBody>
      </p:sp>
      <p:sp>
        <p:nvSpPr>
          <p:cNvPr id="5636" name="Google Shape;5636;p446"/>
          <p:cNvSpPr/>
          <p:nvPr/>
        </p:nvSpPr>
        <p:spPr>
          <a:xfrm>
            <a:off x="5396925" y="2636200"/>
            <a:ext cx="731700" cy="731700"/>
          </a:xfrm>
          <a:prstGeom prst="ellipse">
            <a:avLst/>
          </a:prstGeom>
          <a:solidFill>
            <a:schemeClr val="lt1"/>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446"/>
          <p:cNvSpPr/>
          <p:nvPr/>
        </p:nvSpPr>
        <p:spPr>
          <a:xfrm>
            <a:off x="5396925" y="4926250"/>
            <a:ext cx="731700" cy="731700"/>
          </a:xfrm>
          <a:prstGeom prst="ellipse">
            <a:avLst/>
          </a:prstGeom>
          <a:solidFill>
            <a:schemeClr val="lt1"/>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446"/>
          <p:cNvSpPr txBox="1"/>
          <p:nvPr/>
        </p:nvSpPr>
        <p:spPr>
          <a:xfrm>
            <a:off x="6387500" y="2636200"/>
            <a:ext cx="5467500" cy="18702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None/>
            </a:pPr>
            <a:r>
              <a:rPr b="1" lang="en" sz="1600">
                <a:solidFill>
                  <a:schemeClr val="accent1"/>
                </a:solidFill>
                <a:latin typeface="Red Hat Display"/>
                <a:ea typeface="Red Hat Display"/>
                <a:cs typeface="Red Hat Display"/>
                <a:sym typeface="Red Hat Display"/>
              </a:rPr>
              <a:t>Connect via Messaging and Industry Protocols</a:t>
            </a:r>
            <a:endParaRPr b="1" sz="1600">
              <a:solidFill>
                <a:schemeClr val="accent1"/>
              </a:solidFill>
              <a:latin typeface="Red Hat Display"/>
              <a:ea typeface="Red Hat Display"/>
              <a:cs typeface="Red Hat Display"/>
              <a:sym typeface="Red Hat Display"/>
            </a:endParaRPr>
          </a:p>
          <a:p>
            <a:pPr indent="0" lvl="0" marL="0" rtl="0" algn="l">
              <a:lnSpc>
                <a:spcPct val="140000"/>
              </a:lnSpc>
              <a:spcBef>
                <a:spcPts val="800"/>
              </a:spcBef>
              <a:spcAft>
                <a:spcPts val="0"/>
              </a:spcAft>
              <a:buNone/>
            </a:pPr>
            <a:r>
              <a:rPr lang="en">
                <a:solidFill>
                  <a:schemeClr val="dk1"/>
                </a:solidFill>
                <a:latin typeface="Red Hat Display"/>
                <a:ea typeface="Red Hat Display"/>
                <a:cs typeface="Red Hat Display"/>
                <a:sym typeface="Red Hat Display"/>
              </a:rPr>
              <a:t>Bridge messages between different Broker technologies. Filter and validate messages based on the content and metadata. Prevent duplicate messages and retry failed deliveries. Consume and index messages from edge devices. Stream and partition large data for analysis and AI.</a:t>
            </a:r>
            <a:endParaRPr b="1" sz="1600">
              <a:solidFill>
                <a:schemeClr val="accent1"/>
              </a:solidFill>
              <a:latin typeface="Red Hat Display"/>
              <a:ea typeface="Red Hat Display"/>
              <a:cs typeface="Red Hat Display"/>
              <a:sym typeface="Red Hat Display"/>
            </a:endParaRPr>
          </a:p>
        </p:txBody>
      </p:sp>
      <p:sp>
        <p:nvSpPr>
          <p:cNvPr id="5639" name="Google Shape;5639;p446"/>
          <p:cNvSpPr txBox="1"/>
          <p:nvPr/>
        </p:nvSpPr>
        <p:spPr>
          <a:xfrm>
            <a:off x="6387500" y="4926250"/>
            <a:ext cx="5363400" cy="14040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chemeClr val="dk1"/>
              </a:buClr>
              <a:buSzPts val="1100"/>
              <a:buFont typeface="Arial"/>
              <a:buNone/>
            </a:pPr>
            <a:r>
              <a:rPr b="1" lang="en" sz="1600">
                <a:solidFill>
                  <a:schemeClr val="accent1"/>
                </a:solidFill>
                <a:latin typeface="Red Hat Display"/>
                <a:ea typeface="Red Hat Display"/>
                <a:cs typeface="Red Hat Display"/>
                <a:sym typeface="Red Hat Display"/>
              </a:rPr>
              <a:t>Connect Enterprise Systems and Cloud Services</a:t>
            </a:r>
            <a:endParaRPr b="1" sz="1600">
              <a:solidFill>
                <a:srgbClr val="E06666"/>
              </a:solidFill>
              <a:latin typeface="Red Hat Display"/>
              <a:ea typeface="Red Hat Display"/>
              <a:cs typeface="Red Hat Display"/>
              <a:sym typeface="Red Hat Display"/>
            </a:endParaRPr>
          </a:p>
          <a:p>
            <a:pPr indent="0" lvl="0" marL="0" rtl="0" algn="l">
              <a:lnSpc>
                <a:spcPct val="140000"/>
              </a:lnSpc>
              <a:spcBef>
                <a:spcPts val="800"/>
              </a:spcBef>
              <a:spcAft>
                <a:spcPts val="0"/>
              </a:spcAft>
              <a:buClr>
                <a:schemeClr val="dk1"/>
              </a:buClr>
              <a:buSzPts val="1100"/>
              <a:buFont typeface="Arial"/>
              <a:buNone/>
            </a:pPr>
            <a:r>
              <a:rPr lang="en">
                <a:solidFill>
                  <a:schemeClr val="dk1"/>
                </a:solidFill>
                <a:latin typeface="Red Hat Display"/>
                <a:ea typeface="Red Hat Display"/>
                <a:cs typeface="Red Hat Display"/>
                <a:sym typeface="Red Hat Display"/>
              </a:rPr>
              <a:t>Use pre-built connectors to integrate with SAP, Salesforce, Jira, LDAP, AWS, Azure, Google, OpenShift, OpenShift Serverless, and other services and products.</a:t>
            </a:r>
            <a:endParaRPr b="1" sz="1600">
              <a:solidFill>
                <a:schemeClr val="accent1"/>
              </a:solidFill>
              <a:latin typeface="Red Hat Display"/>
              <a:ea typeface="Red Hat Display"/>
              <a:cs typeface="Red Hat Display"/>
              <a:sym typeface="Red Hat Display"/>
            </a:endParaRPr>
          </a:p>
        </p:txBody>
      </p:sp>
      <p:cxnSp>
        <p:nvCxnSpPr>
          <p:cNvPr id="5640" name="Google Shape;5640;p446"/>
          <p:cNvCxnSpPr/>
          <p:nvPr/>
        </p:nvCxnSpPr>
        <p:spPr>
          <a:xfrm>
            <a:off x="81975" y="4684213"/>
            <a:ext cx="4747800" cy="0"/>
          </a:xfrm>
          <a:prstGeom prst="straightConnector1">
            <a:avLst/>
          </a:prstGeom>
          <a:noFill/>
          <a:ln cap="rnd" cmpd="sng" w="19050">
            <a:solidFill>
              <a:schemeClr val="accent1"/>
            </a:solidFill>
            <a:prstDash val="dot"/>
            <a:round/>
            <a:headEnd len="med" w="med" type="none"/>
            <a:tailEnd len="med" w="med" type="none"/>
          </a:ln>
        </p:spPr>
      </p:cxnSp>
      <p:pic>
        <p:nvPicPr>
          <p:cNvPr id="5641" name="Google Shape;5641;p446"/>
          <p:cNvPicPr preferRelativeResize="0"/>
          <p:nvPr/>
        </p:nvPicPr>
        <p:blipFill>
          <a:blip r:embed="rId3">
            <a:alphaModFix/>
          </a:blip>
          <a:stretch>
            <a:fillRect/>
          </a:stretch>
        </p:blipFill>
        <p:spPr>
          <a:xfrm>
            <a:off x="2320100" y="1010713"/>
            <a:ext cx="809400" cy="809400"/>
          </a:xfrm>
          <a:prstGeom prst="rect">
            <a:avLst/>
          </a:prstGeom>
          <a:noFill/>
          <a:ln>
            <a:noFill/>
          </a:ln>
        </p:spPr>
      </p:pic>
      <p:sp>
        <p:nvSpPr>
          <p:cNvPr id="5642" name="Google Shape;5642;p446"/>
          <p:cNvSpPr/>
          <p:nvPr/>
        </p:nvSpPr>
        <p:spPr>
          <a:xfrm>
            <a:off x="5396925" y="849763"/>
            <a:ext cx="731700" cy="731700"/>
          </a:xfrm>
          <a:prstGeom prst="ellipse">
            <a:avLst/>
          </a:prstGeom>
          <a:solidFill>
            <a:srgbClr val="FFFFFF"/>
          </a:solidFill>
          <a:ln cap="flat" cmpd="sng" w="19050">
            <a:solidFill>
              <a:srgbClr val="EE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43" name="Google Shape;5643;p446"/>
          <p:cNvPicPr preferRelativeResize="0"/>
          <p:nvPr/>
        </p:nvPicPr>
        <p:blipFill rotWithShape="1">
          <a:blip r:embed="rId4">
            <a:alphaModFix/>
          </a:blip>
          <a:srcRect b="0" l="0" r="0" t="0"/>
          <a:stretch/>
        </p:blipFill>
        <p:spPr>
          <a:xfrm>
            <a:off x="5518423" y="971275"/>
            <a:ext cx="488714" cy="488700"/>
          </a:xfrm>
          <a:prstGeom prst="rect">
            <a:avLst/>
          </a:prstGeom>
          <a:noFill/>
          <a:ln>
            <a:noFill/>
          </a:ln>
        </p:spPr>
      </p:pic>
      <p:pic>
        <p:nvPicPr>
          <p:cNvPr id="5644" name="Google Shape;5644;p446"/>
          <p:cNvPicPr preferRelativeResize="0"/>
          <p:nvPr/>
        </p:nvPicPr>
        <p:blipFill rotWithShape="1">
          <a:blip r:embed="rId5">
            <a:alphaModFix/>
          </a:blip>
          <a:srcRect b="11525" l="12099" r="10291" t="12302"/>
          <a:stretch/>
        </p:blipFill>
        <p:spPr>
          <a:xfrm>
            <a:off x="5518425" y="2762225"/>
            <a:ext cx="488700" cy="479646"/>
          </a:xfrm>
          <a:prstGeom prst="rect">
            <a:avLst/>
          </a:prstGeom>
          <a:noFill/>
          <a:ln>
            <a:noFill/>
          </a:ln>
        </p:spPr>
      </p:pic>
      <p:pic>
        <p:nvPicPr>
          <p:cNvPr id="5645" name="Google Shape;5645;p446"/>
          <p:cNvPicPr preferRelativeResize="0"/>
          <p:nvPr/>
        </p:nvPicPr>
        <p:blipFill rotWithShape="1">
          <a:blip r:embed="rId6">
            <a:alphaModFix/>
          </a:blip>
          <a:srcRect b="0" l="0" r="0" t="0"/>
          <a:stretch/>
        </p:blipFill>
        <p:spPr>
          <a:xfrm>
            <a:off x="5486211" y="5015537"/>
            <a:ext cx="553125" cy="553125"/>
          </a:xfrm>
          <a:prstGeom prst="rect">
            <a:avLst/>
          </a:prstGeom>
          <a:noFill/>
          <a:ln>
            <a:noFill/>
          </a:ln>
        </p:spPr>
      </p:pic>
      <p:pic>
        <p:nvPicPr>
          <p:cNvPr id="5646" name="Google Shape;5646;p446"/>
          <p:cNvPicPr preferRelativeResize="0"/>
          <p:nvPr/>
        </p:nvPicPr>
        <p:blipFill>
          <a:blip r:embed="rId7">
            <a:alphaModFix/>
          </a:blip>
          <a:stretch>
            <a:fillRect/>
          </a:stretch>
        </p:blipFill>
        <p:spPr>
          <a:xfrm>
            <a:off x="3479605" y="5344108"/>
            <a:ext cx="553125" cy="552036"/>
          </a:xfrm>
          <a:prstGeom prst="rect">
            <a:avLst/>
          </a:prstGeom>
          <a:noFill/>
          <a:ln>
            <a:noFill/>
          </a:ln>
        </p:spPr>
      </p:pic>
      <p:sp>
        <p:nvSpPr>
          <p:cNvPr id="5647" name="Google Shape;5647;p446"/>
          <p:cNvSpPr txBox="1"/>
          <p:nvPr/>
        </p:nvSpPr>
        <p:spPr>
          <a:xfrm>
            <a:off x="983550" y="5404575"/>
            <a:ext cx="2405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based on Apache Camel</a:t>
            </a:r>
            <a:endParaRPr sz="1600">
              <a:latin typeface="Red Hat Text"/>
              <a:ea typeface="Red Hat Text"/>
              <a:cs typeface="Red Hat Text"/>
              <a:sym typeface="Red Hat Text"/>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1" name="Shape 5651"/>
        <p:cNvGrpSpPr/>
        <p:nvPr/>
      </p:nvGrpSpPr>
      <p:grpSpPr>
        <a:xfrm>
          <a:off x="0" y="0"/>
          <a:ext cx="0" cy="0"/>
          <a:chOff x="0" y="0"/>
          <a:chExt cx="0" cy="0"/>
        </a:xfrm>
      </p:grpSpPr>
      <p:sp>
        <p:nvSpPr>
          <p:cNvPr id="5652" name="Google Shape;5652;p447"/>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Accelerate development of enterprise integrations</a:t>
            </a:r>
            <a:endParaRPr/>
          </a:p>
        </p:txBody>
      </p:sp>
      <p:sp>
        <p:nvSpPr>
          <p:cNvPr id="5653" name="Google Shape;5653;p44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654" name="Google Shape;5654;p44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with Red Hat build of Apache Camel for application developers </a:t>
            </a:r>
            <a:endParaRPr/>
          </a:p>
        </p:txBody>
      </p:sp>
      <p:sp>
        <p:nvSpPr>
          <p:cNvPr id="5655" name="Google Shape;5655;p447"/>
          <p:cNvSpPr txBox="1"/>
          <p:nvPr/>
        </p:nvSpPr>
        <p:spPr>
          <a:xfrm>
            <a:off x="973275" y="3377913"/>
            <a:ext cx="4373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Red Hat Text"/>
                <a:ea typeface="Red Hat Text"/>
                <a:cs typeface="Red Hat Text"/>
                <a:sym typeface="Red Hat Text"/>
              </a:rPr>
              <a:t>Connect variety of systems and services</a:t>
            </a:r>
            <a:endParaRPr b="1" sz="1600">
              <a:latin typeface="Red Hat Text"/>
              <a:ea typeface="Red Hat Text"/>
              <a:cs typeface="Red Hat Text"/>
              <a:sym typeface="Red Hat Text"/>
            </a:endParaRPr>
          </a:p>
        </p:txBody>
      </p:sp>
      <p:pic>
        <p:nvPicPr>
          <p:cNvPr id="5656" name="Google Shape;5656;p447"/>
          <p:cNvPicPr preferRelativeResize="0"/>
          <p:nvPr/>
        </p:nvPicPr>
        <p:blipFill>
          <a:blip r:embed="rId3">
            <a:alphaModFix/>
          </a:blip>
          <a:stretch>
            <a:fillRect/>
          </a:stretch>
        </p:blipFill>
        <p:spPr>
          <a:xfrm>
            <a:off x="2819785" y="4423673"/>
            <a:ext cx="589199" cy="412551"/>
          </a:xfrm>
          <a:prstGeom prst="rect">
            <a:avLst/>
          </a:prstGeom>
          <a:noFill/>
          <a:ln>
            <a:noFill/>
          </a:ln>
        </p:spPr>
      </p:pic>
      <p:pic>
        <p:nvPicPr>
          <p:cNvPr id="5657" name="Google Shape;5657;p447"/>
          <p:cNvPicPr preferRelativeResize="0"/>
          <p:nvPr/>
        </p:nvPicPr>
        <p:blipFill>
          <a:blip r:embed="rId4">
            <a:alphaModFix/>
          </a:blip>
          <a:stretch>
            <a:fillRect/>
          </a:stretch>
        </p:blipFill>
        <p:spPr>
          <a:xfrm>
            <a:off x="3763439" y="4477337"/>
            <a:ext cx="870400" cy="221854"/>
          </a:xfrm>
          <a:prstGeom prst="rect">
            <a:avLst/>
          </a:prstGeom>
          <a:noFill/>
          <a:ln>
            <a:noFill/>
          </a:ln>
        </p:spPr>
      </p:pic>
      <p:pic>
        <p:nvPicPr>
          <p:cNvPr id="5658" name="Google Shape;5658;p447"/>
          <p:cNvPicPr preferRelativeResize="0"/>
          <p:nvPr/>
        </p:nvPicPr>
        <p:blipFill>
          <a:blip r:embed="rId5">
            <a:alphaModFix/>
          </a:blip>
          <a:stretch>
            <a:fillRect/>
          </a:stretch>
        </p:blipFill>
        <p:spPr>
          <a:xfrm>
            <a:off x="1815063" y="4423676"/>
            <a:ext cx="811377" cy="370400"/>
          </a:xfrm>
          <a:prstGeom prst="rect">
            <a:avLst/>
          </a:prstGeom>
          <a:noFill/>
          <a:ln>
            <a:noFill/>
          </a:ln>
        </p:spPr>
      </p:pic>
      <p:pic>
        <p:nvPicPr>
          <p:cNvPr id="5659" name="Google Shape;5659;p447"/>
          <p:cNvPicPr preferRelativeResize="0"/>
          <p:nvPr/>
        </p:nvPicPr>
        <p:blipFill>
          <a:blip r:embed="rId6">
            <a:alphaModFix/>
          </a:blip>
          <a:stretch>
            <a:fillRect/>
          </a:stretch>
        </p:blipFill>
        <p:spPr>
          <a:xfrm>
            <a:off x="3174249" y="3946300"/>
            <a:ext cx="589187" cy="291676"/>
          </a:xfrm>
          <a:prstGeom prst="rect">
            <a:avLst/>
          </a:prstGeom>
          <a:noFill/>
          <a:ln>
            <a:noFill/>
          </a:ln>
        </p:spPr>
      </p:pic>
      <p:pic>
        <p:nvPicPr>
          <p:cNvPr id="5660" name="Google Shape;5660;p447"/>
          <p:cNvPicPr preferRelativeResize="0"/>
          <p:nvPr/>
        </p:nvPicPr>
        <p:blipFill>
          <a:blip r:embed="rId7">
            <a:alphaModFix/>
          </a:blip>
          <a:stretch>
            <a:fillRect/>
          </a:stretch>
        </p:blipFill>
        <p:spPr>
          <a:xfrm>
            <a:off x="7965938" y="3818450"/>
            <a:ext cx="1094801" cy="547400"/>
          </a:xfrm>
          <a:prstGeom prst="rect">
            <a:avLst/>
          </a:prstGeom>
          <a:noFill/>
          <a:ln>
            <a:noFill/>
          </a:ln>
        </p:spPr>
      </p:pic>
      <p:pic>
        <p:nvPicPr>
          <p:cNvPr id="5661" name="Google Shape;5661;p447"/>
          <p:cNvPicPr preferRelativeResize="0"/>
          <p:nvPr/>
        </p:nvPicPr>
        <p:blipFill>
          <a:blip r:embed="rId8">
            <a:alphaModFix/>
          </a:blip>
          <a:stretch>
            <a:fillRect/>
          </a:stretch>
        </p:blipFill>
        <p:spPr>
          <a:xfrm>
            <a:off x="4890500" y="4297750"/>
            <a:ext cx="1162051" cy="581025"/>
          </a:xfrm>
          <a:prstGeom prst="rect">
            <a:avLst/>
          </a:prstGeom>
          <a:noFill/>
          <a:ln>
            <a:noFill/>
          </a:ln>
        </p:spPr>
      </p:pic>
      <p:pic>
        <p:nvPicPr>
          <p:cNvPr id="5662" name="Google Shape;5662;p447"/>
          <p:cNvPicPr preferRelativeResize="0"/>
          <p:nvPr/>
        </p:nvPicPr>
        <p:blipFill>
          <a:blip r:embed="rId9">
            <a:alphaModFix/>
          </a:blip>
          <a:stretch>
            <a:fillRect/>
          </a:stretch>
        </p:blipFill>
        <p:spPr>
          <a:xfrm>
            <a:off x="5179713" y="3952603"/>
            <a:ext cx="967025" cy="279060"/>
          </a:xfrm>
          <a:prstGeom prst="rect">
            <a:avLst/>
          </a:prstGeom>
          <a:noFill/>
          <a:ln>
            <a:noFill/>
          </a:ln>
        </p:spPr>
      </p:pic>
      <p:pic>
        <p:nvPicPr>
          <p:cNvPr id="5663" name="Google Shape;5663;p447"/>
          <p:cNvPicPr preferRelativeResize="0"/>
          <p:nvPr/>
        </p:nvPicPr>
        <p:blipFill>
          <a:blip r:embed="rId10">
            <a:alphaModFix/>
          </a:blip>
          <a:stretch>
            <a:fillRect/>
          </a:stretch>
        </p:blipFill>
        <p:spPr>
          <a:xfrm>
            <a:off x="6233204" y="4114689"/>
            <a:ext cx="870410" cy="547400"/>
          </a:xfrm>
          <a:prstGeom prst="rect">
            <a:avLst/>
          </a:prstGeom>
          <a:noFill/>
          <a:ln>
            <a:noFill/>
          </a:ln>
        </p:spPr>
      </p:pic>
      <p:pic>
        <p:nvPicPr>
          <p:cNvPr id="5664" name="Google Shape;5664;p447"/>
          <p:cNvPicPr preferRelativeResize="0"/>
          <p:nvPr/>
        </p:nvPicPr>
        <p:blipFill>
          <a:blip r:embed="rId11">
            <a:alphaModFix/>
          </a:blip>
          <a:stretch>
            <a:fillRect/>
          </a:stretch>
        </p:blipFill>
        <p:spPr>
          <a:xfrm>
            <a:off x="4035198" y="3981185"/>
            <a:ext cx="751914" cy="221875"/>
          </a:xfrm>
          <a:prstGeom prst="rect">
            <a:avLst/>
          </a:prstGeom>
          <a:noFill/>
          <a:ln>
            <a:noFill/>
          </a:ln>
        </p:spPr>
      </p:pic>
      <p:pic>
        <p:nvPicPr>
          <p:cNvPr id="5665" name="Google Shape;5665;p447"/>
          <p:cNvPicPr preferRelativeResize="0"/>
          <p:nvPr/>
        </p:nvPicPr>
        <p:blipFill>
          <a:blip r:embed="rId12">
            <a:alphaModFix/>
          </a:blip>
          <a:stretch>
            <a:fillRect/>
          </a:stretch>
        </p:blipFill>
        <p:spPr>
          <a:xfrm>
            <a:off x="8316605" y="4313662"/>
            <a:ext cx="965809" cy="291675"/>
          </a:xfrm>
          <a:prstGeom prst="rect">
            <a:avLst/>
          </a:prstGeom>
          <a:noFill/>
          <a:ln>
            <a:noFill/>
          </a:ln>
        </p:spPr>
      </p:pic>
      <p:pic>
        <p:nvPicPr>
          <p:cNvPr id="5666" name="Google Shape;5666;p447"/>
          <p:cNvPicPr preferRelativeResize="0"/>
          <p:nvPr/>
        </p:nvPicPr>
        <p:blipFill>
          <a:blip r:embed="rId13">
            <a:alphaModFix/>
          </a:blip>
          <a:stretch>
            <a:fillRect/>
          </a:stretch>
        </p:blipFill>
        <p:spPr>
          <a:xfrm>
            <a:off x="9507919" y="4164888"/>
            <a:ext cx="589200" cy="589211"/>
          </a:xfrm>
          <a:prstGeom prst="rect">
            <a:avLst/>
          </a:prstGeom>
          <a:noFill/>
          <a:ln>
            <a:noFill/>
          </a:ln>
        </p:spPr>
      </p:pic>
      <p:pic>
        <p:nvPicPr>
          <p:cNvPr id="5667" name="Google Shape;5667;p447"/>
          <p:cNvPicPr preferRelativeResize="0"/>
          <p:nvPr/>
        </p:nvPicPr>
        <p:blipFill>
          <a:blip r:embed="rId14">
            <a:alphaModFix/>
          </a:blip>
          <a:stretch>
            <a:fillRect/>
          </a:stretch>
        </p:blipFill>
        <p:spPr>
          <a:xfrm>
            <a:off x="1815064" y="3801616"/>
            <a:ext cx="1162051" cy="581034"/>
          </a:xfrm>
          <a:prstGeom prst="rect">
            <a:avLst/>
          </a:prstGeom>
          <a:noFill/>
          <a:ln>
            <a:noFill/>
          </a:ln>
        </p:spPr>
      </p:pic>
      <p:pic>
        <p:nvPicPr>
          <p:cNvPr id="5668" name="Google Shape;5668;p447"/>
          <p:cNvPicPr preferRelativeResize="0"/>
          <p:nvPr/>
        </p:nvPicPr>
        <p:blipFill>
          <a:blip r:embed="rId15">
            <a:alphaModFix/>
          </a:blip>
          <a:stretch>
            <a:fillRect/>
          </a:stretch>
        </p:blipFill>
        <p:spPr>
          <a:xfrm>
            <a:off x="7100257" y="3906950"/>
            <a:ext cx="458318" cy="370401"/>
          </a:xfrm>
          <a:prstGeom prst="rect">
            <a:avLst/>
          </a:prstGeom>
          <a:noFill/>
          <a:ln>
            <a:noFill/>
          </a:ln>
        </p:spPr>
      </p:pic>
      <p:pic>
        <p:nvPicPr>
          <p:cNvPr id="5669" name="Google Shape;5669;p447"/>
          <p:cNvPicPr preferRelativeResize="0"/>
          <p:nvPr/>
        </p:nvPicPr>
        <p:blipFill>
          <a:blip r:embed="rId16">
            <a:alphaModFix/>
          </a:blip>
          <a:stretch>
            <a:fillRect/>
          </a:stretch>
        </p:blipFill>
        <p:spPr>
          <a:xfrm>
            <a:off x="7318812" y="4231639"/>
            <a:ext cx="870401" cy="455710"/>
          </a:xfrm>
          <a:prstGeom prst="rect">
            <a:avLst/>
          </a:prstGeom>
          <a:noFill/>
          <a:ln>
            <a:noFill/>
          </a:ln>
        </p:spPr>
      </p:pic>
      <p:pic>
        <p:nvPicPr>
          <p:cNvPr id="5670" name="Google Shape;5670;p447"/>
          <p:cNvPicPr preferRelativeResize="0"/>
          <p:nvPr/>
        </p:nvPicPr>
        <p:blipFill>
          <a:blip r:embed="rId17">
            <a:alphaModFix/>
          </a:blip>
          <a:stretch>
            <a:fillRect/>
          </a:stretch>
        </p:blipFill>
        <p:spPr>
          <a:xfrm>
            <a:off x="9138727" y="3946274"/>
            <a:ext cx="1327560" cy="291700"/>
          </a:xfrm>
          <a:prstGeom prst="rect">
            <a:avLst/>
          </a:prstGeom>
          <a:noFill/>
          <a:ln>
            <a:noFill/>
          </a:ln>
        </p:spPr>
      </p:pic>
      <p:sp>
        <p:nvSpPr>
          <p:cNvPr id="5671" name="Google Shape;5671;p447"/>
          <p:cNvSpPr txBox="1"/>
          <p:nvPr/>
        </p:nvSpPr>
        <p:spPr>
          <a:xfrm>
            <a:off x="973275" y="4944875"/>
            <a:ext cx="7888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Red Hat Text"/>
                <a:ea typeface="Red Hat Text"/>
                <a:cs typeface="Red Hat Text"/>
                <a:sym typeface="Red Hat Text"/>
              </a:rPr>
              <a:t>Transform data from and to various formats and structures</a:t>
            </a:r>
            <a:endParaRPr b="1" sz="1600">
              <a:latin typeface="Red Hat Text"/>
              <a:ea typeface="Red Hat Text"/>
              <a:cs typeface="Red Hat Text"/>
              <a:sym typeface="Red Hat Text"/>
            </a:endParaRPr>
          </a:p>
        </p:txBody>
      </p:sp>
      <p:pic>
        <p:nvPicPr>
          <p:cNvPr id="5672" name="Google Shape;5672;p447"/>
          <p:cNvPicPr preferRelativeResize="0"/>
          <p:nvPr/>
        </p:nvPicPr>
        <p:blipFill rotWithShape="1">
          <a:blip r:embed="rId18">
            <a:alphaModFix/>
          </a:blip>
          <a:srcRect b="0" l="0" r="0" t="0"/>
          <a:stretch/>
        </p:blipFill>
        <p:spPr>
          <a:xfrm>
            <a:off x="3749395" y="5484637"/>
            <a:ext cx="547416" cy="547400"/>
          </a:xfrm>
          <a:prstGeom prst="rect">
            <a:avLst/>
          </a:prstGeom>
          <a:noFill/>
          <a:ln>
            <a:noFill/>
          </a:ln>
        </p:spPr>
      </p:pic>
      <p:pic>
        <p:nvPicPr>
          <p:cNvPr id="5673" name="Google Shape;5673;p447"/>
          <p:cNvPicPr preferRelativeResize="0"/>
          <p:nvPr/>
        </p:nvPicPr>
        <p:blipFill rotWithShape="1">
          <a:blip r:embed="rId19">
            <a:alphaModFix/>
          </a:blip>
          <a:srcRect b="0" l="0" r="0" t="0"/>
          <a:stretch/>
        </p:blipFill>
        <p:spPr>
          <a:xfrm>
            <a:off x="6755374" y="5565361"/>
            <a:ext cx="458325" cy="458325"/>
          </a:xfrm>
          <a:prstGeom prst="rect">
            <a:avLst/>
          </a:prstGeom>
          <a:noFill/>
          <a:ln>
            <a:noFill/>
          </a:ln>
        </p:spPr>
      </p:pic>
      <p:pic>
        <p:nvPicPr>
          <p:cNvPr id="5674" name="Google Shape;5674;p447"/>
          <p:cNvPicPr preferRelativeResize="0"/>
          <p:nvPr/>
        </p:nvPicPr>
        <p:blipFill rotWithShape="1">
          <a:blip r:embed="rId20">
            <a:alphaModFix/>
          </a:blip>
          <a:srcRect b="0" l="0" r="0" t="0"/>
          <a:stretch/>
        </p:blipFill>
        <p:spPr>
          <a:xfrm>
            <a:off x="9247542" y="5572086"/>
            <a:ext cx="458325" cy="458304"/>
          </a:xfrm>
          <a:prstGeom prst="rect">
            <a:avLst/>
          </a:prstGeom>
          <a:noFill/>
          <a:ln>
            <a:noFill/>
          </a:ln>
        </p:spPr>
      </p:pic>
      <p:pic>
        <p:nvPicPr>
          <p:cNvPr id="5675" name="Google Shape;5675;p447"/>
          <p:cNvPicPr preferRelativeResize="0"/>
          <p:nvPr/>
        </p:nvPicPr>
        <p:blipFill rotWithShape="1">
          <a:blip r:embed="rId21">
            <a:alphaModFix/>
          </a:blip>
          <a:srcRect b="0" l="0" r="0" t="0"/>
          <a:stretch/>
        </p:blipFill>
        <p:spPr>
          <a:xfrm>
            <a:off x="8014304" y="5567078"/>
            <a:ext cx="458325" cy="458325"/>
          </a:xfrm>
          <a:prstGeom prst="rect">
            <a:avLst/>
          </a:prstGeom>
          <a:noFill/>
          <a:ln>
            <a:noFill/>
          </a:ln>
        </p:spPr>
      </p:pic>
      <p:sp>
        <p:nvSpPr>
          <p:cNvPr id="5676" name="Google Shape;5676;p447"/>
          <p:cNvSpPr txBox="1"/>
          <p:nvPr/>
        </p:nvSpPr>
        <p:spPr>
          <a:xfrm>
            <a:off x="8627854" y="5971086"/>
            <a:ext cx="169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Healthcare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FHIR | HL7</a:t>
            </a:r>
            <a:endParaRPr sz="1000">
              <a:latin typeface="Red Hat Text"/>
              <a:ea typeface="Red Hat Text"/>
              <a:cs typeface="Red Hat Text"/>
              <a:sym typeface="Red Hat Text"/>
            </a:endParaRPr>
          </a:p>
        </p:txBody>
      </p:sp>
      <p:sp>
        <p:nvSpPr>
          <p:cNvPr id="5677" name="Google Shape;5677;p447"/>
          <p:cNvSpPr txBox="1"/>
          <p:nvPr/>
        </p:nvSpPr>
        <p:spPr>
          <a:xfrm>
            <a:off x="3174250" y="5953975"/>
            <a:ext cx="169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Binary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Protobuf | Avro</a:t>
            </a:r>
            <a:endParaRPr sz="1000">
              <a:latin typeface="Red Hat Text"/>
              <a:ea typeface="Red Hat Text"/>
              <a:cs typeface="Red Hat Text"/>
              <a:sym typeface="Red Hat Text"/>
            </a:endParaRPr>
          </a:p>
        </p:txBody>
      </p:sp>
      <p:pic>
        <p:nvPicPr>
          <p:cNvPr id="5678" name="Google Shape;5678;p447"/>
          <p:cNvPicPr preferRelativeResize="0"/>
          <p:nvPr/>
        </p:nvPicPr>
        <p:blipFill rotWithShape="1">
          <a:blip r:embed="rId22">
            <a:alphaModFix/>
          </a:blip>
          <a:srcRect b="0" l="0" r="0" t="0"/>
          <a:stretch/>
        </p:blipFill>
        <p:spPr>
          <a:xfrm>
            <a:off x="1504805" y="5565356"/>
            <a:ext cx="458325" cy="458325"/>
          </a:xfrm>
          <a:prstGeom prst="rect">
            <a:avLst/>
          </a:prstGeom>
          <a:noFill/>
          <a:ln>
            <a:noFill/>
          </a:ln>
        </p:spPr>
      </p:pic>
      <p:sp>
        <p:nvSpPr>
          <p:cNvPr id="5679" name="Google Shape;5679;p447"/>
          <p:cNvSpPr txBox="1"/>
          <p:nvPr/>
        </p:nvSpPr>
        <p:spPr>
          <a:xfrm>
            <a:off x="885113" y="5927794"/>
            <a:ext cx="169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XML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SOAP | XSLT</a:t>
            </a:r>
            <a:endParaRPr sz="1000">
              <a:latin typeface="Red Hat Text"/>
              <a:ea typeface="Red Hat Text"/>
              <a:cs typeface="Red Hat Text"/>
              <a:sym typeface="Red Hat Text"/>
            </a:endParaRPr>
          </a:p>
        </p:txBody>
      </p:sp>
      <p:pic>
        <p:nvPicPr>
          <p:cNvPr id="5680" name="Google Shape;5680;p447"/>
          <p:cNvPicPr preferRelativeResize="0"/>
          <p:nvPr/>
        </p:nvPicPr>
        <p:blipFill rotWithShape="1">
          <a:blip r:embed="rId23">
            <a:alphaModFix/>
          </a:blip>
          <a:srcRect b="140" l="0" r="0" t="140"/>
          <a:stretch/>
        </p:blipFill>
        <p:spPr>
          <a:xfrm>
            <a:off x="2581675" y="5565350"/>
            <a:ext cx="458325" cy="458325"/>
          </a:xfrm>
          <a:prstGeom prst="rect">
            <a:avLst/>
          </a:prstGeom>
          <a:noFill/>
          <a:ln>
            <a:noFill/>
          </a:ln>
        </p:spPr>
      </p:pic>
      <p:sp>
        <p:nvSpPr>
          <p:cNvPr id="5681" name="Google Shape;5681;p447"/>
          <p:cNvSpPr txBox="1"/>
          <p:nvPr/>
        </p:nvSpPr>
        <p:spPr>
          <a:xfrm>
            <a:off x="2618388" y="5594413"/>
            <a:ext cx="3849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solidFill>
                  <a:schemeClr val="accent1"/>
                </a:solidFill>
                <a:latin typeface="Red Hat Display"/>
                <a:ea typeface="Red Hat Display"/>
                <a:cs typeface="Red Hat Display"/>
                <a:sym typeface="Red Hat Display"/>
              </a:rPr>
              <a:t>{;}</a:t>
            </a:r>
            <a:endParaRPr b="1" sz="1300">
              <a:solidFill>
                <a:schemeClr val="accent1"/>
              </a:solidFill>
              <a:latin typeface="Red Hat Display"/>
              <a:ea typeface="Red Hat Display"/>
              <a:cs typeface="Red Hat Display"/>
              <a:sym typeface="Red Hat Display"/>
            </a:endParaRPr>
          </a:p>
        </p:txBody>
      </p:sp>
      <p:sp>
        <p:nvSpPr>
          <p:cNvPr id="5682" name="Google Shape;5682;p447"/>
          <p:cNvSpPr txBox="1"/>
          <p:nvPr/>
        </p:nvSpPr>
        <p:spPr>
          <a:xfrm>
            <a:off x="1963113" y="5940675"/>
            <a:ext cx="169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JSON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JWT | JSLT</a:t>
            </a:r>
            <a:endParaRPr sz="1000">
              <a:latin typeface="Red Hat Text"/>
              <a:ea typeface="Red Hat Text"/>
              <a:cs typeface="Red Hat Text"/>
              <a:sym typeface="Red Hat Text"/>
            </a:endParaRPr>
          </a:p>
        </p:txBody>
      </p:sp>
      <p:sp>
        <p:nvSpPr>
          <p:cNvPr id="5683" name="Google Shape;5683;p447"/>
          <p:cNvSpPr txBox="1"/>
          <p:nvPr/>
        </p:nvSpPr>
        <p:spPr>
          <a:xfrm>
            <a:off x="6184424" y="5965075"/>
            <a:ext cx="16002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Compressed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Zip | LZF</a:t>
            </a:r>
            <a:endParaRPr sz="1000">
              <a:latin typeface="Red Hat Text"/>
              <a:ea typeface="Red Hat Text"/>
              <a:cs typeface="Red Hat Text"/>
              <a:sym typeface="Red Hat Text"/>
            </a:endParaRPr>
          </a:p>
        </p:txBody>
      </p:sp>
      <p:sp>
        <p:nvSpPr>
          <p:cNvPr id="5684" name="Google Shape;5684;p447"/>
          <p:cNvSpPr txBox="1"/>
          <p:nvPr/>
        </p:nvSpPr>
        <p:spPr>
          <a:xfrm>
            <a:off x="7394591" y="5963242"/>
            <a:ext cx="169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Secured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PGP | JCE</a:t>
            </a:r>
            <a:endParaRPr sz="1000">
              <a:latin typeface="Red Hat Text"/>
              <a:ea typeface="Red Hat Text"/>
              <a:cs typeface="Red Hat Text"/>
              <a:sym typeface="Red Hat Text"/>
            </a:endParaRPr>
          </a:p>
        </p:txBody>
      </p:sp>
      <p:pic>
        <p:nvPicPr>
          <p:cNvPr id="5685" name="Google Shape;5685;p447"/>
          <p:cNvPicPr preferRelativeResize="0"/>
          <p:nvPr/>
        </p:nvPicPr>
        <p:blipFill rotWithShape="1">
          <a:blip r:embed="rId24">
            <a:alphaModFix/>
          </a:blip>
          <a:srcRect b="0" l="0" r="0" t="0"/>
          <a:stretch/>
        </p:blipFill>
        <p:spPr>
          <a:xfrm>
            <a:off x="5257607" y="5550455"/>
            <a:ext cx="458325" cy="458325"/>
          </a:xfrm>
          <a:prstGeom prst="rect">
            <a:avLst/>
          </a:prstGeom>
          <a:noFill/>
          <a:ln>
            <a:noFill/>
          </a:ln>
        </p:spPr>
      </p:pic>
      <p:sp>
        <p:nvSpPr>
          <p:cNvPr id="5686" name="Google Shape;5686;p447"/>
          <p:cNvSpPr txBox="1"/>
          <p:nvPr/>
        </p:nvSpPr>
        <p:spPr>
          <a:xfrm>
            <a:off x="4613525" y="5949445"/>
            <a:ext cx="16977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latin typeface="Red Hat Text"/>
                <a:ea typeface="Red Hat Text"/>
                <a:cs typeface="Red Hat Text"/>
                <a:sym typeface="Red Hat Text"/>
              </a:rPr>
              <a:t>Non-structured data</a:t>
            </a:r>
            <a:endParaRPr sz="1200">
              <a:latin typeface="Red Hat Text"/>
              <a:ea typeface="Red Hat Text"/>
              <a:cs typeface="Red Hat Text"/>
              <a:sym typeface="Red Hat Text"/>
            </a:endParaRPr>
          </a:p>
          <a:p>
            <a:pPr indent="0" lvl="0" marL="0" rtl="0" algn="ctr">
              <a:spcBef>
                <a:spcPts val="0"/>
              </a:spcBef>
              <a:spcAft>
                <a:spcPts val="0"/>
              </a:spcAft>
              <a:buNone/>
            </a:pPr>
            <a:r>
              <a:rPr lang="en" sz="1000">
                <a:latin typeface="Red Hat Text"/>
                <a:ea typeface="Red Hat Text"/>
                <a:cs typeface="Red Hat Text"/>
                <a:sym typeface="Red Hat Text"/>
              </a:rPr>
              <a:t>PDF | TXT | CSV</a:t>
            </a:r>
            <a:endParaRPr sz="1000">
              <a:latin typeface="Red Hat Text"/>
              <a:ea typeface="Red Hat Text"/>
              <a:cs typeface="Red Hat Text"/>
              <a:sym typeface="Red Hat Text"/>
            </a:endParaRPr>
          </a:p>
        </p:txBody>
      </p:sp>
      <p:sp>
        <p:nvSpPr>
          <p:cNvPr id="5687" name="Google Shape;5687;p447"/>
          <p:cNvSpPr txBox="1"/>
          <p:nvPr/>
        </p:nvSpPr>
        <p:spPr>
          <a:xfrm>
            <a:off x="2463798" y="2627546"/>
            <a:ext cx="24744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Integrate in Java applications</a:t>
            </a:r>
            <a:endParaRPr sz="1600">
              <a:latin typeface="Red Hat Text"/>
              <a:ea typeface="Red Hat Text"/>
              <a:cs typeface="Red Hat Text"/>
              <a:sym typeface="Red Hat Text"/>
            </a:endParaRPr>
          </a:p>
        </p:txBody>
      </p:sp>
      <p:sp>
        <p:nvSpPr>
          <p:cNvPr id="5688" name="Google Shape;5688;p447"/>
          <p:cNvSpPr txBox="1"/>
          <p:nvPr/>
        </p:nvSpPr>
        <p:spPr>
          <a:xfrm>
            <a:off x="7089300" y="2592975"/>
            <a:ext cx="2418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Build low-code integration pipes</a:t>
            </a:r>
            <a:endParaRPr sz="1600">
              <a:latin typeface="Red Hat Text"/>
              <a:ea typeface="Red Hat Text"/>
              <a:cs typeface="Red Hat Text"/>
              <a:sym typeface="Red Hat Text"/>
            </a:endParaRPr>
          </a:p>
        </p:txBody>
      </p:sp>
      <p:pic>
        <p:nvPicPr>
          <p:cNvPr id="5689" name="Google Shape;5689;p447"/>
          <p:cNvPicPr preferRelativeResize="0"/>
          <p:nvPr/>
        </p:nvPicPr>
        <p:blipFill>
          <a:blip r:embed="rId25">
            <a:alphaModFix/>
          </a:blip>
          <a:stretch>
            <a:fillRect/>
          </a:stretch>
        </p:blipFill>
        <p:spPr>
          <a:xfrm>
            <a:off x="5711499" y="2094865"/>
            <a:ext cx="384900" cy="354825"/>
          </a:xfrm>
          <a:prstGeom prst="rect">
            <a:avLst/>
          </a:prstGeom>
          <a:noFill/>
          <a:ln>
            <a:noFill/>
          </a:ln>
        </p:spPr>
      </p:pic>
      <p:pic>
        <p:nvPicPr>
          <p:cNvPr id="5690" name="Google Shape;5690;p447"/>
          <p:cNvPicPr preferRelativeResize="0"/>
          <p:nvPr/>
        </p:nvPicPr>
        <p:blipFill>
          <a:blip r:embed="rId26">
            <a:alphaModFix/>
          </a:blip>
          <a:stretch>
            <a:fillRect/>
          </a:stretch>
        </p:blipFill>
        <p:spPr>
          <a:xfrm>
            <a:off x="3182675" y="2043113"/>
            <a:ext cx="458326" cy="458326"/>
          </a:xfrm>
          <a:prstGeom prst="rect">
            <a:avLst/>
          </a:prstGeom>
          <a:noFill/>
          <a:ln>
            <a:noFill/>
          </a:ln>
        </p:spPr>
      </p:pic>
      <p:pic>
        <p:nvPicPr>
          <p:cNvPr id="5691" name="Google Shape;5691;p447"/>
          <p:cNvPicPr preferRelativeResize="0"/>
          <p:nvPr/>
        </p:nvPicPr>
        <p:blipFill>
          <a:blip r:embed="rId27">
            <a:alphaModFix/>
          </a:blip>
          <a:stretch>
            <a:fillRect/>
          </a:stretch>
        </p:blipFill>
        <p:spPr>
          <a:xfrm>
            <a:off x="3760989" y="2087178"/>
            <a:ext cx="458326" cy="411210"/>
          </a:xfrm>
          <a:prstGeom prst="rect">
            <a:avLst/>
          </a:prstGeom>
          <a:noFill/>
          <a:ln>
            <a:noFill/>
          </a:ln>
        </p:spPr>
      </p:pic>
      <p:sp>
        <p:nvSpPr>
          <p:cNvPr id="5692" name="Google Shape;5692;p447"/>
          <p:cNvSpPr txBox="1"/>
          <p:nvPr/>
        </p:nvSpPr>
        <p:spPr>
          <a:xfrm>
            <a:off x="4739300" y="2598075"/>
            <a:ext cx="24744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000000"/>
                </a:solidFill>
                <a:latin typeface="Red Hat Text"/>
                <a:ea typeface="Red Hat Text"/>
                <a:cs typeface="Red Hat Text"/>
                <a:sym typeface="Red Hat Text"/>
              </a:rPr>
              <a:t>Compose integration microservices</a:t>
            </a:r>
            <a:endParaRPr/>
          </a:p>
        </p:txBody>
      </p:sp>
      <p:sp>
        <p:nvSpPr>
          <p:cNvPr id="5693" name="Google Shape;5693;p447"/>
          <p:cNvSpPr txBox="1"/>
          <p:nvPr/>
        </p:nvSpPr>
        <p:spPr>
          <a:xfrm>
            <a:off x="4986275" y="2056725"/>
            <a:ext cx="676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Red Hat Text"/>
                <a:ea typeface="Red Hat Text"/>
                <a:cs typeface="Red Hat Text"/>
                <a:sym typeface="Red Hat Text"/>
              </a:rPr>
              <a:t>XML</a:t>
            </a:r>
            <a:endParaRPr b="1" sz="1600">
              <a:latin typeface="Red Hat Text"/>
              <a:ea typeface="Red Hat Text"/>
              <a:cs typeface="Red Hat Text"/>
              <a:sym typeface="Red Hat Text"/>
            </a:endParaRPr>
          </a:p>
        </p:txBody>
      </p:sp>
      <p:sp>
        <p:nvSpPr>
          <p:cNvPr id="5694" name="Google Shape;5694;p447"/>
          <p:cNvSpPr txBox="1"/>
          <p:nvPr/>
        </p:nvSpPr>
        <p:spPr>
          <a:xfrm>
            <a:off x="6096400" y="2056713"/>
            <a:ext cx="870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Red Hat Text"/>
                <a:ea typeface="Red Hat Text"/>
                <a:cs typeface="Red Hat Text"/>
                <a:sym typeface="Red Hat Text"/>
              </a:rPr>
              <a:t>JSON</a:t>
            </a:r>
            <a:endParaRPr b="1" sz="1600">
              <a:latin typeface="Red Hat Text"/>
              <a:ea typeface="Red Hat Text"/>
              <a:cs typeface="Red Hat Text"/>
              <a:sym typeface="Red Hat Text"/>
            </a:endParaRPr>
          </a:p>
        </p:txBody>
      </p:sp>
      <p:sp>
        <p:nvSpPr>
          <p:cNvPr id="5695" name="Google Shape;5695;p447"/>
          <p:cNvSpPr txBox="1"/>
          <p:nvPr/>
        </p:nvSpPr>
        <p:spPr>
          <a:xfrm>
            <a:off x="7863438" y="1908675"/>
            <a:ext cx="870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Red Hat Text"/>
                <a:ea typeface="Red Hat Text"/>
                <a:cs typeface="Red Hat Text"/>
                <a:sym typeface="Red Hat Text"/>
              </a:rPr>
              <a:t>Pipes</a:t>
            </a:r>
            <a:endParaRPr b="1" sz="1600">
              <a:latin typeface="Red Hat Text"/>
              <a:ea typeface="Red Hat Text"/>
              <a:cs typeface="Red Hat Text"/>
              <a:sym typeface="Red Hat Text"/>
            </a:endParaRPr>
          </a:p>
        </p:txBody>
      </p:sp>
      <p:sp>
        <p:nvSpPr>
          <p:cNvPr id="5696" name="Google Shape;5696;p447"/>
          <p:cNvSpPr txBox="1"/>
          <p:nvPr/>
        </p:nvSpPr>
        <p:spPr>
          <a:xfrm>
            <a:off x="7690938" y="2186125"/>
            <a:ext cx="1215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latin typeface="Red Hat Text"/>
                <a:ea typeface="Red Hat Text"/>
                <a:cs typeface="Red Hat Text"/>
                <a:sym typeface="Red Hat Text"/>
              </a:rPr>
              <a:t>Kamelets</a:t>
            </a:r>
            <a:endParaRPr b="1" sz="1600">
              <a:latin typeface="Red Hat Text"/>
              <a:ea typeface="Red Hat Text"/>
              <a:cs typeface="Red Hat Text"/>
              <a:sym typeface="Red Hat Text"/>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0" name="Shape 5700"/>
        <p:cNvGrpSpPr/>
        <p:nvPr/>
      </p:nvGrpSpPr>
      <p:grpSpPr>
        <a:xfrm>
          <a:off x="0" y="0"/>
          <a:ext cx="0" cy="0"/>
          <a:chOff x="0" y="0"/>
          <a:chExt cx="0" cy="0"/>
        </a:xfrm>
      </p:grpSpPr>
      <p:sp>
        <p:nvSpPr>
          <p:cNvPr id="5701" name="Google Shape;5701;p448"/>
          <p:cNvSpPr/>
          <p:nvPr/>
        </p:nvSpPr>
        <p:spPr>
          <a:xfrm>
            <a:off x="0" y="1475625"/>
            <a:ext cx="12192000" cy="4631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5702" name="Google Shape;5702;p448"/>
          <p:cNvSpPr/>
          <p:nvPr/>
        </p:nvSpPr>
        <p:spPr>
          <a:xfrm>
            <a:off x="8030425" y="1505425"/>
            <a:ext cx="3552600" cy="37590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5703" name="Google Shape;5703;p44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04" name="Google Shape;5704;p448"/>
          <p:cNvSpPr txBox="1"/>
          <p:nvPr/>
        </p:nvSpPr>
        <p:spPr>
          <a:xfrm>
            <a:off x="592206" y="2777775"/>
            <a:ext cx="2071500" cy="622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700"/>
              <a:buNone/>
            </a:pPr>
            <a:r>
              <a:rPr lang="en" sz="1100">
                <a:solidFill>
                  <a:schemeClr val="dk1"/>
                </a:solidFill>
                <a:latin typeface="Red Hat Text"/>
                <a:ea typeface="Red Hat Text"/>
                <a:cs typeface="Red Hat Text"/>
                <a:sym typeface="Red Hat Text"/>
              </a:rPr>
              <a:t>Running Fuse on </a:t>
            </a:r>
            <a:r>
              <a:rPr b="1" lang="en" sz="1100">
                <a:solidFill>
                  <a:schemeClr val="dk1"/>
                </a:solidFill>
                <a:latin typeface="Red Hat Text"/>
                <a:ea typeface="Red Hat Text"/>
                <a:cs typeface="Red Hat Text"/>
                <a:sym typeface="Red Hat Text"/>
              </a:rPr>
              <a:t>Karaf</a:t>
            </a:r>
            <a:r>
              <a:rPr lang="en" sz="1100">
                <a:solidFill>
                  <a:schemeClr val="dk1"/>
                </a:solidFill>
                <a:latin typeface="Red Hat Text"/>
                <a:ea typeface="Red Hat Text"/>
                <a:cs typeface="Red Hat Text"/>
                <a:sym typeface="Red Hat Text"/>
              </a:rPr>
              <a:t> / </a:t>
            </a:r>
            <a:r>
              <a:rPr b="1" lang="en" sz="1100">
                <a:solidFill>
                  <a:schemeClr val="dk1"/>
                </a:solidFill>
                <a:latin typeface="Red Hat Text"/>
                <a:ea typeface="Red Hat Text"/>
                <a:cs typeface="Red Hat Text"/>
                <a:sym typeface="Red Hat Text"/>
              </a:rPr>
              <a:t>EAP</a:t>
            </a:r>
            <a:r>
              <a:rPr lang="en" sz="1100">
                <a:solidFill>
                  <a:schemeClr val="dk1"/>
                </a:solidFill>
                <a:latin typeface="Red Hat Text"/>
                <a:ea typeface="Red Hat Text"/>
                <a:cs typeface="Red Hat Text"/>
                <a:sym typeface="Red Hat Text"/>
              </a:rPr>
              <a:t> and ready to </a:t>
            </a:r>
            <a:r>
              <a:rPr b="1" lang="en" sz="1100">
                <a:solidFill>
                  <a:schemeClr val="dk1"/>
                </a:solidFill>
                <a:latin typeface="Red Hat Text"/>
                <a:ea typeface="Red Hat Text"/>
                <a:cs typeface="Red Hat Text"/>
                <a:sym typeface="Red Hat Text"/>
              </a:rPr>
              <a:t>refactor</a:t>
            </a:r>
            <a:r>
              <a:rPr lang="en" sz="1100">
                <a:solidFill>
                  <a:schemeClr val="dk1"/>
                </a:solidFill>
                <a:latin typeface="Red Hat Text"/>
                <a:ea typeface="Red Hat Text"/>
                <a:cs typeface="Red Hat Text"/>
                <a:sym typeface="Red Hat Text"/>
              </a:rPr>
              <a:t>?</a:t>
            </a:r>
            <a:endParaRPr sz="1100">
              <a:latin typeface="Red Hat Text"/>
              <a:ea typeface="Red Hat Text"/>
              <a:cs typeface="Red Hat Text"/>
              <a:sym typeface="Red Hat Text"/>
            </a:endParaRPr>
          </a:p>
        </p:txBody>
      </p:sp>
      <p:cxnSp>
        <p:nvCxnSpPr>
          <p:cNvPr id="5705" name="Google Shape;5705;p448"/>
          <p:cNvCxnSpPr>
            <a:stCxn id="5704" idx="2"/>
          </p:cNvCxnSpPr>
          <p:nvPr/>
        </p:nvCxnSpPr>
        <p:spPr>
          <a:xfrm>
            <a:off x="1627956" y="3399975"/>
            <a:ext cx="0" cy="622200"/>
          </a:xfrm>
          <a:prstGeom prst="straightConnector1">
            <a:avLst/>
          </a:prstGeom>
          <a:noFill/>
          <a:ln cap="flat" cmpd="sng" w="9525">
            <a:solidFill>
              <a:srgbClr val="595959"/>
            </a:solidFill>
            <a:prstDash val="solid"/>
            <a:round/>
            <a:headEnd len="med" w="med" type="none"/>
            <a:tailEnd len="med" w="med" type="triangle"/>
          </a:ln>
        </p:spPr>
      </p:cxnSp>
      <p:sp>
        <p:nvSpPr>
          <p:cNvPr id="5706" name="Google Shape;5706;p448"/>
          <p:cNvSpPr/>
          <p:nvPr/>
        </p:nvSpPr>
        <p:spPr>
          <a:xfrm>
            <a:off x="1195571" y="645001"/>
            <a:ext cx="864778" cy="453243"/>
          </a:xfrm>
          <a:prstGeom prst="flowChartOffpageConnec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Start</a:t>
            </a:r>
            <a:endParaRPr>
              <a:latin typeface="Red Hat Text"/>
              <a:ea typeface="Red Hat Text"/>
              <a:cs typeface="Red Hat Text"/>
              <a:sym typeface="Red Hat Text"/>
            </a:endParaRPr>
          </a:p>
        </p:txBody>
      </p:sp>
      <p:cxnSp>
        <p:nvCxnSpPr>
          <p:cNvPr id="5707" name="Google Shape;5707;p448"/>
          <p:cNvCxnSpPr>
            <a:stCxn id="5706" idx="2"/>
            <a:endCxn id="5704" idx="0"/>
          </p:cNvCxnSpPr>
          <p:nvPr/>
        </p:nvCxnSpPr>
        <p:spPr>
          <a:xfrm>
            <a:off x="1627960" y="1098243"/>
            <a:ext cx="0" cy="1679400"/>
          </a:xfrm>
          <a:prstGeom prst="straightConnector1">
            <a:avLst/>
          </a:prstGeom>
          <a:noFill/>
          <a:ln cap="flat" cmpd="sng" w="9525">
            <a:solidFill>
              <a:srgbClr val="595959"/>
            </a:solidFill>
            <a:prstDash val="solid"/>
            <a:round/>
            <a:headEnd len="med" w="med" type="none"/>
            <a:tailEnd len="med" w="med" type="triangle"/>
          </a:ln>
        </p:spPr>
      </p:cxnSp>
      <p:cxnSp>
        <p:nvCxnSpPr>
          <p:cNvPr id="5708" name="Google Shape;5708;p448"/>
          <p:cNvCxnSpPr>
            <a:stCxn id="5704" idx="3"/>
            <a:endCxn id="5709" idx="1"/>
          </p:cNvCxnSpPr>
          <p:nvPr/>
        </p:nvCxnSpPr>
        <p:spPr>
          <a:xfrm flipH="1" rot="10800000">
            <a:off x="2663706" y="1992375"/>
            <a:ext cx="510000" cy="1096500"/>
          </a:xfrm>
          <a:prstGeom prst="straightConnector1">
            <a:avLst/>
          </a:prstGeom>
          <a:noFill/>
          <a:ln cap="flat" cmpd="sng" w="9525">
            <a:solidFill>
              <a:srgbClr val="595959"/>
            </a:solidFill>
            <a:prstDash val="solid"/>
            <a:round/>
            <a:headEnd len="med" w="med" type="none"/>
            <a:tailEnd len="med" w="med" type="triangle"/>
          </a:ln>
        </p:spPr>
      </p:cxnSp>
      <p:sp>
        <p:nvSpPr>
          <p:cNvPr id="5710" name="Google Shape;5710;p448"/>
          <p:cNvSpPr txBox="1"/>
          <p:nvPr/>
        </p:nvSpPr>
        <p:spPr>
          <a:xfrm>
            <a:off x="592173" y="4013175"/>
            <a:ext cx="2071500" cy="6894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1100"/>
              <a:buNone/>
            </a:pPr>
            <a:r>
              <a:rPr lang="en" sz="1100">
                <a:latin typeface="Red Hat Text"/>
                <a:ea typeface="Red Hat Text"/>
                <a:cs typeface="Red Hat Text"/>
                <a:sym typeface="Red Hat Text"/>
              </a:rPr>
              <a:t>Running Fuse on </a:t>
            </a:r>
            <a:r>
              <a:rPr b="1" lang="en" sz="1100">
                <a:latin typeface="Red Hat Text"/>
                <a:ea typeface="Red Hat Text"/>
                <a:cs typeface="Red Hat Text"/>
                <a:sym typeface="Red Hat Text"/>
              </a:rPr>
              <a:t>Spring Boot</a:t>
            </a:r>
            <a:r>
              <a:rPr lang="en" sz="1100">
                <a:latin typeface="Red Hat Text"/>
                <a:ea typeface="Red Hat Text"/>
                <a:cs typeface="Red Hat Text"/>
                <a:sym typeface="Red Hat Text"/>
              </a:rPr>
              <a:t> 2 and ready to </a:t>
            </a:r>
            <a:r>
              <a:rPr b="1" lang="en" sz="1100">
                <a:latin typeface="Red Hat Text"/>
                <a:ea typeface="Red Hat Text"/>
                <a:cs typeface="Red Hat Text"/>
                <a:sym typeface="Red Hat Text"/>
              </a:rPr>
              <a:t>update</a:t>
            </a:r>
            <a:r>
              <a:rPr lang="en" sz="1100">
                <a:latin typeface="Red Hat Text"/>
                <a:ea typeface="Red Hat Text"/>
                <a:cs typeface="Red Hat Text"/>
                <a:sym typeface="Red Hat Text"/>
              </a:rPr>
              <a:t> to Spring Boot 3 and JDK17?</a:t>
            </a:r>
            <a:endParaRPr sz="1100">
              <a:latin typeface="Red Hat Text"/>
              <a:ea typeface="Red Hat Text"/>
              <a:cs typeface="Red Hat Text"/>
              <a:sym typeface="Red Hat Text"/>
            </a:endParaRPr>
          </a:p>
        </p:txBody>
      </p:sp>
      <p:sp>
        <p:nvSpPr>
          <p:cNvPr id="5711" name="Google Shape;5711;p448"/>
          <p:cNvSpPr txBox="1"/>
          <p:nvPr/>
        </p:nvSpPr>
        <p:spPr>
          <a:xfrm>
            <a:off x="1460377" y="644998"/>
            <a:ext cx="9616200" cy="510300"/>
          </a:xfrm>
          <a:prstGeom prst="rect">
            <a:avLst/>
          </a:prstGeom>
          <a:noFill/>
          <a:ln>
            <a:noFill/>
          </a:ln>
        </p:spPr>
        <p:txBody>
          <a:bodyPr anchorCtr="0" anchor="t" bIns="0" lIns="0" spcFirstLastPara="1" rIns="0" wrap="square" tIns="0">
            <a:noAutofit/>
          </a:bodyPr>
          <a:lstStyle/>
          <a:p>
            <a:pPr indent="0" lvl="0" marL="0" rtl="0" algn="ctr">
              <a:lnSpc>
                <a:spcPct val="130000"/>
              </a:lnSpc>
              <a:spcBef>
                <a:spcPts val="0"/>
              </a:spcBef>
              <a:spcAft>
                <a:spcPts val="0"/>
              </a:spcAft>
              <a:buNone/>
            </a:pPr>
            <a:r>
              <a:rPr lang="en" sz="3300">
                <a:latin typeface="Red Hat Display"/>
                <a:ea typeface="Red Hat Display"/>
                <a:cs typeface="Red Hat Display"/>
                <a:sym typeface="Red Hat Display"/>
              </a:rPr>
              <a:t>Enterprise Integration Modernization</a:t>
            </a:r>
            <a:endParaRPr sz="3300">
              <a:solidFill>
                <a:srgbClr val="000000"/>
              </a:solidFill>
              <a:latin typeface="Red Hat Display"/>
              <a:ea typeface="Red Hat Display"/>
              <a:cs typeface="Red Hat Display"/>
              <a:sym typeface="Red Hat Display"/>
            </a:endParaRPr>
          </a:p>
        </p:txBody>
      </p:sp>
      <p:pic>
        <p:nvPicPr>
          <p:cNvPr id="5712" name="Google Shape;5712;p448"/>
          <p:cNvPicPr preferRelativeResize="0"/>
          <p:nvPr/>
        </p:nvPicPr>
        <p:blipFill>
          <a:blip r:embed="rId3">
            <a:alphaModFix/>
          </a:blip>
          <a:stretch>
            <a:fillRect/>
          </a:stretch>
        </p:blipFill>
        <p:spPr>
          <a:xfrm>
            <a:off x="7647650" y="2647725"/>
            <a:ext cx="518100" cy="518100"/>
          </a:xfrm>
          <a:prstGeom prst="rect">
            <a:avLst/>
          </a:prstGeom>
          <a:noFill/>
          <a:ln>
            <a:noFill/>
          </a:ln>
        </p:spPr>
      </p:pic>
      <p:sp>
        <p:nvSpPr>
          <p:cNvPr id="5713" name="Google Shape;5713;p448"/>
          <p:cNvSpPr txBox="1"/>
          <p:nvPr/>
        </p:nvSpPr>
        <p:spPr>
          <a:xfrm>
            <a:off x="8127325" y="2691225"/>
            <a:ext cx="3597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Red Hat Text"/>
                <a:ea typeface="Red Hat Text"/>
                <a:cs typeface="Red Hat Text"/>
                <a:sym typeface="Red Hat Text"/>
              </a:rPr>
              <a:t>Red Hat build of Apache Camel 4</a:t>
            </a:r>
            <a:endParaRPr b="1" sz="1600">
              <a:latin typeface="Red Hat Text"/>
              <a:ea typeface="Red Hat Text"/>
              <a:cs typeface="Red Hat Text"/>
              <a:sym typeface="Red Hat Text"/>
            </a:endParaRPr>
          </a:p>
        </p:txBody>
      </p:sp>
      <p:sp>
        <p:nvSpPr>
          <p:cNvPr id="5714" name="Google Shape;5714;p448"/>
          <p:cNvSpPr txBox="1"/>
          <p:nvPr/>
        </p:nvSpPr>
        <p:spPr>
          <a:xfrm>
            <a:off x="4022699" y="4669150"/>
            <a:ext cx="18033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500"/>
              <a:buNone/>
            </a:pPr>
            <a:r>
              <a:rPr lang="en" sz="1100">
                <a:latin typeface="Red Hat Text"/>
                <a:ea typeface="Red Hat Text"/>
                <a:cs typeface="Red Hat Text"/>
                <a:sym typeface="Red Hat Text"/>
              </a:rPr>
              <a:t>Need messaging or streaming data?</a:t>
            </a:r>
            <a:endParaRPr sz="1200">
              <a:latin typeface="Red Hat Text"/>
              <a:ea typeface="Red Hat Text"/>
              <a:cs typeface="Red Hat Text"/>
              <a:sym typeface="Red Hat Text"/>
            </a:endParaRPr>
          </a:p>
        </p:txBody>
      </p:sp>
      <p:sp>
        <p:nvSpPr>
          <p:cNvPr id="5715" name="Google Shape;5715;p448"/>
          <p:cNvSpPr txBox="1"/>
          <p:nvPr/>
        </p:nvSpPr>
        <p:spPr>
          <a:xfrm>
            <a:off x="4022999" y="5340650"/>
            <a:ext cx="18033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500"/>
              <a:buNone/>
            </a:pPr>
            <a:r>
              <a:rPr lang="en" sz="1100">
                <a:latin typeface="Red Hat Text"/>
                <a:ea typeface="Red Hat Text"/>
                <a:cs typeface="Red Hat Text"/>
                <a:sym typeface="Red Hat Text"/>
              </a:rPr>
              <a:t>Need IDE?</a:t>
            </a:r>
            <a:endParaRPr sz="1200">
              <a:latin typeface="Red Hat Text"/>
              <a:ea typeface="Red Hat Text"/>
              <a:cs typeface="Red Hat Text"/>
              <a:sym typeface="Red Hat Text"/>
            </a:endParaRPr>
          </a:p>
        </p:txBody>
      </p:sp>
      <p:sp>
        <p:nvSpPr>
          <p:cNvPr id="5716" name="Google Shape;5716;p448"/>
          <p:cNvSpPr txBox="1"/>
          <p:nvPr/>
        </p:nvSpPr>
        <p:spPr>
          <a:xfrm>
            <a:off x="4023000" y="4073838"/>
            <a:ext cx="18033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500"/>
              <a:buNone/>
            </a:pPr>
            <a:r>
              <a:rPr lang="en" sz="1100">
                <a:latin typeface="Red Hat Text"/>
                <a:ea typeface="Red Hat Text"/>
                <a:cs typeface="Red Hat Text"/>
                <a:sym typeface="Red Hat Text"/>
              </a:rPr>
              <a:t>Need Red Hat’s runtime cloud-native framework?</a:t>
            </a:r>
            <a:endParaRPr sz="1200">
              <a:latin typeface="Red Hat Text"/>
              <a:ea typeface="Red Hat Text"/>
              <a:cs typeface="Red Hat Text"/>
              <a:sym typeface="Red Hat Text"/>
            </a:endParaRPr>
          </a:p>
        </p:txBody>
      </p:sp>
      <p:sp>
        <p:nvSpPr>
          <p:cNvPr id="5717" name="Google Shape;5717;p448"/>
          <p:cNvSpPr txBox="1"/>
          <p:nvPr/>
        </p:nvSpPr>
        <p:spPr>
          <a:xfrm>
            <a:off x="1270200" y="3511813"/>
            <a:ext cx="6750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NO</a:t>
            </a:r>
            <a:endParaRPr>
              <a:latin typeface="Red Hat Text"/>
              <a:ea typeface="Red Hat Text"/>
              <a:cs typeface="Red Hat Text"/>
              <a:sym typeface="Red Hat Text"/>
            </a:endParaRPr>
          </a:p>
        </p:txBody>
      </p:sp>
      <p:pic>
        <p:nvPicPr>
          <p:cNvPr id="5718" name="Google Shape;5718;p448"/>
          <p:cNvPicPr preferRelativeResize="0"/>
          <p:nvPr/>
        </p:nvPicPr>
        <p:blipFill>
          <a:blip r:embed="rId4">
            <a:alphaModFix/>
          </a:blip>
          <a:stretch>
            <a:fillRect/>
          </a:stretch>
        </p:blipFill>
        <p:spPr>
          <a:xfrm>
            <a:off x="1640403" y="5410094"/>
            <a:ext cx="1440247" cy="523732"/>
          </a:xfrm>
          <a:prstGeom prst="rect">
            <a:avLst/>
          </a:prstGeom>
          <a:noFill/>
          <a:ln>
            <a:noFill/>
          </a:ln>
        </p:spPr>
      </p:pic>
      <p:sp>
        <p:nvSpPr>
          <p:cNvPr id="5719" name="Google Shape;5719;p448"/>
          <p:cNvSpPr txBox="1"/>
          <p:nvPr/>
        </p:nvSpPr>
        <p:spPr>
          <a:xfrm>
            <a:off x="1056900" y="4979000"/>
            <a:ext cx="2966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latin typeface="Red Hat Text"/>
                <a:ea typeface="Red Hat Text"/>
                <a:cs typeface="Red Hat Text"/>
                <a:sym typeface="Red Hat Text"/>
              </a:rPr>
              <a:t>Extended Life Support </a:t>
            </a:r>
            <a:r>
              <a:rPr lang="en" sz="1600">
                <a:latin typeface="Red Hat Text"/>
                <a:ea typeface="Red Hat Text"/>
                <a:cs typeface="Red Hat Text"/>
                <a:sym typeface="Red Hat Text"/>
              </a:rPr>
              <a:t>for</a:t>
            </a:r>
            <a:endParaRPr sz="1600">
              <a:latin typeface="Red Hat Text"/>
              <a:ea typeface="Red Hat Text"/>
              <a:cs typeface="Red Hat Text"/>
              <a:sym typeface="Red Hat Text"/>
            </a:endParaRPr>
          </a:p>
        </p:txBody>
      </p:sp>
      <p:sp>
        <p:nvSpPr>
          <p:cNvPr id="5720" name="Google Shape;5720;p448"/>
          <p:cNvSpPr txBox="1"/>
          <p:nvPr/>
        </p:nvSpPr>
        <p:spPr>
          <a:xfrm>
            <a:off x="2644825" y="2411775"/>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sp>
        <p:nvSpPr>
          <p:cNvPr id="5709" name="Google Shape;5709;p448"/>
          <p:cNvSpPr txBox="1"/>
          <p:nvPr/>
        </p:nvSpPr>
        <p:spPr>
          <a:xfrm>
            <a:off x="3173852" y="1727775"/>
            <a:ext cx="13821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500"/>
              <a:buNone/>
            </a:pPr>
            <a:r>
              <a:rPr lang="en" sz="1100">
                <a:latin typeface="Red Hat Text"/>
                <a:ea typeface="Red Hat Text"/>
                <a:cs typeface="Red Hat Text"/>
                <a:sym typeface="Red Hat Text"/>
              </a:rPr>
              <a:t>Need Application Platform?</a:t>
            </a:r>
            <a:endParaRPr sz="1200">
              <a:latin typeface="Red Hat Text"/>
              <a:ea typeface="Red Hat Text"/>
              <a:cs typeface="Red Hat Text"/>
              <a:sym typeface="Red Hat Text"/>
            </a:endParaRPr>
          </a:p>
        </p:txBody>
      </p:sp>
      <p:cxnSp>
        <p:nvCxnSpPr>
          <p:cNvPr id="5721" name="Google Shape;5721;p448"/>
          <p:cNvCxnSpPr/>
          <p:nvPr/>
        </p:nvCxnSpPr>
        <p:spPr>
          <a:xfrm>
            <a:off x="4555950" y="1992375"/>
            <a:ext cx="1128000" cy="0"/>
          </a:xfrm>
          <a:prstGeom prst="straightConnector1">
            <a:avLst/>
          </a:prstGeom>
          <a:noFill/>
          <a:ln cap="flat" cmpd="sng" w="9525">
            <a:solidFill>
              <a:srgbClr val="595959"/>
            </a:solidFill>
            <a:prstDash val="solid"/>
            <a:round/>
            <a:headEnd len="med" w="med" type="none"/>
            <a:tailEnd len="med" w="med" type="triangle"/>
          </a:ln>
        </p:spPr>
      </p:cxnSp>
      <p:sp>
        <p:nvSpPr>
          <p:cNvPr id="5722" name="Google Shape;5722;p448"/>
          <p:cNvSpPr txBox="1"/>
          <p:nvPr/>
        </p:nvSpPr>
        <p:spPr>
          <a:xfrm>
            <a:off x="4718150" y="1840275"/>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pic>
        <p:nvPicPr>
          <p:cNvPr id="5723" name="Google Shape;5723;p448"/>
          <p:cNvPicPr preferRelativeResize="0"/>
          <p:nvPr/>
        </p:nvPicPr>
        <p:blipFill>
          <a:blip r:embed="rId5">
            <a:alphaModFix/>
          </a:blip>
          <a:stretch>
            <a:fillRect/>
          </a:stretch>
        </p:blipFill>
        <p:spPr>
          <a:xfrm>
            <a:off x="8145343" y="1730510"/>
            <a:ext cx="2930519" cy="523725"/>
          </a:xfrm>
          <a:prstGeom prst="rect">
            <a:avLst/>
          </a:prstGeom>
          <a:noFill/>
          <a:ln>
            <a:noFill/>
          </a:ln>
        </p:spPr>
      </p:pic>
      <p:pic>
        <p:nvPicPr>
          <p:cNvPr id="5724" name="Google Shape;5724;p448"/>
          <p:cNvPicPr preferRelativeResize="0"/>
          <p:nvPr/>
        </p:nvPicPr>
        <p:blipFill>
          <a:blip r:embed="rId6">
            <a:alphaModFix/>
          </a:blip>
          <a:stretch>
            <a:fillRect/>
          </a:stretch>
        </p:blipFill>
        <p:spPr>
          <a:xfrm>
            <a:off x="7647650" y="4061950"/>
            <a:ext cx="518100" cy="518100"/>
          </a:xfrm>
          <a:prstGeom prst="rect">
            <a:avLst/>
          </a:prstGeom>
          <a:noFill/>
          <a:ln>
            <a:noFill/>
          </a:ln>
        </p:spPr>
      </p:pic>
      <p:sp>
        <p:nvSpPr>
          <p:cNvPr id="5725" name="Google Shape;5725;p448"/>
          <p:cNvSpPr txBox="1"/>
          <p:nvPr/>
        </p:nvSpPr>
        <p:spPr>
          <a:xfrm>
            <a:off x="8165750" y="4105438"/>
            <a:ext cx="320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Red Hat build of Quarkus</a:t>
            </a:r>
            <a:endParaRPr>
              <a:latin typeface="Red Hat Text"/>
              <a:ea typeface="Red Hat Text"/>
              <a:cs typeface="Red Hat Text"/>
              <a:sym typeface="Red Hat Text"/>
            </a:endParaRPr>
          </a:p>
        </p:txBody>
      </p:sp>
      <p:pic>
        <p:nvPicPr>
          <p:cNvPr id="5726" name="Google Shape;5726;p448"/>
          <p:cNvPicPr preferRelativeResize="0"/>
          <p:nvPr/>
        </p:nvPicPr>
        <p:blipFill>
          <a:blip r:embed="rId7">
            <a:alphaModFix/>
          </a:blip>
          <a:stretch>
            <a:fillRect/>
          </a:stretch>
        </p:blipFill>
        <p:spPr>
          <a:xfrm>
            <a:off x="5879132" y="1730514"/>
            <a:ext cx="1541070" cy="523725"/>
          </a:xfrm>
          <a:prstGeom prst="rect">
            <a:avLst/>
          </a:prstGeom>
          <a:noFill/>
          <a:ln>
            <a:noFill/>
          </a:ln>
        </p:spPr>
      </p:pic>
      <p:sp>
        <p:nvSpPr>
          <p:cNvPr id="5727" name="Google Shape;5727;p448"/>
          <p:cNvSpPr/>
          <p:nvPr/>
        </p:nvSpPr>
        <p:spPr>
          <a:xfrm>
            <a:off x="7555825" y="1765438"/>
            <a:ext cx="453900" cy="453900"/>
          </a:xfrm>
          <a:prstGeom prst="mathPlus">
            <a:avLst>
              <a:gd fmla="val 9946" name="adj1"/>
            </a:avLst>
          </a:prstGeom>
          <a:solidFill>
            <a:srgbClr val="14141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pic>
        <p:nvPicPr>
          <p:cNvPr id="5728" name="Google Shape;5728;p448"/>
          <p:cNvPicPr preferRelativeResize="0"/>
          <p:nvPr/>
        </p:nvPicPr>
        <p:blipFill>
          <a:blip r:embed="rId8">
            <a:alphaModFix/>
          </a:blip>
          <a:stretch>
            <a:fillRect/>
          </a:stretch>
        </p:blipFill>
        <p:spPr>
          <a:xfrm>
            <a:off x="6867775" y="5304750"/>
            <a:ext cx="1059901" cy="596169"/>
          </a:xfrm>
          <a:prstGeom prst="rect">
            <a:avLst/>
          </a:prstGeom>
          <a:noFill/>
          <a:ln>
            <a:noFill/>
          </a:ln>
        </p:spPr>
      </p:pic>
      <p:pic>
        <p:nvPicPr>
          <p:cNvPr id="5729" name="Google Shape;5729;p448"/>
          <p:cNvPicPr preferRelativeResize="0"/>
          <p:nvPr/>
        </p:nvPicPr>
        <p:blipFill>
          <a:blip r:embed="rId9">
            <a:alphaModFix/>
          </a:blip>
          <a:stretch>
            <a:fillRect/>
          </a:stretch>
        </p:blipFill>
        <p:spPr>
          <a:xfrm>
            <a:off x="7927675" y="5351150"/>
            <a:ext cx="518100" cy="518100"/>
          </a:xfrm>
          <a:prstGeom prst="rect">
            <a:avLst/>
          </a:prstGeom>
          <a:noFill/>
          <a:ln>
            <a:noFill/>
          </a:ln>
        </p:spPr>
      </p:pic>
      <p:sp>
        <p:nvSpPr>
          <p:cNvPr id="5730" name="Google Shape;5730;p448"/>
          <p:cNvSpPr txBox="1"/>
          <p:nvPr/>
        </p:nvSpPr>
        <p:spPr>
          <a:xfrm>
            <a:off x="8413775" y="5410100"/>
            <a:ext cx="27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Red Hat OpenShift Dev Spaces</a:t>
            </a:r>
            <a:endParaRPr>
              <a:latin typeface="Red Hat Text"/>
              <a:ea typeface="Red Hat Text"/>
              <a:cs typeface="Red Hat Text"/>
              <a:sym typeface="Red Hat Text"/>
            </a:endParaRPr>
          </a:p>
        </p:txBody>
      </p:sp>
      <p:pic>
        <p:nvPicPr>
          <p:cNvPr id="5731" name="Google Shape;5731;p448"/>
          <p:cNvPicPr preferRelativeResize="0"/>
          <p:nvPr/>
        </p:nvPicPr>
        <p:blipFill rotWithShape="1">
          <a:blip r:embed="rId10">
            <a:alphaModFix/>
          </a:blip>
          <a:srcRect b="0" l="0" r="0" t="0"/>
          <a:stretch/>
        </p:blipFill>
        <p:spPr>
          <a:xfrm>
            <a:off x="7647598" y="4655941"/>
            <a:ext cx="518100" cy="518084"/>
          </a:xfrm>
          <a:prstGeom prst="rect">
            <a:avLst/>
          </a:prstGeom>
          <a:noFill/>
          <a:ln>
            <a:noFill/>
          </a:ln>
        </p:spPr>
      </p:pic>
      <p:sp>
        <p:nvSpPr>
          <p:cNvPr id="5732" name="Google Shape;5732;p448"/>
          <p:cNvSpPr txBox="1"/>
          <p:nvPr/>
        </p:nvSpPr>
        <p:spPr>
          <a:xfrm>
            <a:off x="8165700" y="4620588"/>
            <a:ext cx="2071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Red Hat AMQ Broker</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Red Hat AMQ Streams</a:t>
            </a:r>
            <a:endParaRPr>
              <a:latin typeface="Red Hat Text"/>
              <a:ea typeface="Red Hat Text"/>
              <a:cs typeface="Red Hat Text"/>
              <a:sym typeface="Red Hat Text"/>
            </a:endParaRPr>
          </a:p>
        </p:txBody>
      </p:sp>
      <p:cxnSp>
        <p:nvCxnSpPr>
          <p:cNvPr id="5733" name="Google Shape;5733;p448"/>
          <p:cNvCxnSpPr/>
          <p:nvPr/>
        </p:nvCxnSpPr>
        <p:spPr>
          <a:xfrm flipH="1" rot="10800000">
            <a:off x="3912650" y="2674575"/>
            <a:ext cx="1727400" cy="7200"/>
          </a:xfrm>
          <a:prstGeom prst="straightConnector1">
            <a:avLst/>
          </a:prstGeom>
          <a:noFill/>
          <a:ln cap="flat" cmpd="sng" w="9525">
            <a:solidFill>
              <a:srgbClr val="595959"/>
            </a:solidFill>
            <a:prstDash val="solid"/>
            <a:round/>
            <a:headEnd len="med" w="med" type="none"/>
            <a:tailEnd len="med" w="med" type="none"/>
          </a:ln>
        </p:spPr>
      </p:cxnSp>
      <p:cxnSp>
        <p:nvCxnSpPr>
          <p:cNvPr id="5734" name="Google Shape;5734;p448"/>
          <p:cNvCxnSpPr/>
          <p:nvPr/>
        </p:nvCxnSpPr>
        <p:spPr>
          <a:xfrm>
            <a:off x="3912650" y="2233900"/>
            <a:ext cx="0" cy="447900"/>
          </a:xfrm>
          <a:prstGeom prst="straightConnector1">
            <a:avLst/>
          </a:prstGeom>
          <a:noFill/>
          <a:ln cap="flat" cmpd="sng" w="9525">
            <a:solidFill>
              <a:srgbClr val="595959"/>
            </a:solidFill>
            <a:prstDash val="solid"/>
            <a:round/>
            <a:headEnd len="med" w="med" type="none"/>
            <a:tailEnd len="med" w="med" type="none"/>
          </a:ln>
        </p:spPr>
      </p:cxnSp>
      <p:sp>
        <p:nvSpPr>
          <p:cNvPr id="5735" name="Google Shape;5735;p448"/>
          <p:cNvSpPr txBox="1"/>
          <p:nvPr/>
        </p:nvSpPr>
        <p:spPr>
          <a:xfrm>
            <a:off x="4001274" y="2524757"/>
            <a:ext cx="2930400" cy="572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sz="1200">
                <a:latin typeface="Red Hat Text"/>
                <a:ea typeface="Red Hat Text"/>
                <a:cs typeface="Red Hat Text"/>
                <a:sym typeface="Red Hat Text"/>
              </a:rPr>
              <a:t>NO, we will incorporate Camel to the customer’s development workflow and their application platform of choice</a:t>
            </a:r>
            <a:endParaRPr sz="1200">
              <a:latin typeface="Red Hat Text"/>
              <a:ea typeface="Red Hat Text"/>
              <a:cs typeface="Red Hat Text"/>
              <a:sym typeface="Red Hat Text"/>
            </a:endParaRPr>
          </a:p>
        </p:txBody>
      </p:sp>
      <p:cxnSp>
        <p:nvCxnSpPr>
          <p:cNvPr id="5736" name="Google Shape;5736;p448"/>
          <p:cNvCxnSpPr>
            <a:stCxn id="5716" idx="3"/>
            <a:endCxn id="5724" idx="1"/>
          </p:cNvCxnSpPr>
          <p:nvPr/>
        </p:nvCxnSpPr>
        <p:spPr>
          <a:xfrm flipH="1" rot="10800000">
            <a:off x="5826300" y="4321038"/>
            <a:ext cx="1821300" cy="17400"/>
          </a:xfrm>
          <a:prstGeom prst="straightConnector1">
            <a:avLst/>
          </a:prstGeom>
          <a:noFill/>
          <a:ln cap="flat" cmpd="sng" w="9525">
            <a:solidFill>
              <a:srgbClr val="595959"/>
            </a:solidFill>
            <a:prstDash val="solid"/>
            <a:round/>
            <a:headEnd len="med" w="med" type="none"/>
            <a:tailEnd len="med" w="med" type="triangle"/>
          </a:ln>
        </p:spPr>
      </p:cxnSp>
      <p:sp>
        <p:nvSpPr>
          <p:cNvPr id="5737" name="Google Shape;5737;p448"/>
          <p:cNvSpPr txBox="1"/>
          <p:nvPr/>
        </p:nvSpPr>
        <p:spPr>
          <a:xfrm>
            <a:off x="5981075" y="4186338"/>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cxnSp>
        <p:nvCxnSpPr>
          <p:cNvPr id="5738" name="Google Shape;5738;p448"/>
          <p:cNvCxnSpPr>
            <a:stCxn id="5714" idx="3"/>
            <a:endCxn id="5731" idx="1"/>
          </p:cNvCxnSpPr>
          <p:nvPr/>
        </p:nvCxnSpPr>
        <p:spPr>
          <a:xfrm flipH="1" rot="10800000">
            <a:off x="5825999" y="4914850"/>
            <a:ext cx="1821600" cy="18900"/>
          </a:xfrm>
          <a:prstGeom prst="straightConnector1">
            <a:avLst/>
          </a:prstGeom>
          <a:noFill/>
          <a:ln cap="flat" cmpd="sng" w="9525">
            <a:solidFill>
              <a:srgbClr val="595959"/>
            </a:solidFill>
            <a:prstDash val="solid"/>
            <a:round/>
            <a:headEnd len="med" w="med" type="none"/>
            <a:tailEnd len="med" w="med" type="triangle"/>
          </a:ln>
        </p:spPr>
      </p:cxnSp>
      <p:sp>
        <p:nvSpPr>
          <p:cNvPr id="5739" name="Google Shape;5739;p448"/>
          <p:cNvSpPr txBox="1"/>
          <p:nvPr/>
        </p:nvSpPr>
        <p:spPr>
          <a:xfrm>
            <a:off x="5981075" y="4781650"/>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cxnSp>
        <p:nvCxnSpPr>
          <p:cNvPr id="5740" name="Google Shape;5740;p448"/>
          <p:cNvCxnSpPr>
            <a:stCxn id="5715" idx="3"/>
          </p:cNvCxnSpPr>
          <p:nvPr/>
        </p:nvCxnSpPr>
        <p:spPr>
          <a:xfrm flipH="1" rot="10800000">
            <a:off x="5826299" y="5603450"/>
            <a:ext cx="983400" cy="1800"/>
          </a:xfrm>
          <a:prstGeom prst="straightConnector1">
            <a:avLst/>
          </a:prstGeom>
          <a:noFill/>
          <a:ln cap="flat" cmpd="sng" w="9525">
            <a:solidFill>
              <a:srgbClr val="595959"/>
            </a:solidFill>
            <a:prstDash val="solid"/>
            <a:round/>
            <a:headEnd len="med" w="med" type="none"/>
            <a:tailEnd len="med" w="med" type="triangle"/>
          </a:ln>
        </p:spPr>
      </p:cxnSp>
      <p:sp>
        <p:nvSpPr>
          <p:cNvPr id="5741" name="Google Shape;5741;p448"/>
          <p:cNvSpPr txBox="1"/>
          <p:nvPr/>
        </p:nvSpPr>
        <p:spPr>
          <a:xfrm>
            <a:off x="5981063" y="5453150"/>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sp>
        <p:nvSpPr>
          <p:cNvPr id="5742" name="Google Shape;5742;p448"/>
          <p:cNvSpPr txBox="1"/>
          <p:nvPr/>
        </p:nvSpPr>
        <p:spPr>
          <a:xfrm>
            <a:off x="4023000" y="3478113"/>
            <a:ext cx="18033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500"/>
              <a:buNone/>
            </a:pPr>
            <a:r>
              <a:rPr lang="en" sz="1100">
                <a:latin typeface="Red Hat Text"/>
                <a:ea typeface="Red Hat Text"/>
                <a:cs typeface="Red Hat Text"/>
                <a:sym typeface="Red Hat Text"/>
              </a:rPr>
              <a:t>Need low code /  no code integrations?</a:t>
            </a:r>
            <a:endParaRPr sz="1200">
              <a:latin typeface="Red Hat Text"/>
              <a:ea typeface="Red Hat Text"/>
              <a:cs typeface="Red Hat Text"/>
              <a:sym typeface="Red Hat Text"/>
            </a:endParaRPr>
          </a:p>
        </p:txBody>
      </p:sp>
      <p:cxnSp>
        <p:nvCxnSpPr>
          <p:cNvPr id="5743" name="Google Shape;5743;p448"/>
          <p:cNvCxnSpPr>
            <a:endCxn id="5744" idx="1"/>
          </p:cNvCxnSpPr>
          <p:nvPr/>
        </p:nvCxnSpPr>
        <p:spPr>
          <a:xfrm>
            <a:off x="5826150" y="3762050"/>
            <a:ext cx="2568000" cy="0"/>
          </a:xfrm>
          <a:prstGeom prst="straightConnector1">
            <a:avLst/>
          </a:prstGeom>
          <a:noFill/>
          <a:ln cap="flat" cmpd="sng" w="9525">
            <a:solidFill>
              <a:srgbClr val="595959"/>
            </a:solidFill>
            <a:prstDash val="solid"/>
            <a:round/>
            <a:headEnd len="med" w="med" type="none"/>
            <a:tailEnd len="med" w="med" type="triangle"/>
          </a:ln>
        </p:spPr>
      </p:cxnSp>
      <p:sp>
        <p:nvSpPr>
          <p:cNvPr id="5745" name="Google Shape;5745;p448"/>
          <p:cNvSpPr txBox="1"/>
          <p:nvPr/>
        </p:nvSpPr>
        <p:spPr>
          <a:xfrm>
            <a:off x="5981075" y="3601238"/>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sp>
        <p:nvSpPr>
          <p:cNvPr id="5744" name="Google Shape;5744;p448"/>
          <p:cNvSpPr txBox="1"/>
          <p:nvPr/>
        </p:nvSpPr>
        <p:spPr>
          <a:xfrm>
            <a:off x="8394150" y="3561950"/>
            <a:ext cx="2966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Kamelets, Pipes, Camel K Operator</a:t>
            </a:r>
            <a:endParaRPr>
              <a:latin typeface="Red Hat Text"/>
              <a:ea typeface="Red Hat Text"/>
              <a:cs typeface="Red Hat Text"/>
              <a:sym typeface="Red Hat Text"/>
            </a:endParaRPr>
          </a:p>
        </p:txBody>
      </p:sp>
      <p:sp>
        <p:nvSpPr>
          <p:cNvPr id="5746" name="Google Shape;5746;p448"/>
          <p:cNvSpPr txBox="1"/>
          <p:nvPr/>
        </p:nvSpPr>
        <p:spPr>
          <a:xfrm>
            <a:off x="612575" y="1296925"/>
            <a:ext cx="2071500" cy="11877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500"/>
              <a:buFont typeface="Arial"/>
              <a:buNone/>
            </a:pPr>
            <a:r>
              <a:rPr lang="en" sz="1100">
                <a:solidFill>
                  <a:schemeClr val="dk1"/>
                </a:solidFill>
                <a:latin typeface="Red Hat Text"/>
                <a:ea typeface="Red Hat Text"/>
                <a:cs typeface="Red Hat Text"/>
                <a:sym typeface="Red Hat Text"/>
              </a:rPr>
              <a:t>Assess:</a:t>
            </a:r>
            <a:endParaRPr sz="1100">
              <a:solidFill>
                <a:schemeClr val="dk1"/>
              </a:solidFill>
              <a:latin typeface="Red Hat Text"/>
              <a:ea typeface="Red Hat Text"/>
              <a:cs typeface="Red Hat Text"/>
              <a:sym typeface="Red Hat Text"/>
            </a:endParaRPr>
          </a:p>
          <a:p>
            <a:pPr indent="0" lvl="0" marL="0" rtl="0" algn="l">
              <a:spcBef>
                <a:spcPts val="0"/>
              </a:spcBef>
              <a:spcAft>
                <a:spcPts val="0"/>
              </a:spcAft>
              <a:buClr>
                <a:schemeClr val="dk1"/>
              </a:buClr>
              <a:buSzPts val="500"/>
              <a:buFont typeface="Arial"/>
              <a:buNone/>
            </a:pPr>
            <a:r>
              <a:rPr lang="en" sz="1100">
                <a:solidFill>
                  <a:schemeClr val="dk1"/>
                </a:solidFill>
                <a:latin typeface="Red Hat Text"/>
                <a:ea typeface="Red Hat Text"/>
                <a:cs typeface="Red Hat Text"/>
                <a:sym typeface="Red Hat Text"/>
              </a:rPr>
              <a:t>- customer team,</a:t>
            </a:r>
            <a:endParaRPr sz="1100">
              <a:solidFill>
                <a:schemeClr val="dk1"/>
              </a:solidFill>
              <a:latin typeface="Red Hat Text"/>
              <a:ea typeface="Red Hat Text"/>
              <a:cs typeface="Red Hat Text"/>
              <a:sym typeface="Red Hat Text"/>
            </a:endParaRPr>
          </a:p>
          <a:p>
            <a:pPr indent="0" lvl="0" marL="0" rtl="0" algn="l">
              <a:spcBef>
                <a:spcPts val="0"/>
              </a:spcBef>
              <a:spcAft>
                <a:spcPts val="0"/>
              </a:spcAft>
              <a:buClr>
                <a:schemeClr val="dk1"/>
              </a:buClr>
              <a:buSzPts val="500"/>
              <a:buFont typeface="Arial"/>
              <a:buNone/>
            </a:pPr>
            <a:r>
              <a:rPr lang="en" sz="1100">
                <a:solidFill>
                  <a:schemeClr val="dk1"/>
                </a:solidFill>
                <a:latin typeface="Red Hat Text"/>
                <a:ea typeface="Red Hat Text"/>
                <a:cs typeface="Red Hat Text"/>
                <a:sym typeface="Red Hat Text"/>
              </a:rPr>
              <a:t>- use cases, </a:t>
            </a:r>
            <a:endParaRPr sz="1100">
              <a:solidFill>
                <a:schemeClr val="dk1"/>
              </a:solidFill>
              <a:latin typeface="Red Hat Text"/>
              <a:ea typeface="Red Hat Text"/>
              <a:cs typeface="Red Hat Text"/>
              <a:sym typeface="Red Hat Text"/>
            </a:endParaRPr>
          </a:p>
          <a:p>
            <a:pPr indent="0" lvl="0" marL="0" rtl="0" algn="l">
              <a:spcBef>
                <a:spcPts val="0"/>
              </a:spcBef>
              <a:spcAft>
                <a:spcPts val="0"/>
              </a:spcAft>
              <a:buClr>
                <a:schemeClr val="dk1"/>
              </a:buClr>
              <a:buSzPts val="500"/>
              <a:buFont typeface="Arial"/>
              <a:buNone/>
            </a:pPr>
            <a:r>
              <a:rPr lang="en" sz="1100">
                <a:solidFill>
                  <a:schemeClr val="dk1"/>
                </a:solidFill>
                <a:latin typeface="Red Hat Text"/>
                <a:ea typeface="Red Hat Text"/>
                <a:cs typeface="Red Hat Text"/>
                <a:sym typeface="Red Hat Text"/>
              </a:rPr>
              <a:t>- required camel components,</a:t>
            </a:r>
            <a:endParaRPr sz="1100">
              <a:solidFill>
                <a:schemeClr val="dk1"/>
              </a:solidFill>
              <a:latin typeface="Red Hat Text"/>
              <a:ea typeface="Red Hat Text"/>
              <a:cs typeface="Red Hat Text"/>
              <a:sym typeface="Red Hat Text"/>
            </a:endParaRPr>
          </a:p>
          <a:p>
            <a:pPr indent="0" lvl="0" marL="0" rtl="0" algn="l">
              <a:spcBef>
                <a:spcPts val="0"/>
              </a:spcBef>
              <a:spcAft>
                <a:spcPts val="0"/>
              </a:spcAft>
              <a:buClr>
                <a:schemeClr val="dk1"/>
              </a:buClr>
              <a:buSzPts val="500"/>
              <a:buFont typeface="Arial"/>
              <a:buNone/>
            </a:pPr>
            <a:r>
              <a:rPr lang="en" sz="1100">
                <a:solidFill>
                  <a:schemeClr val="dk1"/>
                </a:solidFill>
                <a:latin typeface="Red Hat Text"/>
                <a:ea typeface="Red Hat Text"/>
                <a:cs typeface="Red Hat Text"/>
                <a:sym typeface="Red Hat Text"/>
              </a:rPr>
              <a:t>- performance profile,</a:t>
            </a:r>
            <a:endParaRPr sz="1100">
              <a:solidFill>
                <a:schemeClr val="dk1"/>
              </a:solidFill>
              <a:latin typeface="Red Hat Text"/>
              <a:ea typeface="Red Hat Text"/>
              <a:cs typeface="Red Hat Text"/>
              <a:sym typeface="Red Hat Text"/>
            </a:endParaRPr>
          </a:p>
          <a:p>
            <a:pPr indent="0" lvl="0" marL="0" rtl="0" algn="l">
              <a:spcBef>
                <a:spcPts val="0"/>
              </a:spcBef>
              <a:spcAft>
                <a:spcPts val="0"/>
              </a:spcAft>
              <a:buSzPts val="500"/>
              <a:buNone/>
            </a:pPr>
            <a:r>
              <a:rPr lang="en" sz="1100">
                <a:solidFill>
                  <a:schemeClr val="dk1"/>
                </a:solidFill>
                <a:latin typeface="Red Hat Text"/>
                <a:ea typeface="Red Hat Text"/>
                <a:cs typeface="Red Hat Text"/>
                <a:sym typeface="Red Hat Text"/>
              </a:rPr>
              <a:t>- resource footprint</a:t>
            </a:r>
            <a:endParaRPr sz="1100">
              <a:solidFill>
                <a:schemeClr val="dk1"/>
              </a:solidFill>
              <a:latin typeface="Red Hat Text"/>
              <a:ea typeface="Red Hat Text"/>
              <a:cs typeface="Red Hat Text"/>
              <a:sym typeface="Red Hat Text"/>
            </a:endParaRPr>
          </a:p>
        </p:txBody>
      </p:sp>
      <p:cxnSp>
        <p:nvCxnSpPr>
          <p:cNvPr id="5747" name="Google Shape;5747;p448"/>
          <p:cNvCxnSpPr>
            <a:stCxn id="5735" idx="3"/>
          </p:cNvCxnSpPr>
          <p:nvPr/>
        </p:nvCxnSpPr>
        <p:spPr>
          <a:xfrm flipH="1" rot="10800000">
            <a:off x="6931674" y="2294807"/>
            <a:ext cx="1092000" cy="516000"/>
          </a:xfrm>
          <a:prstGeom prst="straightConnector1">
            <a:avLst/>
          </a:prstGeom>
          <a:noFill/>
          <a:ln cap="flat" cmpd="sng" w="9525">
            <a:solidFill>
              <a:srgbClr val="595959"/>
            </a:solidFill>
            <a:prstDash val="solid"/>
            <a:round/>
            <a:headEnd len="med" w="med" type="none"/>
            <a:tailEnd len="med" w="med" type="triangle"/>
          </a:ln>
        </p:spPr>
      </p:cxnSp>
      <p:cxnSp>
        <p:nvCxnSpPr>
          <p:cNvPr id="5748" name="Google Shape;5748;p448"/>
          <p:cNvCxnSpPr>
            <a:stCxn id="5710" idx="3"/>
          </p:cNvCxnSpPr>
          <p:nvPr/>
        </p:nvCxnSpPr>
        <p:spPr>
          <a:xfrm flipH="1" rot="10800000">
            <a:off x="2663673" y="2287275"/>
            <a:ext cx="735900" cy="2070600"/>
          </a:xfrm>
          <a:prstGeom prst="bentConnector2">
            <a:avLst/>
          </a:prstGeom>
          <a:noFill/>
          <a:ln cap="flat" cmpd="sng" w="9525">
            <a:solidFill>
              <a:schemeClr val="dk2"/>
            </a:solidFill>
            <a:prstDash val="solid"/>
            <a:round/>
            <a:headEnd len="med" w="med" type="none"/>
            <a:tailEnd len="med" w="med" type="triangle"/>
          </a:ln>
        </p:spPr>
      </p:cxnSp>
      <p:sp>
        <p:nvSpPr>
          <p:cNvPr id="5749" name="Google Shape;5749;p448"/>
          <p:cNvSpPr txBox="1"/>
          <p:nvPr/>
        </p:nvSpPr>
        <p:spPr>
          <a:xfrm>
            <a:off x="2747513" y="4186350"/>
            <a:ext cx="5682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YES</a:t>
            </a:r>
            <a:endParaRPr>
              <a:latin typeface="Red Hat Text"/>
              <a:ea typeface="Red Hat Text"/>
              <a:cs typeface="Red Hat Text"/>
              <a:sym typeface="Red Hat Text"/>
            </a:endParaRPr>
          </a:p>
        </p:txBody>
      </p:sp>
      <p:cxnSp>
        <p:nvCxnSpPr>
          <p:cNvPr id="5750" name="Google Shape;5750;p448"/>
          <p:cNvCxnSpPr>
            <a:endCxn id="5718" idx="1"/>
          </p:cNvCxnSpPr>
          <p:nvPr/>
        </p:nvCxnSpPr>
        <p:spPr>
          <a:xfrm flipH="1" rot="-5400000">
            <a:off x="753153" y="4784710"/>
            <a:ext cx="964800" cy="809700"/>
          </a:xfrm>
          <a:prstGeom prst="bentConnector2">
            <a:avLst/>
          </a:prstGeom>
          <a:noFill/>
          <a:ln cap="flat" cmpd="sng" w="9525">
            <a:solidFill>
              <a:schemeClr val="dk2"/>
            </a:solidFill>
            <a:prstDash val="solid"/>
            <a:round/>
            <a:headEnd len="med" w="med" type="none"/>
            <a:tailEnd len="med" w="med" type="triangle"/>
          </a:ln>
        </p:spPr>
      </p:cxnSp>
      <p:sp>
        <p:nvSpPr>
          <p:cNvPr id="5751" name="Google Shape;5751;p448"/>
          <p:cNvSpPr txBox="1"/>
          <p:nvPr/>
        </p:nvSpPr>
        <p:spPr>
          <a:xfrm>
            <a:off x="520575" y="4794975"/>
            <a:ext cx="675000" cy="3042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SzPts val="400"/>
              <a:buNone/>
            </a:pPr>
            <a:r>
              <a:rPr lang="en">
                <a:latin typeface="Red Hat Text"/>
                <a:ea typeface="Red Hat Text"/>
                <a:cs typeface="Red Hat Text"/>
                <a:sym typeface="Red Hat Text"/>
              </a:rPr>
              <a:t>NO</a:t>
            </a:r>
            <a:endParaRPr>
              <a:latin typeface="Red Hat Text"/>
              <a:ea typeface="Red Hat Text"/>
              <a:cs typeface="Red Hat Text"/>
              <a:sym typeface="Red Hat Text"/>
            </a:endParaRPr>
          </a:p>
        </p:txBody>
      </p:sp>
      <p:sp>
        <p:nvSpPr>
          <p:cNvPr id="5752" name="Google Shape;5752;p448"/>
          <p:cNvSpPr txBox="1"/>
          <p:nvPr/>
        </p:nvSpPr>
        <p:spPr>
          <a:xfrm>
            <a:off x="4596725" y="6160100"/>
            <a:ext cx="5389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ed Hat Text"/>
                <a:ea typeface="Red Hat Text"/>
                <a:cs typeface="Red Hat Text"/>
                <a:sym typeface="Red Hat Text"/>
              </a:rPr>
              <a:t>is ready to help customers accelerate their migration from Red Hat Fuse to newer versions of Camel with automation that handles their custom routes.</a:t>
            </a:r>
            <a:endParaRPr sz="1200">
              <a:latin typeface="Red Hat Text"/>
              <a:ea typeface="Red Hat Text"/>
              <a:cs typeface="Red Hat Text"/>
              <a:sym typeface="Red Hat Text"/>
            </a:endParaRPr>
          </a:p>
        </p:txBody>
      </p:sp>
      <p:sp>
        <p:nvSpPr>
          <p:cNvPr id="5753" name="Google Shape;5753;p448"/>
          <p:cNvSpPr txBox="1"/>
          <p:nvPr/>
        </p:nvSpPr>
        <p:spPr>
          <a:xfrm>
            <a:off x="1599262" y="6172550"/>
            <a:ext cx="1803300" cy="5292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SzPts val="500"/>
              <a:buNone/>
            </a:pPr>
            <a:r>
              <a:rPr lang="en" sz="1100">
                <a:latin typeface="Red Hat Text"/>
                <a:ea typeface="Red Hat Text"/>
                <a:cs typeface="Red Hat Text"/>
                <a:sym typeface="Red Hat Text"/>
              </a:rPr>
              <a:t>Still unsure?</a:t>
            </a:r>
            <a:endParaRPr sz="1200">
              <a:latin typeface="Red Hat Text"/>
              <a:ea typeface="Red Hat Text"/>
              <a:cs typeface="Red Hat Text"/>
              <a:sym typeface="Red Hat Text"/>
            </a:endParaRPr>
          </a:p>
        </p:txBody>
      </p:sp>
      <p:cxnSp>
        <p:nvCxnSpPr>
          <p:cNvPr id="5754" name="Google Shape;5754;p448"/>
          <p:cNvCxnSpPr>
            <a:stCxn id="5753" idx="3"/>
            <a:endCxn id="5755" idx="1"/>
          </p:cNvCxnSpPr>
          <p:nvPr/>
        </p:nvCxnSpPr>
        <p:spPr>
          <a:xfrm>
            <a:off x="3402562" y="6437150"/>
            <a:ext cx="356100" cy="0"/>
          </a:xfrm>
          <a:prstGeom prst="straightConnector1">
            <a:avLst/>
          </a:prstGeom>
          <a:noFill/>
          <a:ln cap="flat" cmpd="sng" w="9525">
            <a:solidFill>
              <a:srgbClr val="595959"/>
            </a:solidFill>
            <a:prstDash val="solid"/>
            <a:round/>
            <a:headEnd len="med" w="med" type="none"/>
            <a:tailEnd len="med" w="med" type="triangle"/>
          </a:ln>
        </p:spPr>
      </p:cxnSp>
      <p:pic>
        <p:nvPicPr>
          <p:cNvPr id="5755" name="Google Shape;5755;p448"/>
          <p:cNvPicPr preferRelativeResize="0"/>
          <p:nvPr/>
        </p:nvPicPr>
        <p:blipFill>
          <a:blip r:embed="rId11">
            <a:alphaModFix/>
          </a:blip>
          <a:stretch>
            <a:fillRect/>
          </a:stretch>
        </p:blipFill>
        <p:spPr>
          <a:xfrm>
            <a:off x="3758552" y="6273934"/>
            <a:ext cx="838176" cy="326445"/>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9" name="Shape 5759"/>
        <p:cNvGrpSpPr/>
        <p:nvPr/>
      </p:nvGrpSpPr>
      <p:grpSpPr>
        <a:xfrm>
          <a:off x="0" y="0"/>
          <a:ext cx="0" cy="0"/>
          <a:chOff x="0" y="0"/>
          <a:chExt cx="0" cy="0"/>
        </a:xfrm>
      </p:grpSpPr>
      <p:sp>
        <p:nvSpPr>
          <p:cNvPr id="5760" name="Google Shape;5760;p449"/>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Get Started with Camel</a:t>
            </a:r>
            <a:endParaRPr/>
          </a:p>
        </p:txBody>
      </p:sp>
      <p:sp>
        <p:nvSpPr>
          <p:cNvPr id="5761" name="Google Shape;5761;p44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62" name="Google Shape;5762;p449"/>
          <p:cNvSpPr txBox="1"/>
          <p:nvPr/>
        </p:nvSpPr>
        <p:spPr>
          <a:xfrm>
            <a:off x="228600" y="1810550"/>
            <a:ext cx="54633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u="sng">
                <a:solidFill>
                  <a:schemeClr val="hlink"/>
                </a:solidFill>
                <a:latin typeface="Red Hat Text"/>
                <a:ea typeface="Red Hat Text"/>
                <a:cs typeface="Red Hat Text"/>
                <a:sym typeface="Red Hat Text"/>
                <a:hlinkClick r:id="rId3"/>
              </a:rPr>
              <a:t>Hands-on Tutorials in Developer Sandbox</a:t>
            </a:r>
            <a:endParaRPr sz="1500">
              <a:latin typeface="Red Hat Text"/>
              <a:ea typeface="Red Hat Text"/>
              <a:cs typeface="Red Hat Text"/>
              <a:sym typeface="Red Hat Text"/>
            </a:endParaRPr>
          </a:p>
          <a:p>
            <a:pPr indent="0" lvl="0" marL="0" rtl="0" algn="ctr">
              <a:spcBef>
                <a:spcPts val="0"/>
              </a:spcBef>
              <a:spcAft>
                <a:spcPts val="0"/>
              </a:spcAft>
              <a:buNone/>
            </a:pPr>
            <a:r>
              <a:rPr lang="en" sz="1300">
                <a:latin typeface="Red Hat Text"/>
                <a:ea typeface="Red Hat Text"/>
                <a:cs typeface="Red Hat Text"/>
                <a:sym typeface="Red Hat Text"/>
              </a:rPr>
              <a:t>Expose legacy SOAP web service using REST API</a:t>
            </a:r>
            <a:endParaRPr sz="1300">
              <a:latin typeface="Red Hat Text"/>
              <a:ea typeface="Red Hat Text"/>
              <a:cs typeface="Red Hat Text"/>
              <a:sym typeface="Red Hat Text"/>
            </a:endParaRPr>
          </a:p>
        </p:txBody>
      </p:sp>
      <p:pic>
        <p:nvPicPr>
          <p:cNvPr id="5763" name="Google Shape;5763;p449"/>
          <p:cNvPicPr preferRelativeResize="0"/>
          <p:nvPr/>
        </p:nvPicPr>
        <p:blipFill>
          <a:blip r:embed="rId4">
            <a:alphaModFix/>
          </a:blip>
          <a:stretch>
            <a:fillRect/>
          </a:stretch>
        </p:blipFill>
        <p:spPr>
          <a:xfrm>
            <a:off x="880663" y="2395550"/>
            <a:ext cx="3973826" cy="1212025"/>
          </a:xfrm>
          <a:prstGeom prst="rect">
            <a:avLst/>
          </a:prstGeom>
          <a:noFill/>
          <a:ln>
            <a:noFill/>
          </a:ln>
        </p:spPr>
      </p:pic>
      <p:sp>
        <p:nvSpPr>
          <p:cNvPr id="5764" name="Google Shape;5764;p449"/>
          <p:cNvSpPr txBox="1"/>
          <p:nvPr/>
        </p:nvSpPr>
        <p:spPr>
          <a:xfrm>
            <a:off x="7392925" y="1658150"/>
            <a:ext cx="4135800" cy="4002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1000"/>
              </a:spcAft>
              <a:buNone/>
            </a:pPr>
            <a:r>
              <a:rPr lang="en">
                <a:latin typeface="Red Hat Text"/>
                <a:ea typeface="Red Hat Text"/>
                <a:cs typeface="Red Hat Text"/>
                <a:sym typeface="Red Hat Text"/>
              </a:rPr>
              <a:t>Getting started guides in </a:t>
            </a:r>
            <a:r>
              <a:rPr lang="en" u="sng">
                <a:solidFill>
                  <a:schemeClr val="accent1"/>
                </a:solidFill>
                <a:latin typeface="Red Hat Text"/>
                <a:ea typeface="Red Hat Text"/>
                <a:cs typeface="Red Hat Text"/>
                <a:sym typeface="Red Hat Text"/>
                <a:hlinkClick r:id="rId5">
                  <a:extLst>
                    <a:ext uri="{A12FA001-AC4F-418D-AE19-62706E023703}">
                      <ahyp:hlinkClr val="tx"/>
                    </a:ext>
                  </a:extLst>
                </a:hlinkClick>
              </a:rPr>
              <a:t>Product documentation</a:t>
            </a:r>
            <a:endParaRPr>
              <a:latin typeface="Red Hat Text"/>
              <a:ea typeface="Red Hat Text"/>
              <a:cs typeface="Red Hat Text"/>
              <a:sym typeface="Red Hat Text"/>
            </a:endParaRPr>
          </a:p>
        </p:txBody>
      </p:sp>
      <p:sp>
        <p:nvSpPr>
          <p:cNvPr id="5765" name="Google Shape;5765;p449"/>
          <p:cNvSpPr txBox="1"/>
          <p:nvPr/>
        </p:nvSpPr>
        <p:spPr>
          <a:xfrm>
            <a:off x="7392925" y="2528846"/>
            <a:ext cx="1434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Workshops</a:t>
            </a:r>
            <a:endParaRPr>
              <a:latin typeface="Red Hat Text"/>
              <a:ea typeface="Red Hat Text"/>
              <a:cs typeface="Red Hat Text"/>
              <a:sym typeface="Red Hat Text"/>
            </a:endParaRPr>
          </a:p>
        </p:txBody>
      </p:sp>
      <p:sp>
        <p:nvSpPr>
          <p:cNvPr id="5766" name="Google Shape;5766;p449"/>
          <p:cNvSpPr txBox="1"/>
          <p:nvPr/>
        </p:nvSpPr>
        <p:spPr>
          <a:xfrm>
            <a:off x="8575875" y="2170271"/>
            <a:ext cx="3461400" cy="11451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1000"/>
              </a:spcAft>
              <a:buNone/>
            </a:pPr>
            <a:r>
              <a:rPr lang="en" sz="1200" u="sng">
                <a:solidFill>
                  <a:schemeClr val="accent1"/>
                </a:solidFill>
                <a:latin typeface="Red Hat Text"/>
                <a:ea typeface="Red Hat Text"/>
                <a:cs typeface="Red Hat Text"/>
                <a:sym typeface="Red Hat Text"/>
                <a:hlinkClick r:id="rId6">
                  <a:extLst>
                    <a:ext uri="{A12FA001-AC4F-418D-AE19-62706E023703}">
                      <ahyp:hlinkClr val="tx"/>
                    </a:ext>
                  </a:extLst>
                </a:hlinkClick>
              </a:rPr>
              <a:t>Day in the life of Camel</a:t>
            </a:r>
            <a:br>
              <a:rPr lang="en"/>
            </a:br>
            <a:r>
              <a:rPr lang="en" sz="1200" u="sng">
                <a:solidFill>
                  <a:schemeClr val="hlink"/>
                </a:solidFill>
                <a:latin typeface="Red Hat Text"/>
                <a:ea typeface="Red Hat Text"/>
                <a:cs typeface="Red Hat Text"/>
                <a:sym typeface="Red Hat Text"/>
                <a:hlinkClick r:id="rId7"/>
              </a:rPr>
              <a:t>Cloud-native integration with Camel</a:t>
            </a:r>
            <a:br>
              <a:rPr lang="en"/>
            </a:br>
            <a:r>
              <a:rPr lang="en" sz="1200" u="sng">
                <a:solidFill>
                  <a:schemeClr val="accent1"/>
                </a:solidFill>
                <a:latin typeface="Red Hat Text"/>
                <a:ea typeface="Red Hat Text"/>
                <a:cs typeface="Red Hat Text"/>
                <a:sym typeface="Red Hat Text"/>
                <a:hlinkClick r:id="rId8">
                  <a:extLst>
                    <a:ext uri="{A12FA001-AC4F-418D-AE19-62706E023703}">
                      <ahyp:hlinkClr val="tx"/>
                    </a:ext>
                  </a:extLst>
                </a:hlinkClick>
              </a:rPr>
              <a:t>Cloud architecture</a:t>
            </a:r>
            <a:br>
              <a:rPr lang="en"/>
            </a:br>
            <a:r>
              <a:rPr lang="en" sz="1200" u="sng">
                <a:solidFill>
                  <a:schemeClr val="accent1"/>
                </a:solidFill>
                <a:latin typeface="Red Hat Text"/>
                <a:ea typeface="Red Hat Text"/>
                <a:cs typeface="Red Hat Text"/>
                <a:sym typeface="Red Hat Text"/>
                <a:hlinkClick r:id="rId9">
                  <a:extLst>
                    <a:ext uri="{A12FA001-AC4F-418D-AE19-62706E023703}">
                      <ahyp:hlinkClr val="tx"/>
                    </a:ext>
                  </a:extLst>
                </a:hlinkClick>
              </a:rPr>
              <a:t>Edge to Core data pipelines</a:t>
            </a:r>
            <a:endParaRPr/>
          </a:p>
        </p:txBody>
      </p:sp>
      <p:sp>
        <p:nvSpPr>
          <p:cNvPr id="5767" name="Google Shape;5767;p449"/>
          <p:cNvSpPr txBox="1"/>
          <p:nvPr/>
        </p:nvSpPr>
        <p:spPr>
          <a:xfrm>
            <a:off x="7392925" y="3484013"/>
            <a:ext cx="19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Solution patterns</a:t>
            </a:r>
            <a:endParaRPr>
              <a:latin typeface="Red Hat Text"/>
              <a:ea typeface="Red Hat Text"/>
              <a:cs typeface="Red Hat Text"/>
              <a:sym typeface="Red Hat Text"/>
            </a:endParaRPr>
          </a:p>
        </p:txBody>
      </p:sp>
      <p:sp>
        <p:nvSpPr>
          <p:cNvPr id="5768" name="Google Shape;5768;p449"/>
          <p:cNvSpPr txBox="1"/>
          <p:nvPr/>
        </p:nvSpPr>
        <p:spPr>
          <a:xfrm>
            <a:off x="9025650" y="3370163"/>
            <a:ext cx="1755300" cy="6279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1000"/>
              </a:spcAft>
              <a:buNone/>
            </a:pPr>
            <a:r>
              <a:rPr lang="en" sz="1200" u="sng">
                <a:solidFill>
                  <a:schemeClr val="accent1"/>
                </a:solidFill>
                <a:latin typeface="Red Hat Text"/>
                <a:ea typeface="Red Hat Text"/>
                <a:cs typeface="Red Hat Text"/>
                <a:sym typeface="Red Hat Text"/>
                <a:hlinkClick r:id="rId10">
                  <a:extLst>
                    <a:ext uri="{A12FA001-AC4F-418D-AE19-62706E023703}">
                      <ahyp:hlinkClr val="tx"/>
                    </a:ext>
                  </a:extLst>
                </a:hlinkClick>
              </a:rPr>
              <a:t>Fuse to Camel</a:t>
            </a:r>
            <a:br>
              <a:rPr lang="en"/>
            </a:br>
            <a:r>
              <a:rPr lang="en" sz="1200" u="sng">
                <a:solidFill>
                  <a:schemeClr val="accent1"/>
                </a:solidFill>
                <a:latin typeface="Red Hat Text"/>
                <a:ea typeface="Red Hat Text"/>
                <a:cs typeface="Red Hat Text"/>
                <a:sym typeface="Red Hat Text"/>
                <a:hlinkClick r:id="rId11">
                  <a:extLst>
                    <a:ext uri="{A12FA001-AC4F-418D-AE19-62706E023703}">
                      <ahyp:hlinkClr val="tx"/>
                    </a:ext>
                  </a:extLst>
                </a:hlinkClick>
              </a:rPr>
              <a:t>Data pipelines for AI</a:t>
            </a:r>
            <a:endParaRPr/>
          </a:p>
        </p:txBody>
      </p:sp>
      <p:sp>
        <p:nvSpPr>
          <p:cNvPr id="5769" name="Google Shape;5769;p449"/>
          <p:cNvSpPr txBox="1"/>
          <p:nvPr/>
        </p:nvSpPr>
        <p:spPr>
          <a:xfrm>
            <a:off x="1821925" y="3556775"/>
            <a:ext cx="2091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latin typeface="Red Hat Text"/>
                <a:ea typeface="Red Hat Text"/>
                <a:cs typeface="Red Hat Text"/>
                <a:sym typeface="Red Hat Text"/>
              </a:rPr>
              <a:t>Explore without local installs</a:t>
            </a:r>
            <a:endParaRPr i="1" sz="1200">
              <a:latin typeface="Red Hat Text"/>
              <a:ea typeface="Red Hat Text"/>
              <a:cs typeface="Red Hat Text"/>
              <a:sym typeface="Red Hat Text"/>
            </a:endParaRPr>
          </a:p>
        </p:txBody>
      </p:sp>
      <p:sp>
        <p:nvSpPr>
          <p:cNvPr id="5770" name="Google Shape;5770;p449"/>
          <p:cNvSpPr/>
          <p:nvPr/>
        </p:nvSpPr>
        <p:spPr>
          <a:xfrm>
            <a:off x="2541250" y="4089500"/>
            <a:ext cx="7551000" cy="24351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ed Hat Text"/>
              <a:ea typeface="Red Hat Text"/>
              <a:cs typeface="Red Hat Text"/>
              <a:sym typeface="Red Hat Text"/>
            </a:endParaRPr>
          </a:p>
        </p:txBody>
      </p:sp>
      <p:sp>
        <p:nvSpPr>
          <p:cNvPr id="5771" name="Google Shape;5771;p449"/>
          <p:cNvSpPr txBox="1"/>
          <p:nvPr/>
        </p:nvSpPr>
        <p:spPr>
          <a:xfrm>
            <a:off x="5400950" y="4103738"/>
            <a:ext cx="1390200" cy="4311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Quickstarts</a:t>
            </a:r>
            <a:endParaRPr sz="1600">
              <a:latin typeface="Red Hat Text"/>
              <a:ea typeface="Red Hat Text"/>
              <a:cs typeface="Red Hat Text"/>
              <a:sym typeface="Red Hat Text"/>
            </a:endParaRPr>
          </a:p>
        </p:txBody>
      </p:sp>
      <p:sp>
        <p:nvSpPr>
          <p:cNvPr id="5772" name="Google Shape;5772;p449"/>
          <p:cNvSpPr txBox="1"/>
          <p:nvPr/>
        </p:nvSpPr>
        <p:spPr>
          <a:xfrm>
            <a:off x="5623550" y="4548525"/>
            <a:ext cx="4468800" cy="1920900"/>
          </a:xfrm>
          <a:prstGeom prst="rect">
            <a:avLst/>
          </a:prstGeom>
          <a:noFill/>
          <a:ln>
            <a:noFill/>
          </a:ln>
        </p:spPr>
        <p:txBody>
          <a:bodyPr anchorCtr="0" anchor="t" bIns="91425" lIns="91425" spcFirstLastPara="1" rIns="91425" wrap="square" tIns="91425">
            <a:spAutoFit/>
          </a:bodyPr>
          <a:lstStyle/>
          <a:p>
            <a:pPr indent="-304800" lvl="0" marL="457200" rtl="0" algn="l">
              <a:lnSpc>
                <a:spcPct val="140000"/>
              </a:lnSpc>
              <a:spcBef>
                <a:spcPts val="100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MQTT and ElasticSearch</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Monitoring with Micrometer, Prometheus and Grafana</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Message bridge between AMQ and IBM MQ with connection pooling and XA transactions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ETL between multiple JDBC data sources</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JPA Idempotent repository</a:t>
            </a:r>
            <a:endParaRPr sz="1200">
              <a:solidFill>
                <a:schemeClr val="dk1"/>
              </a:solidFill>
              <a:latin typeface="Red Hat Text"/>
              <a:ea typeface="Red Hat Text"/>
              <a:cs typeface="Red Hat Text"/>
              <a:sym typeface="Red Hat Text"/>
            </a:endParaRPr>
          </a:p>
          <a:p>
            <a:pPr indent="-304800" lvl="0" marL="457200" rtl="0" algn="l">
              <a:lnSpc>
                <a:spcPct val="140000"/>
              </a:lnSpc>
              <a:spcBef>
                <a:spcPts val="0"/>
              </a:spcBef>
              <a:spcAft>
                <a:spcPts val="0"/>
              </a:spcAft>
              <a:buClr>
                <a:schemeClr val="accent1"/>
              </a:buClr>
              <a:buSzPts val="1200"/>
              <a:buFont typeface="Red Hat Text"/>
              <a:buChar char="▸"/>
            </a:pPr>
            <a:r>
              <a:rPr lang="en" sz="1200">
                <a:solidFill>
                  <a:schemeClr val="dk1"/>
                </a:solidFill>
                <a:latin typeface="Red Hat Text"/>
                <a:ea typeface="Red Hat Text"/>
                <a:cs typeface="Red Hat Text"/>
                <a:sym typeface="Red Hat Text"/>
              </a:rPr>
              <a:t>AMQP and Salesforce</a:t>
            </a:r>
            <a:endParaRPr sz="1200">
              <a:solidFill>
                <a:schemeClr val="dk1"/>
              </a:solidFill>
              <a:latin typeface="Red Hat Text"/>
              <a:ea typeface="Red Hat Text"/>
              <a:cs typeface="Red Hat Text"/>
              <a:sym typeface="Red Hat Text"/>
            </a:endParaRPr>
          </a:p>
        </p:txBody>
      </p:sp>
      <p:sp>
        <p:nvSpPr>
          <p:cNvPr id="5773" name="Google Shape;5773;p449"/>
          <p:cNvSpPr txBox="1"/>
          <p:nvPr/>
        </p:nvSpPr>
        <p:spPr>
          <a:xfrm>
            <a:off x="2711375" y="4533450"/>
            <a:ext cx="3753900" cy="1810200"/>
          </a:xfrm>
          <a:prstGeom prst="rect">
            <a:avLst/>
          </a:prstGeom>
          <a:noFill/>
          <a:ln>
            <a:noFill/>
          </a:ln>
        </p:spPr>
        <p:txBody>
          <a:bodyPr anchorCtr="0" anchor="t" bIns="91425" lIns="91425" spcFirstLastPara="1" rIns="91425" wrap="square" tIns="91425">
            <a:spAutoFit/>
          </a:bodyPr>
          <a:lstStyle/>
          <a:p>
            <a:pPr indent="-330200" lvl="0" marL="457200" rtl="0" algn="l">
              <a:lnSpc>
                <a:spcPct val="140000"/>
              </a:lnSpc>
              <a:spcBef>
                <a:spcPts val="1000"/>
              </a:spcBef>
              <a:spcAft>
                <a:spcPts val="0"/>
              </a:spcAft>
              <a:buClr>
                <a:schemeClr val="accent1"/>
              </a:buClr>
              <a:buSzPts val="1600"/>
              <a:buFont typeface="Red Hat Text"/>
              <a:buChar char="▸"/>
            </a:pPr>
            <a:r>
              <a:rPr lang="en" sz="1600" u="sng">
                <a:solidFill>
                  <a:schemeClr val="hlink"/>
                </a:solidFill>
                <a:latin typeface="Red Hat Text"/>
                <a:ea typeface="Red Hat Text"/>
                <a:cs typeface="Red Hat Text"/>
                <a:sym typeface="Red Hat Text"/>
                <a:hlinkClick r:id="rId12"/>
              </a:rPr>
              <a:t>Quarkus quickstarts</a:t>
            </a:r>
            <a:endParaRPr sz="1600">
              <a:solidFill>
                <a:schemeClr val="dk1"/>
              </a:solidFill>
              <a:latin typeface="Red Hat Text"/>
              <a:ea typeface="Red Hat Text"/>
              <a:cs typeface="Red Hat Text"/>
              <a:sym typeface="Red Hat Text"/>
            </a:endParaRPr>
          </a:p>
          <a:p>
            <a:pPr indent="-330200" lvl="0" marL="457200" rtl="0" algn="l">
              <a:lnSpc>
                <a:spcPct val="140000"/>
              </a:lnSpc>
              <a:spcBef>
                <a:spcPts val="0"/>
              </a:spcBef>
              <a:spcAft>
                <a:spcPts val="0"/>
              </a:spcAft>
              <a:buClr>
                <a:schemeClr val="accent1"/>
              </a:buClr>
              <a:buSzPts val="1600"/>
              <a:buFont typeface="Red Hat Text"/>
              <a:buChar char="▸"/>
            </a:pPr>
            <a:r>
              <a:rPr lang="en" sz="1600" u="sng">
                <a:solidFill>
                  <a:schemeClr val="hlink"/>
                </a:solidFill>
                <a:latin typeface="Red Hat Text"/>
                <a:ea typeface="Red Hat Text"/>
                <a:cs typeface="Red Hat Text"/>
                <a:sym typeface="Red Hat Text"/>
                <a:hlinkClick r:id="rId13"/>
              </a:rPr>
              <a:t>Spring Boot quickstarts</a:t>
            </a:r>
            <a:endParaRPr sz="1600">
              <a:solidFill>
                <a:schemeClr val="dk1"/>
              </a:solidFill>
              <a:latin typeface="Red Hat Text"/>
              <a:ea typeface="Red Hat Text"/>
              <a:cs typeface="Red Hat Text"/>
              <a:sym typeface="Red Hat Text"/>
            </a:endParaRPr>
          </a:p>
          <a:p>
            <a:pPr indent="-330200" lvl="0" marL="457200" rtl="0" algn="l">
              <a:lnSpc>
                <a:spcPct val="140000"/>
              </a:lnSpc>
              <a:spcBef>
                <a:spcPts val="0"/>
              </a:spcBef>
              <a:spcAft>
                <a:spcPts val="0"/>
              </a:spcAft>
              <a:buClr>
                <a:schemeClr val="accent1"/>
              </a:buClr>
              <a:buSzPts val="1600"/>
              <a:buFont typeface="Red Hat Text"/>
              <a:buChar char="▸"/>
            </a:pPr>
            <a:r>
              <a:rPr lang="en" sz="1600" u="sng">
                <a:solidFill>
                  <a:schemeClr val="hlink"/>
                </a:solidFill>
                <a:latin typeface="Red Hat Text"/>
                <a:ea typeface="Red Hat Text"/>
                <a:cs typeface="Red Hat Text"/>
                <a:sym typeface="Red Hat Text"/>
                <a:hlinkClick r:id="rId14"/>
              </a:rPr>
              <a:t>Kaoto examples</a:t>
            </a:r>
            <a:endParaRPr sz="1600">
              <a:solidFill>
                <a:schemeClr val="dk1"/>
              </a:solidFill>
              <a:latin typeface="Red Hat Text"/>
              <a:ea typeface="Red Hat Text"/>
              <a:cs typeface="Red Hat Text"/>
              <a:sym typeface="Red Hat Text"/>
            </a:endParaRPr>
          </a:p>
          <a:p>
            <a:pPr indent="-330200" lvl="0" marL="457200" rtl="0" algn="l">
              <a:lnSpc>
                <a:spcPct val="140000"/>
              </a:lnSpc>
              <a:spcBef>
                <a:spcPts val="0"/>
              </a:spcBef>
              <a:spcAft>
                <a:spcPts val="0"/>
              </a:spcAft>
              <a:buClr>
                <a:schemeClr val="accent1"/>
              </a:buClr>
              <a:buSzPts val="1600"/>
              <a:buFont typeface="Red Hat Text"/>
              <a:buChar char="▸"/>
            </a:pPr>
            <a:r>
              <a:rPr lang="en" sz="1600" u="sng">
                <a:solidFill>
                  <a:schemeClr val="accent1"/>
                </a:solidFill>
                <a:latin typeface="Red Hat Text"/>
                <a:ea typeface="Red Hat Text"/>
                <a:cs typeface="Red Hat Text"/>
                <a:sym typeface="Red Hat Text"/>
                <a:hlinkClick r:id="rId15">
                  <a:extLst>
                    <a:ext uri="{A12FA001-AC4F-418D-AE19-62706E023703}">
                      <ahyp:hlinkClr val="tx"/>
                    </a:ext>
                  </a:extLst>
                </a:hlinkClick>
              </a:rPr>
              <a:t>SAP quickstarts</a:t>
            </a:r>
            <a:endParaRPr sz="1600">
              <a:solidFill>
                <a:schemeClr val="dk1"/>
              </a:solidFill>
              <a:latin typeface="Red Hat Text"/>
              <a:ea typeface="Red Hat Text"/>
              <a:cs typeface="Red Hat Text"/>
              <a:sym typeface="Red Hat Text"/>
            </a:endParaRPr>
          </a:p>
          <a:p>
            <a:pPr indent="-330200" lvl="0" marL="457200" rtl="0" algn="l">
              <a:lnSpc>
                <a:spcPct val="140000"/>
              </a:lnSpc>
              <a:spcBef>
                <a:spcPts val="0"/>
              </a:spcBef>
              <a:spcAft>
                <a:spcPts val="0"/>
              </a:spcAft>
              <a:buClr>
                <a:schemeClr val="accent1"/>
              </a:buClr>
              <a:buSzPts val="1600"/>
              <a:buFont typeface="Red Hat Text"/>
              <a:buChar char="▸"/>
            </a:pPr>
            <a:r>
              <a:rPr lang="en" sz="1600" u="sng">
                <a:solidFill>
                  <a:schemeClr val="accent1"/>
                </a:solidFill>
                <a:latin typeface="Red Hat Text"/>
                <a:ea typeface="Red Hat Text"/>
                <a:cs typeface="Red Hat Text"/>
                <a:sym typeface="Red Hat Text"/>
                <a:hlinkClick r:id="rId16">
                  <a:extLst>
                    <a:ext uri="{A12FA001-AC4F-418D-AE19-62706E023703}">
                      <ahyp:hlinkClr val="tx"/>
                    </a:ext>
                  </a:extLst>
                </a:hlinkClick>
              </a:rPr>
              <a:t>HawtIO examples</a:t>
            </a:r>
            <a:endParaRPr sz="1800"/>
          </a:p>
        </p:txBody>
      </p:sp>
      <p:pic>
        <p:nvPicPr>
          <p:cNvPr id="5774" name="Google Shape;5774;p449"/>
          <p:cNvPicPr preferRelativeResize="0"/>
          <p:nvPr/>
        </p:nvPicPr>
        <p:blipFill>
          <a:blip r:embed="rId17">
            <a:alphaModFix/>
          </a:blip>
          <a:stretch>
            <a:fillRect/>
          </a:stretch>
        </p:blipFill>
        <p:spPr>
          <a:xfrm>
            <a:off x="5145800" y="1960950"/>
            <a:ext cx="1900500" cy="19005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8" name="Shape 5778"/>
        <p:cNvGrpSpPr/>
        <p:nvPr/>
      </p:nvGrpSpPr>
      <p:grpSpPr>
        <a:xfrm>
          <a:off x="0" y="0"/>
          <a:ext cx="0" cy="0"/>
          <a:chOff x="0" y="0"/>
          <a:chExt cx="0" cy="0"/>
        </a:xfrm>
      </p:grpSpPr>
      <p:sp>
        <p:nvSpPr>
          <p:cNvPr id="5779" name="Google Shape;5779;p45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latin typeface="Overpass SemiBold"/>
                <a:ea typeface="Overpass SemiBold"/>
                <a:cs typeface="Overpass SemiBold"/>
                <a:sym typeface="Overpass SemiBold"/>
              </a:rPr>
              <a:t>APPLICATION DEVELOPMENT &amp; DELIVERY PLATFORM</a:t>
            </a:r>
            <a:endParaRPr/>
          </a:p>
        </p:txBody>
      </p:sp>
      <p:sp>
        <p:nvSpPr>
          <p:cNvPr id="5780" name="Google Shape;5780;p45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5781" name="Google Shape;5781;p450"/>
          <p:cNvGraphicFramePr/>
          <p:nvPr/>
        </p:nvGraphicFramePr>
        <p:xfrm>
          <a:off x="228544" y="822870"/>
          <a:ext cx="3000000" cy="3000000"/>
        </p:xfrm>
        <a:graphic>
          <a:graphicData uri="http://schemas.openxmlformats.org/drawingml/2006/table">
            <a:tbl>
              <a:tblPr>
                <a:noFill/>
                <a:tableStyleId>{56CFA5E3-6099-4B1C-A1CF-5C20B782E30B}</a:tableStyleId>
              </a:tblPr>
              <a:tblGrid>
                <a:gridCol w="585625"/>
                <a:gridCol w="1149875"/>
                <a:gridCol w="516575"/>
                <a:gridCol w="4092800"/>
                <a:gridCol w="622350"/>
                <a:gridCol w="4845575"/>
              </a:tblGrid>
              <a:tr h="432300">
                <a:tc gridSpan="2">
                  <a:txBody>
                    <a:bodyPr/>
                    <a:lstStyle/>
                    <a:p>
                      <a:pPr indent="0" lvl="0" marL="0" marR="0" rtl="0" algn="ctr">
                        <a:lnSpc>
                          <a:spcPct val="100000"/>
                        </a:lnSpc>
                        <a:spcBef>
                          <a:spcPts val="0"/>
                        </a:spcBef>
                        <a:spcAft>
                          <a:spcPts val="0"/>
                        </a:spcAft>
                        <a:buNone/>
                      </a:pPr>
                      <a:r>
                        <a:rPr b="1" lang="en" sz="1500">
                          <a:latin typeface="Red Hat Text"/>
                          <a:ea typeface="Red Hat Text"/>
                          <a:cs typeface="Red Hat Text"/>
                          <a:sym typeface="Red Hat Text"/>
                        </a:rPr>
                        <a:t>Trial &amp; Onboarding</a:t>
                      </a:r>
                      <a:endParaRPr sz="11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i="0" lang="en" sz="1500" u="none" cap="none" strike="noStrike">
                          <a:solidFill>
                            <a:srgbClr val="000000"/>
                          </a:solidFill>
                          <a:latin typeface="Red Hat Text"/>
                          <a:ea typeface="Red Hat Text"/>
                          <a:cs typeface="Red Hat Text"/>
                          <a:sym typeface="Red Hat Text"/>
                        </a:rPr>
                        <a:t>Inner Loop </a:t>
                      </a:r>
                      <a:endParaRPr sz="1100" u="none" cap="none" strike="noStrike"/>
                    </a:p>
                    <a:p>
                      <a:pPr indent="0" lvl="0" marL="0" marR="0" rtl="0" algn="ctr">
                        <a:lnSpc>
                          <a:spcPct val="100000"/>
                        </a:lnSpc>
                        <a:spcBef>
                          <a:spcPts val="0"/>
                        </a:spcBef>
                        <a:spcAft>
                          <a:spcPts val="0"/>
                        </a:spcAft>
                        <a:buNone/>
                      </a:pPr>
                      <a:r>
                        <a:rPr b="0" i="0" lang="en" sz="1100" u="none" cap="none" strike="noStrike">
                          <a:solidFill>
                            <a:srgbClr val="000000"/>
                          </a:solidFill>
                          <a:latin typeface="Red Hat Text"/>
                          <a:ea typeface="Red Hat Text"/>
                          <a:cs typeface="Red Hat Text"/>
                          <a:sym typeface="Red Hat Text"/>
                        </a:rPr>
                        <a:t>(for Code, Build, Debug and Push)</a:t>
                      </a:r>
                      <a:endParaRPr sz="7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hMerge="1"/>
                <a:tc gridSpan="2">
                  <a:txBody>
                    <a:bodyPr/>
                    <a:lstStyle/>
                    <a:p>
                      <a:pPr indent="0" lvl="0" marL="0" marR="0" rtl="0" algn="ctr">
                        <a:lnSpc>
                          <a:spcPct val="100000"/>
                        </a:lnSpc>
                        <a:spcBef>
                          <a:spcPts val="0"/>
                        </a:spcBef>
                        <a:spcAft>
                          <a:spcPts val="0"/>
                        </a:spcAft>
                        <a:buNone/>
                      </a:pPr>
                      <a:r>
                        <a:rPr b="1" i="0" lang="en" sz="1500" u="none" cap="none" strike="noStrike">
                          <a:solidFill>
                            <a:srgbClr val="000000"/>
                          </a:solidFill>
                          <a:latin typeface="Red Hat Text"/>
                          <a:ea typeface="Red Hat Text"/>
                          <a:cs typeface="Red Hat Text"/>
                          <a:sym typeface="Red Hat Text"/>
                        </a:rPr>
                        <a:t>Outer Loop </a:t>
                      </a:r>
                      <a:endParaRPr sz="1100" u="none" cap="none" strike="noStrike"/>
                    </a:p>
                    <a:p>
                      <a:pPr indent="0" lvl="0" marL="0" marR="0" rtl="0" algn="ctr">
                        <a:lnSpc>
                          <a:spcPct val="100000"/>
                        </a:lnSpc>
                        <a:spcBef>
                          <a:spcPts val="0"/>
                        </a:spcBef>
                        <a:spcAft>
                          <a:spcPts val="0"/>
                        </a:spcAft>
                        <a:buNone/>
                      </a:pPr>
                      <a:r>
                        <a:rPr b="0" i="0" lang="en" sz="1100" u="none" cap="none" strike="noStrike">
                          <a:solidFill>
                            <a:srgbClr val="000000"/>
                          </a:solidFill>
                          <a:latin typeface="Red Hat Text"/>
                          <a:ea typeface="Red Hat Text"/>
                          <a:cs typeface="Red Hat Text"/>
                          <a:sym typeface="Red Hat Text"/>
                        </a:rPr>
                        <a:t>(for Code review, Compliance, Security, Test and Deploy)</a:t>
                      </a:r>
                      <a:endParaRPr sz="7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hMerge="1"/>
              </a:tr>
              <a:tr h="4557625">
                <a:tc>
                  <a:txBody>
                    <a:bodyPr/>
                    <a:lstStyle/>
                    <a:p>
                      <a:pPr indent="0" lvl="0" marL="0" marR="0" rtl="0" algn="l">
                        <a:lnSpc>
                          <a:spcPct val="100000"/>
                        </a:lnSpc>
                        <a:spcBef>
                          <a:spcPts val="0"/>
                        </a:spcBef>
                        <a:spcAft>
                          <a:spcPts val="0"/>
                        </a:spcAft>
                        <a:buClr>
                          <a:srgbClr val="000000"/>
                        </a:buClr>
                        <a:buSzPts val="700"/>
                        <a:buFont typeface="Arial"/>
                        <a:buNone/>
                      </a:pPr>
                      <a:r>
                        <a:t/>
                      </a:r>
                      <a:endParaRPr sz="7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i="0" lang="en" sz="1100" u="none" cap="none" strike="noStrike">
                          <a:solidFill>
                            <a:srgbClr val="000000"/>
                          </a:solidFill>
                          <a:latin typeface="Red Hat Text"/>
                          <a:ea typeface="Red Hat Text"/>
                          <a:cs typeface="Red Hat Text"/>
                          <a:sym typeface="Red Hat Text"/>
                        </a:rPr>
                        <a:t>Developer Sandbox</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Fastest and least friction way, at zero cost, for a </a:t>
                      </a:r>
                      <a:r>
                        <a:rPr lang="en" sz="700">
                          <a:solidFill>
                            <a:srgbClr val="000000"/>
                          </a:solidFill>
                        </a:rPr>
                        <a:t>developer</a:t>
                      </a:r>
                      <a:r>
                        <a:rPr b="0" i="0" lang="en" sz="700" u="none" cap="none" strike="noStrike">
                          <a:solidFill>
                            <a:srgbClr val="000000"/>
                          </a:solidFill>
                          <a:latin typeface="Arial"/>
                          <a:ea typeface="Arial"/>
                          <a:cs typeface="Arial"/>
                          <a:sym typeface="Arial"/>
                        </a:rPr>
                        <a:t> to try our OpenShift platform, key developer tools and services, and Red Hat cloud services.</a:t>
                      </a:r>
                      <a:endParaRPr sz="1500"/>
                    </a:p>
                    <a:p>
                      <a:pPr indent="0" lvl="0" marL="0" marR="0" rtl="0" algn="l">
                        <a:lnSpc>
                          <a:spcPct val="100000"/>
                        </a:lnSpc>
                        <a:spcBef>
                          <a:spcPts val="0"/>
                        </a:spcBef>
                        <a:spcAft>
                          <a:spcPts val="0"/>
                        </a:spcAft>
                        <a:buClr>
                          <a:srgbClr val="000000"/>
                        </a:buClr>
                        <a:buSzPts val="700"/>
                        <a:buFont typeface="Arial"/>
                        <a:buNone/>
                      </a:pPr>
                      <a:r>
                        <a:rPr i="0" lang="en" sz="700" u="sng" cap="none" strike="noStrike">
                          <a:solidFill>
                            <a:srgbClr val="0097A7"/>
                          </a:solidFill>
                          <a:latin typeface="Arial"/>
                          <a:ea typeface="Arial"/>
                          <a:cs typeface="Arial"/>
                          <a:sym typeface="Arial"/>
                          <a:hlinkClick r:id="rId3">
                            <a:extLst>
                              <a:ext uri="{A12FA001-AC4F-418D-AE19-62706E023703}">
                                <ahyp:hlinkClr val="tx"/>
                              </a:ext>
                            </a:extLst>
                          </a:hlinkClick>
                        </a:rPr>
                        <a:t>https://developers.redhat.com/developer-sandbox</a:t>
                      </a:r>
                      <a:endParaRPr i="0" sz="7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sz="700" u="none" cap="none" strike="noStrike"/>
                    </a:p>
                    <a:p>
                      <a:pPr indent="0" lvl="0" marL="0" marR="0" rtl="0" algn="l">
                        <a:lnSpc>
                          <a:spcPct val="100000"/>
                        </a:lnSpc>
                        <a:spcBef>
                          <a:spcPts val="0"/>
                        </a:spcBef>
                        <a:spcAft>
                          <a:spcPts val="0"/>
                        </a:spcAft>
                        <a:buNone/>
                      </a:pPr>
                      <a:br>
                        <a:rPr b="1" lang="en" sz="700" u="none" cap="none" strike="noStrike"/>
                      </a:br>
                      <a:r>
                        <a:rPr b="1" i="0" lang="en" sz="1100" u="none" cap="none" strike="noStrike">
                          <a:solidFill>
                            <a:srgbClr val="000000"/>
                          </a:solidFill>
                          <a:latin typeface="Red Hat Text"/>
                          <a:ea typeface="Red Hat Text"/>
                          <a:cs typeface="Red Hat Text"/>
                          <a:sym typeface="Red Hat Text"/>
                        </a:rPr>
                        <a:t>OpenShift Local</a:t>
                      </a:r>
                      <a:endParaRPr sz="1500"/>
                    </a:p>
                    <a:p>
                      <a:pPr indent="0" lvl="0" marL="0" marR="0" rtl="0" algn="l">
                        <a:lnSpc>
                          <a:spcPct val="100000"/>
                        </a:lnSpc>
                        <a:spcBef>
                          <a:spcPts val="0"/>
                        </a:spcBef>
                        <a:spcAft>
                          <a:spcPts val="0"/>
                        </a:spcAft>
                        <a:buNone/>
                      </a:pPr>
                      <a:r>
                        <a:rPr b="0" i="1" lang="en" sz="700" u="none" cap="none" strike="noStrike">
                          <a:solidFill>
                            <a:srgbClr val="000000"/>
                          </a:solidFill>
                          <a:latin typeface="Arial"/>
                          <a:ea typeface="Arial"/>
                          <a:cs typeface="Arial"/>
                          <a:sym typeface="Arial"/>
                        </a:rPr>
                        <a:t>Formerly known as “Red Hat CodeReady Containers”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Pre-built development environment, based on OpenShift v4, for quick container-based application development - on developer laptops.</a:t>
                      </a:r>
                      <a:endParaRPr sz="1500"/>
                    </a:p>
                    <a:p>
                      <a:pPr indent="0" lvl="0" marL="0" marR="0" rtl="0" algn="l">
                        <a:lnSpc>
                          <a:spcPct val="100000"/>
                        </a:lnSpc>
                        <a:spcBef>
                          <a:spcPts val="0"/>
                        </a:spcBef>
                        <a:spcAft>
                          <a:spcPts val="0"/>
                        </a:spcAft>
                        <a:buNone/>
                      </a:pPr>
                      <a:r>
                        <a:rPr b="0" i="0" lang="en" sz="700" u="sng" cap="none" strike="noStrike">
                          <a:solidFill>
                            <a:srgbClr val="0097A7"/>
                          </a:solidFill>
                          <a:latin typeface="Arial"/>
                          <a:ea typeface="Arial"/>
                          <a:cs typeface="Arial"/>
                          <a:sym typeface="Arial"/>
                          <a:hlinkClick r:id="rId4">
                            <a:extLst>
                              <a:ext uri="{A12FA001-AC4F-418D-AE19-62706E023703}">
                                <ahyp:hlinkClr val="tx"/>
                              </a:ext>
                            </a:extLst>
                          </a:hlinkClick>
                        </a:rPr>
                        <a:t>https://developers.redhat.com/products/openshift-local/overview</a:t>
                      </a:r>
                      <a:r>
                        <a:rPr b="0" i="0" lang="en" sz="700" u="none" cap="none" strike="noStrike">
                          <a:solidFill>
                            <a:srgbClr val="000000"/>
                          </a:solidFill>
                          <a:latin typeface="Arial"/>
                          <a:ea typeface="Arial"/>
                          <a:cs typeface="Arial"/>
                          <a:sym typeface="Arial"/>
                        </a:rPr>
                        <a:t> </a:t>
                      </a:r>
                      <a:endParaRPr b="0" i="0" sz="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sz="700">
                        <a:solidFill>
                          <a:srgbClr val="000000"/>
                        </a:solidFill>
                      </a:endParaRPr>
                    </a:p>
                    <a:p>
                      <a:pPr indent="0" lvl="0" marL="0" rtl="0" algn="l">
                        <a:spcBef>
                          <a:spcPts val="0"/>
                        </a:spcBef>
                        <a:spcAft>
                          <a:spcPts val="0"/>
                        </a:spcAft>
                        <a:buClr>
                          <a:srgbClr val="000000"/>
                        </a:buClr>
                        <a:buFont typeface="Arial"/>
                        <a:buNone/>
                      </a:pPr>
                      <a:r>
                        <a:rPr b="1" lang="en" sz="1100">
                          <a:solidFill>
                            <a:srgbClr val="000000"/>
                          </a:solidFill>
                          <a:latin typeface="Red Hat Text"/>
                          <a:ea typeface="Red Hat Text"/>
                          <a:cs typeface="Red Hat Text"/>
                          <a:sym typeface="Red Hat Text"/>
                        </a:rPr>
                        <a:t>Developer Hub</a:t>
                      </a:r>
                      <a:endParaRPr sz="1500">
                        <a:solidFill>
                          <a:srgbClr val="000000"/>
                        </a:solidFill>
                      </a:endParaRPr>
                    </a:p>
                    <a:p>
                      <a:pPr indent="0" lvl="0" marL="0" rtl="0" algn="l">
                        <a:spcBef>
                          <a:spcPts val="0"/>
                        </a:spcBef>
                        <a:spcAft>
                          <a:spcPts val="0"/>
                        </a:spcAft>
                        <a:buClr>
                          <a:srgbClr val="000000"/>
                        </a:buClr>
                        <a:buFont typeface="Arial"/>
                        <a:buNone/>
                      </a:pPr>
                      <a:r>
                        <a:rPr lang="en" sz="700">
                          <a:solidFill>
                            <a:srgbClr val="000000"/>
                          </a:solidFill>
                        </a:rPr>
                        <a:t>Backstage-based customizable, self-managed developer portal that simplifies developer onboarding with broad self-service capabilities focused on developer workflows for containerized applications.</a:t>
                      </a:r>
                      <a:endParaRPr sz="700">
                        <a:solidFill>
                          <a:srgbClr val="000000"/>
                        </a:solidFill>
                      </a:endParaRPr>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7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i="0" lang="en" sz="1100" u="none" cap="none" strike="noStrike">
                          <a:solidFill>
                            <a:srgbClr val="000000"/>
                          </a:solidFill>
                          <a:latin typeface="Red Hat Text"/>
                          <a:ea typeface="Red Hat Text"/>
                          <a:cs typeface="Red Hat Text"/>
                          <a:sym typeface="Red Hat Text"/>
                        </a:rPr>
                        <a:t>Podman Desktop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This upstream project enables developers to easily build and share containerized applications, </a:t>
                      </a:r>
                      <a:r>
                        <a:rPr lang="en" sz="700">
                          <a:solidFill>
                            <a:srgbClr val="000000"/>
                          </a:solidFill>
                        </a:rPr>
                        <a:t>facilitating their transition to Kubernetes. </a:t>
                      </a:r>
                      <a:endParaRPr sz="1500"/>
                    </a:p>
                    <a:p>
                      <a:pPr indent="0" lvl="0" marL="0" marR="0" rtl="0" algn="l">
                        <a:lnSpc>
                          <a:spcPct val="100000"/>
                        </a:lnSpc>
                        <a:spcBef>
                          <a:spcPts val="0"/>
                        </a:spcBef>
                        <a:spcAft>
                          <a:spcPts val="0"/>
                        </a:spcAft>
                        <a:buNone/>
                      </a:pPr>
                      <a:r>
                        <a:rPr b="0" lang="en" sz="700" u="sng" cap="none" strike="noStrike">
                          <a:solidFill>
                            <a:srgbClr val="0097A7"/>
                          </a:solidFill>
                          <a:hlinkClick r:id="rId5">
                            <a:extLst>
                              <a:ext uri="{A12FA001-AC4F-418D-AE19-62706E023703}">
                                <ahyp:hlinkClr val="tx"/>
                              </a:ext>
                            </a:extLst>
                          </a:hlinkClick>
                        </a:rPr>
                        <a:t>https://podman.io</a:t>
                      </a:r>
                      <a:r>
                        <a:rPr b="0" lang="en" sz="700" u="none" cap="none" strike="noStrike"/>
                        <a:t> </a:t>
                      </a:r>
                      <a:endParaRPr sz="1500"/>
                    </a:p>
                    <a:p>
                      <a:pPr indent="0" lvl="0" marL="0" marR="0" rtl="0" algn="l">
                        <a:lnSpc>
                          <a:spcPct val="100000"/>
                        </a:lnSpc>
                        <a:spcBef>
                          <a:spcPts val="0"/>
                        </a:spcBef>
                        <a:spcAft>
                          <a:spcPts val="0"/>
                        </a:spcAft>
                        <a:buNone/>
                      </a:pPr>
                      <a:br>
                        <a:rPr lang="en" sz="700" u="none" cap="none" strike="noStrike"/>
                      </a:br>
                      <a:r>
                        <a:rPr b="1" i="0" lang="en" sz="1100" u="none" cap="none" strike="noStrike">
                          <a:solidFill>
                            <a:srgbClr val="000000"/>
                          </a:solidFill>
                          <a:latin typeface="Red Hat Text"/>
                          <a:ea typeface="Red Hat Text"/>
                          <a:cs typeface="Red Hat Text"/>
                          <a:sym typeface="Red Hat Text"/>
                        </a:rPr>
                        <a:t>Docker Desktop extension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Enables deployment of local images to OpenShift directly from Docker Desktop.</a:t>
                      </a:r>
                      <a:endParaRPr sz="1500"/>
                    </a:p>
                    <a:p>
                      <a:pPr indent="0" lvl="0" marL="0" marR="0" rtl="0" algn="l">
                        <a:lnSpc>
                          <a:spcPct val="100000"/>
                        </a:lnSpc>
                        <a:spcBef>
                          <a:spcPts val="0"/>
                        </a:spcBef>
                        <a:spcAft>
                          <a:spcPts val="0"/>
                        </a:spcAft>
                        <a:buNone/>
                      </a:pPr>
                      <a:r>
                        <a:rPr b="0" lang="en" sz="700" u="sng" cap="none" strike="noStrike">
                          <a:solidFill>
                            <a:srgbClr val="0097A7"/>
                          </a:solidFill>
                          <a:hlinkClick r:id="rId6">
                            <a:extLst>
                              <a:ext uri="{A12FA001-AC4F-418D-AE19-62706E023703}">
                                <ahyp:hlinkClr val="tx"/>
                              </a:ext>
                            </a:extLst>
                          </a:hlinkClick>
                        </a:rPr>
                        <a:t>https://github.com/redhat-developer/openshift-dd-ext</a:t>
                      </a:r>
                      <a:r>
                        <a:rPr b="0" lang="en" sz="700" u="none" cap="none" strike="noStrike"/>
                        <a:t> </a:t>
                      </a:r>
                      <a:endParaRPr sz="1500"/>
                    </a:p>
                    <a:p>
                      <a:pPr indent="0" lvl="0" marL="0" marR="0" rtl="0" algn="l">
                        <a:lnSpc>
                          <a:spcPct val="100000"/>
                        </a:lnSpc>
                        <a:spcBef>
                          <a:spcPts val="0"/>
                        </a:spcBef>
                        <a:spcAft>
                          <a:spcPts val="0"/>
                        </a:spcAft>
                        <a:buNone/>
                      </a:pPr>
                      <a:br>
                        <a:rPr b="1" lang="en" sz="700" u="none" cap="none" strike="noStrike"/>
                      </a:br>
                      <a:r>
                        <a:rPr b="1" i="0" lang="en" sz="1100" u="none" cap="none" strike="noStrike">
                          <a:solidFill>
                            <a:srgbClr val="000000"/>
                          </a:solidFill>
                          <a:latin typeface="Red Hat Text"/>
                          <a:ea typeface="Red Hat Text"/>
                          <a:cs typeface="Red Hat Text"/>
                          <a:sym typeface="Red Hat Text"/>
                        </a:rPr>
                        <a:t>OpenShift Dev Spaces  </a:t>
                      </a:r>
                      <a:endParaRPr b="1" sz="700" u="none" cap="none" strike="noStrike"/>
                    </a:p>
                    <a:p>
                      <a:pPr indent="0" lvl="0" marL="0" marR="0" rtl="0" algn="l">
                        <a:lnSpc>
                          <a:spcPct val="100000"/>
                        </a:lnSpc>
                        <a:spcBef>
                          <a:spcPts val="0"/>
                        </a:spcBef>
                        <a:spcAft>
                          <a:spcPts val="0"/>
                        </a:spcAft>
                        <a:buNone/>
                      </a:pPr>
                      <a:r>
                        <a:rPr b="0" i="1" lang="en" sz="700" u="none" cap="none" strike="noStrike">
                          <a:solidFill>
                            <a:srgbClr val="000000"/>
                          </a:solidFill>
                          <a:latin typeface="Arial"/>
                          <a:ea typeface="Arial"/>
                          <a:cs typeface="Arial"/>
                          <a:sym typeface="Arial"/>
                        </a:rPr>
                        <a:t>Formerly Red Hat CodeReady Workspaces</a:t>
                      </a:r>
                      <a:endParaRPr b="0" sz="700" u="none" cap="none" strike="noStrike"/>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Centralized, shareable, in-browser Kubernetes-based Integrated Development Environment, focused on OpenShift customers. </a:t>
                      </a:r>
                      <a:endParaRPr sz="1500"/>
                    </a:p>
                    <a:p>
                      <a:pPr indent="0" lvl="0" marL="0" marR="0" rtl="0" algn="l">
                        <a:lnSpc>
                          <a:spcPct val="100000"/>
                        </a:lnSpc>
                        <a:spcBef>
                          <a:spcPts val="0"/>
                        </a:spcBef>
                        <a:spcAft>
                          <a:spcPts val="0"/>
                        </a:spcAft>
                        <a:buNone/>
                      </a:pPr>
                      <a:r>
                        <a:rPr b="0" i="0" lang="en" sz="700" u="sng" cap="none" strike="noStrike">
                          <a:solidFill>
                            <a:srgbClr val="0097A7"/>
                          </a:solidFill>
                          <a:latin typeface="Arial"/>
                          <a:ea typeface="Arial"/>
                          <a:cs typeface="Arial"/>
                          <a:sym typeface="Arial"/>
                          <a:hlinkClick r:id="rId7">
                            <a:extLst>
                              <a:ext uri="{A12FA001-AC4F-418D-AE19-62706E023703}">
                                <ahyp:hlinkClr val="tx"/>
                              </a:ext>
                            </a:extLst>
                          </a:hlinkClick>
                        </a:rPr>
                        <a:t>https://developers.redhat.com/products/openshift-dev-spaces/overview</a:t>
                      </a:r>
                      <a:r>
                        <a:rPr b="0" i="0" lang="en" sz="700" u="none" cap="none" strike="noStrike">
                          <a:solidFill>
                            <a:srgbClr val="000000"/>
                          </a:solidFill>
                          <a:latin typeface="Arial"/>
                          <a:ea typeface="Arial"/>
                          <a:cs typeface="Arial"/>
                          <a:sym typeface="Arial"/>
                        </a:rPr>
                        <a:t> </a:t>
                      </a:r>
                      <a:endParaRPr sz="1500"/>
                    </a:p>
                    <a:p>
                      <a:pPr indent="0" lvl="0" marL="0" marR="0" rtl="0" algn="l">
                        <a:lnSpc>
                          <a:spcPct val="100000"/>
                        </a:lnSpc>
                        <a:spcBef>
                          <a:spcPts val="0"/>
                        </a:spcBef>
                        <a:spcAft>
                          <a:spcPts val="0"/>
                        </a:spcAft>
                        <a:buNone/>
                      </a:pPr>
                      <a:br>
                        <a:rPr lang="en" sz="700" u="none" cap="none" strike="noStrike"/>
                      </a:br>
                      <a:r>
                        <a:rPr b="1" lang="en" sz="1100">
                          <a:solidFill>
                            <a:srgbClr val="000000"/>
                          </a:solidFill>
                          <a:latin typeface="Red Hat Text"/>
                          <a:ea typeface="Red Hat Text"/>
                          <a:cs typeface="Red Hat Text"/>
                          <a:sym typeface="Red Hat Text"/>
                        </a:rPr>
                        <a:t>OpenShift Toolkit IDE Extension (VSCode, IntelliJ)</a:t>
                      </a:r>
                      <a:endParaRPr b="1" sz="1100">
                        <a:solidFill>
                          <a:srgbClr val="000000"/>
                        </a:solidFill>
                        <a:latin typeface="Red Hat Text"/>
                        <a:ea typeface="Red Hat Text"/>
                        <a:cs typeface="Red Hat Text"/>
                        <a:sym typeface="Red Hat Text"/>
                      </a:endParaRPr>
                    </a:p>
                    <a:p>
                      <a:pPr indent="0" lvl="0" marL="0" rtl="0" algn="l">
                        <a:spcBef>
                          <a:spcPts val="0"/>
                        </a:spcBef>
                        <a:spcAft>
                          <a:spcPts val="0"/>
                        </a:spcAft>
                        <a:buNone/>
                      </a:pPr>
                      <a:r>
                        <a:rPr lang="en" sz="700">
                          <a:solidFill>
                            <a:srgbClr val="000000"/>
                          </a:solidFill>
                        </a:rPr>
                        <a:t>Developers can easily create, deploy and live debug container applications running on OpenShift.</a:t>
                      </a:r>
                      <a:endParaRPr sz="700">
                        <a:solidFill>
                          <a:srgbClr val="000000"/>
                        </a:solidFill>
                      </a:endParaRPr>
                    </a:p>
                    <a:p>
                      <a:pPr indent="0" lvl="0" marL="0" rtl="0" algn="l">
                        <a:spcBef>
                          <a:spcPts val="0"/>
                        </a:spcBef>
                        <a:spcAft>
                          <a:spcPts val="0"/>
                        </a:spcAft>
                        <a:buNone/>
                      </a:pPr>
                      <a:r>
                        <a:rPr lang="en" sz="700" u="sng">
                          <a:solidFill>
                            <a:srgbClr val="0097A7"/>
                          </a:solidFill>
                          <a:hlinkClick r:id="rId8">
                            <a:extLst>
                              <a:ext uri="{A12FA001-AC4F-418D-AE19-62706E023703}">
                                <ahyp:hlinkClr val="tx"/>
                              </a:ext>
                            </a:extLst>
                          </a:hlinkClick>
                        </a:rPr>
                        <a:t>https://marketplace.visualstudio.com/items?itemName=redhat.vscode-openshift-connector</a:t>
                      </a:r>
                      <a:r>
                        <a:rPr lang="en" sz="700">
                          <a:solidFill>
                            <a:srgbClr val="000000"/>
                          </a:solidFill>
                        </a:rPr>
                        <a:t> </a:t>
                      </a:r>
                      <a:endParaRPr sz="700">
                        <a:solidFill>
                          <a:srgbClr val="000000"/>
                        </a:solidFill>
                      </a:endParaRPr>
                    </a:p>
                    <a:p>
                      <a:pPr indent="0" lvl="0" marL="0" rtl="0" algn="l">
                        <a:spcBef>
                          <a:spcPts val="0"/>
                        </a:spcBef>
                        <a:spcAft>
                          <a:spcPts val="0"/>
                        </a:spcAft>
                        <a:buClr>
                          <a:srgbClr val="000000"/>
                        </a:buClr>
                        <a:buFont typeface="Arial"/>
                        <a:buNone/>
                      </a:pPr>
                      <a:r>
                        <a:rPr lang="en" sz="700" u="sng">
                          <a:solidFill>
                            <a:srgbClr val="0097A7"/>
                          </a:solidFill>
                          <a:hlinkClick r:id="rId9">
                            <a:extLst>
                              <a:ext uri="{A12FA001-AC4F-418D-AE19-62706E023703}">
                                <ahyp:hlinkClr val="tx"/>
                              </a:ext>
                            </a:extLst>
                          </a:hlinkClick>
                        </a:rPr>
                        <a:t>https://plugins.jetbrains.com/plugin/12030-openshift-toolkit-by-red-hat</a:t>
                      </a:r>
                      <a:r>
                        <a:rPr lang="en" sz="700">
                          <a:solidFill>
                            <a:srgbClr val="000000"/>
                          </a:solidFill>
                        </a:rPr>
                        <a:t> </a:t>
                      </a:r>
                      <a:endParaRPr sz="700">
                        <a:solidFill>
                          <a:srgbClr val="000000"/>
                        </a:solidFill>
                      </a:endParaRPr>
                    </a:p>
                    <a:p>
                      <a:pPr indent="0" lvl="0" marL="0" marR="0" rtl="0" algn="l">
                        <a:lnSpc>
                          <a:spcPct val="100000"/>
                        </a:lnSpc>
                        <a:spcBef>
                          <a:spcPts val="0"/>
                        </a:spcBef>
                        <a:spcAft>
                          <a:spcPts val="0"/>
                        </a:spcAft>
                        <a:buNone/>
                      </a:pPr>
                      <a:r>
                        <a:t/>
                      </a:r>
                      <a:endParaRPr b="1" sz="1100">
                        <a:solidFill>
                          <a:srgbClr val="000000"/>
                        </a:solidFill>
                        <a:latin typeface="Red Hat Text"/>
                        <a:ea typeface="Red Hat Text"/>
                        <a:cs typeface="Red Hat Text"/>
                        <a:sym typeface="Red Hat Text"/>
                      </a:endParaRPr>
                    </a:p>
                    <a:p>
                      <a:pPr indent="0" lvl="0" marL="0" marR="0" rtl="0" algn="l">
                        <a:lnSpc>
                          <a:spcPct val="100000"/>
                        </a:lnSpc>
                        <a:spcBef>
                          <a:spcPts val="0"/>
                        </a:spcBef>
                        <a:spcAft>
                          <a:spcPts val="0"/>
                        </a:spcAft>
                        <a:buNone/>
                      </a:pPr>
                      <a:r>
                        <a:rPr b="1" i="0" lang="en" sz="1100" u="none" cap="none" strike="noStrike">
                          <a:solidFill>
                            <a:srgbClr val="000000"/>
                          </a:solidFill>
                          <a:latin typeface="Red Hat Text"/>
                          <a:ea typeface="Red Hat Text"/>
                          <a:cs typeface="Red Hat Text"/>
                          <a:sym typeface="Red Hat Text"/>
                        </a:rPr>
                        <a:t>IDE Extensions (Visual Studio Code, IntelliJ) for  Languages (Java, XML, </a:t>
                      </a:r>
                      <a:r>
                        <a:rPr b="1" lang="en" sz="1100">
                          <a:latin typeface="Red Hat Text"/>
                          <a:ea typeface="Red Hat Text"/>
                          <a:cs typeface="Red Hat Text"/>
                          <a:sym typeface="Red Hat Text"/>
                        </a:rPr>
                        <a:t>YAML</a:t>
                      </a:r>
                      <a:r>
                        <a:rPr b="1" i="0" lang="en" sz="1100" u="none" cap="none" strike="noStrike">
                          <a:solidFill>
                            <a:srgbClr val="000000"/>
                          </a:solidFill>
                          <a:latin typeface="Red Hat Text"/>
                          <a:ea typeface="Red Hat Text"/>
                          <a:cs typeface="Red Hat Text"/>
                          <a:sym typeface="Red Hat Text"/>
                        </a:rPr>
                        <a:t>, Apache Camel) and Runtimes (Quarkus, EAP)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Makes it easy for developers to build cloud-native and hybrid cloud applications with RH supported languages, and use RH preferred  runtimes.</a:t>
                      </a:r>
                      <a:endParaRPr b="1" sz="700" u="none" cap="none" strike="noStrike"/>
                    </a:p>
                    <a:p>
                      <a:pPr indent="0" lvl="0" marL="0" marR="0" rtl="0" algn="l">
                        <a:lnSpc>
                          <a:spcPct val="100000"/>
                        </a:lnSpc>
                        <a:spcBef>
                          <a:spcPts val="0"/>
                        </a:spcBef>
                        <a:spcAft>
                          <a:spcPts val="0"/>
                        </a:spcAft>
                        <a:buNone/>
                      </a:pPr>
                      <a:br>
                        <a:rPr lang="en" sz="700" u="none" cap="none" strike="noStrike"/>
                      </a:br>
                      <a:r>
                        <a:rPr b="1" i="0" lang="en" sz="1100" u="none" cap="none" strike="noStrike">
                          <a:solidFill>
                            <a:srgbClr val="000000"/>
                          </a:solidFill>
                          <a:latin typeface="Red Hat Text"/>
                          <a:ea typeface="Red Hat Text"/>
                          <a:cs typeface="Red Hat Text"/>
                          <a:sym typeface="Red Hat Text"/>
                        </a:rPr>
                        <a:t>CLI tools: odo</a:t>
                      </a:r>
                      <a:endParaRPr b="1" i="0" sz="1100" u="none" cap="none" strike="noStrike">
                        <a:solidFill>
                          <a:srgbClr val="000000"/>
                        </a:solidFill>
                        <a:latin typeface="Red Hat Text"/>
                        <a:ea typeface="Red Hat Text"/>
                        <a:cs typeface="Red Hat Text"/>
                        <a:sym typeface="Red Hat Text"/>
                      </a:endParaRPr>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OpenShift Developer CLI (command-line interface) that helps developers to build on Kubernetes/OpenShift, hiding Kubernetes complexity and supporting developers to get up and running</a:t>
                      </a:r>
                      <a:endParaRPr b="1" sz="700" u="none" cap="none" strike="noStrike"/>
                    </a:p>
                    <a:p>
                      <a:pPr indent="0" lvl="0" marL="0" marR="0" rtl="0" algn="l">
                        <a:lnSpc>
                          <a:spcPct val="100000"/>
                        </a:lnSpc>
                        <a:spcBef>
                          <a:spcPts val="0"/>
                        </a:spcBef>
                        <a:spcAft>
                          <a:spcPts val="0"/>
                        </a:spcAft>
                        <a:buNone/>
                      </a:pPr>
                      <a:r>
                        <a:rPr b="0" i="0" lang="en" sz="1100" u="none" cap="none" strike="noStrike">
                          <a:solidFill>
                            <a:srgbClr val="000000"/>
                          </a:solidFill>
                          <a:latin typeface="Red Hat Text"/>
                          <a:ea typeface="Red Hat Text"/>
                          <a:cs typeface="Red Hat Text"/>
                          <a:sym typeface="Red Hat Text"/>
                        </a:rPr>
                        <a:t> </a:t>
                      </a:r>
                      <a:endParaRPr sz="700" u="none" cap="none" strike="noStrike"/>
                    </a:p>
                    <a:p>
                      <a:pPr indent="0" lvl="0" marL="0" marR="0" rtl="0" algn="l">
                        <a:lnSpc>
                          <a:spcPct val="100000"/>
                        </a:lnSpc>
                        <a:spcBef>
                          <a:spcPts val="0"/>
                        </a:spcBef>
                        <a:spcAft>
                          <a:spcPts val="0"/>
                        </a:spcAft>
                        <a:buNone/>
                      </a:pPr>
                      <a:r>
                        <a:rPr b="1" i="0" lang="en" sz="1100" u="none" cap="none" strike="noStrike">
                          <a:solidFill>
                            <a:srgbClr val="000000"/>
                          </a:solidFill>
                          <a:latin typeface="Red Hat Text"/>
                          <a:ea typeface="Red Hat Text"/>
                          <a:cs typeface="Red Hat Text"/>
                          <a:sym typeface="Red Hat Text"/>
                        </a:rPr>
                        <a:t>Maven/Grade tooling (JKube)</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Adds the ability to bring Java applications to Kubernetes by extending native Maven/Gradle packaging tools.</a:t>
                      </a:r>
                      <a:endParaRPr sz="700" u="none" cap="none" strike="noStrike"/>
                    </a:p>
                    <a:p>
                      <a:pPr indent="0" lvl="0" marL="0" marR="0" rtl="0" algn="l">
                        <a:lnSpc>
                          <a:spcPct val="100000"/>
                        </a:lnSpc>
                        <a:spcBef>
                          <a:spcPts val="0"/>
                        </a:spcBef>
                        <a:spcAft>
                          <a:spcPts val="0"/>
                        </a:spcAft>
                        <a:buNone/>
                      </a:pPr>
                      <a:br>
                        <a:rPr b="1" lang="en" sz="700" u="none" cap="none" strike="noStrike"/>
                      </a:br>
                      <a:r>
                        <a:rPr b="1" lang="en" sz="1100">
                          <a:latin typeface="Red Hat Text"/>
                          <a:ea typeface="Red Hat Text"/>
                          <a:cs typeface="Red Hat Text"/>
                          <a:sym typeface="Red Hat Text"/>
                        </a:rPr>
                        <a:t>Trusted Content</a:t>
                      </a:r>
                      <a:endParaRPr sz="1500"/>
                    </a:p>
                    <a:p>
                      <a:pPr indent="0" lvl="0" marL="0" marR="0" rtl="0" algn="l">
                        <a:lnSpc>
                          <a:spcPct val="100000"/>
                        </a:lnSpc>
                        <a:spcBef>
                          <a:spcPts val="0"/>
                        </a:spcBef>
                        <a:spcAft>
                          <a:spcPts val="0"/>
                        </a:spcAft>
                        <a:buNone/>
                      </a:pPr>
                      <a:r>
                        <a:rPr i="1" lang="en" sz="700">
                          <a:solidFill>
                            <a:srgbClr val="000000"/>
                          </a:solidFill>
                        </a:rPr>
                        <a:t>Currently available as “</a:t>
                      </a:r>
                      <a:r>
                        <a:rPr b="0" i="1" lang="en" sz="700" u="none" cap="none" strike="noStrike">
                          <a:solidFill>
                            <a:srgbClr val="000000"/>
                          </a:solidFill>
                          <a:latin typeface="Arial"/>
                          <a:ea typeface="Arial"/>
                          <a:cs typeface="Arial"/>
                          <a:sym typeface="Arial"/>
                        </a:rPr>
                        <a:t>Dependency Analytics” </a:t>
                      </a:r>
                      <a:r>
                        <a:rPr i="1" lang="en" sz="700">
                          <a:solidFill>
                            <a:srgbClr val="000000"/>
                          </a:solidFill>
                        </a:rPr>
                        <a:t>“</a:t>
                      </a:r>
                      <a:endParaRPr sz="1500"/>
                    </a:p>
                    <a:p>
                      <a:pPr indent="0" lvl="0" marL="0" marR="0" rtl="0" algn="l">
                        <a:lnSpc>
                          <a:spcPct val="100000"/>
                        </a:lnSpc>
                        <a:spcBef>
                          <a:spcPts val="0"/>
                        </a:spcBef>
                        <a:spcAft>
                          <a:spcPts val="0"/>
                        </a:spcAft>
                        <a:buNone/>
                      </a:pPr>
                      <a:r>
                        <a:rPr lang="en" sz="700">
                          <a:solidFill>
                            <a:srgbClr val="000000"/>
                          </a:solidFill>
                        </a:rPr>
                        <a:t>Provides trusted open source software packages and dependencies, vulnerability information, and remediations engineered by Red Hat, delivered to developer’s IDEs.</a:t>
                      </a:r>
                      <a:endParaRPr sz="7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t/>
                      </a:r>
                      <a:endParaRPr sz="700"/>
                    </a:p>
                    <a:p>
                      <a:pPr indent="0" lvl="0" marL="0" marR="0" rtl="0" algn="l">
                        <a:lnSpc>
                          <a:spcPct val="100000"/>
                        </a:lnSpc>
                        <a:spcBef>
                          <a:spcPts val="0"/>
                        </a:spcBef>
                        <a:spcAft>
                          <a:spcPts val="0"/>
                        </a:spcAft>
                        <a:buNone/>
                      </a:pPr>
                      <a:r>
                        <a:t/>
                      </a:r>
                      <a:endParaRPr sz="700"/>
                    </a:p>
                    <a:p>
                      <a:pPr indent="0" lvl="0" marL="0" marR="0" rtl="0" algn="l">
                        <a:lnSpc>
                          <a:spcPct val="100000"/>
                        </a:lnSpc>
                        <a:spcBef>
                          <a:spcPts val="0"/>
                        </a:spcBef>
                        <a:spcAft>
                          <a:spcPts val="0"/>
                        </a:spcAft>
                        <a:buNone/>
                      </a:pPr>
                      <a:r>
                        <a:t/>
                      </a:r>
                      <a:endParaRPr sz="700"/>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700"/>
                        <a:buFont typeface="Arial"/>
                        <a:buNone/>
                      </a:pPr>
                      <a:r>
                        <a:t/>
                      </a:r>
                      <a:endParaRPr sz="700"/>
                    </a:p>
                    <a:p>
                      <a:pPr indent="0" lvl="0" marL="0" rtl="0" algn="l">
                        <a:spcBef>
                          <a:spcPts val="0"/>
                        </a:spcBef>
                        <a:spcAft>
                          <a:spcPts val="0"/>
                        </a:spcAft>
                        <a:buClr>
                          <a:srgbClr val="000000"/>
                        </a:buClr>
                        <a:buSzPts val="700"/>
                        <a:buFont typeface="Arial"/>
                        <a:buNone/>
                      </a:pPr>
                      <a:r>
                        <a:rPr b="1" lang="en" sz="1100">
                          <a:solidFill>
                            <a:srgbClr val="000000"/>
                          </a:solidFill>
                          <a:latin typeface="Red Hat Text"/>
                          <a:ea typeface="Red Hat Text"/>
                          <a:cs typeface="Red Hat Text"/>
                          <a:sym typeface="Red Hat Text"/>
                        </a:rPr>
                        <a:t>Trusted Application Pipeline</a:t>
                      </a:r>
                      <a:endParaRPr sz="1500">
                        <a:solidFill>
                          <a:srgbClr val="000000"/>
                        </a:solidFill>
                      </a:endParaRPr>
                    </a:p>
                    <a:p>
                      <a:pPr indent="0" lvl="0" marL="0" rtl="0" algn="l">
                        <a:spcBef>
                          <a:spcPts val="0"/>
                        </a:spcBef>
                        <a:spcAft>
                          <a:spcPts val="0"/>
                        </a:spcAft>
                        <a:buClr>
                          <a:srgbClr val="000000"/>
                        </a:buClr>
                        <a:buFont typeface="Arial"/>
                        <a:buNone/>
                      </a:pPr>
                      <a:r>
                        <a:rPr lang="en" sz="700">
                          <a:solidFill>
                            <a:srgbClr val="000000"/>
                          </a:solidFill>
                        </a:rPr>
                        <a:t>SaaS offering that provides an OOTB customizable secure software supply chain that  enables platform engineers and developers to easily build and deliver secure Kubernetes applications across multiple cloud environments.</a:t>
                      </a:r>
                      <a:endParaRPr sz="700">
                        <a:solidFill>
                          <a:srgbClr val="000000"/>
                        </a:solidFill>
                      </a:endParaRPr>
                    </a:p>
                    <a:p>
                      <a:pPr indent="0" lvl="0" marL="0" marR="0" rtl="0" algn="l">
                        <a:lnSpc>
                          <a:spcPct val="100000"/>
                        </a:lnSpc>
                        <a:spcBef>
                          <a:spcPts val="0"/>
                        </a:spcBef>
                        <a:spcAft>
                          <a:spcPts val="0"/>
                        </a:spcAft>
                        <a:buClr>
                          <a:srgbClr val="000000"/>
                        </a:buClr>
                        <a:buSzPts val="700"/>
                        <a:buFont typeface="Arial"/>
                        <a:buNone/>
                      </a:pPr>
                      <a:r>
                        <a:t/>
                      </a:r>
                      <a:endParaRPr sz="700"/>
                    </a:p>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Arial"/>
                          <a:ea typeface="Arial"/>
                          <a:cs typeface="Arial"/>
                          <a:sym typeface="Arial"/>
                        </a:rPr>
                        <a:t> </a:t>
                      </a:r>
                      <a:r>
                        <a:rPr b="1" i="0" lang="en" sz="1100" u="none" cap="none" strike="noStrike">
                          <a:solidFill>
                            <a:srgbClr val="000000"/>
                          </a:solidFill>
                          <a:latin typeface="Red Hat Text"/>
                          <a:ea typeface="Red Hat Text"/>
                          <a:cs typeface="Red Hat Text"/>
                          <a:sym typeface="Red Hat Text"/>
                        </a:rPr>
                        <a:t>Plug-ins for CI/CD tools (GitHub Actions, Microsoft Azure DevOps, </a:t>
                      </a:r>
                      <a:br>
                        <a:rPr b="1" i="0" lang="en" sz="1100" u="none" cap="none" strike="noStrike">
                          <a:solidFill>
                            <a:srgbClr val="000000"/>
                          </a:solidFill>
                          <a:latin typeface="Red Hat Text"/>
                          <a:ea typeface="Red Hat Text"/>
                          <a:cs typeface="Red Hat Text"/>
                          <a:sym typeface="Red Hat Text"/>
                        </a:rPr>
                      </a:br>
                      <a:r>
                        <a:rPr b="1" i="0" lang="en" sz="1100" u="none" cap="none" strike="noStrike">
                          <a:solidFill>
                            <a:srgbClr val="000000"/>
                          </a:solidFill>
                          <a:latin typeface="Red Hat Text"/>
                          <a:ea typeface="Red Hat Text"/>
                          <a:cs typeface="Red Hat Text"/>
                          <a:sym typeface="Red Hat Text"/>
                        </a:rPr>
                        <a:t>GitLab Runner, Jenkins)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Provide templates for automated deployment of applications to OpenShift</a:t>
                      </a:r>
                      <a:endParaRPr sz="700" u="none" cap="none" strike="noStrike"/>
                    </a:p>
                    <a:p>
                      <a:pPr indent="0" lvl="0" marL="0" marR="0" rtl="0" algn="l">
                        <a:lnSpc>
                          <a:spcPct val="100000"/>
                        </a:lnSpc>
                        <a:spcBef>
                          <a:spcPts val="0"/>
                        </a:spcBef>
                        <a:spcAft>
                          <a:spcPts val="0"/>
                        </a:spcAft>
                        <a:buNone/>
                      </a:pPr>
                      <a:br>
                        <a:rPr lang="en" sz="700" u="none" cap="none" strike="noStrike"/>
                      </a:br>
                      <a:r>
                        <a:rPr b="1" i="0" lang="en" sz="1100" u="none" cap="none" strike="noStrike">
                          <a:solidFill>
                            <a:srgbClr val="000000"/>
                          </a:solidFill>
                          <a:latin typeface="Red Hat Text"/>
                          <a:ea typeface="Red Hat Text"/>
                          <a:cs typeface="Red Hat Text"/>
                          <a:sym typeface="Red Hat Text"/>
                        </a:rPr>
                        <a:t>OpenShift Pipelines, Tekton Hub, Tekton IDE extension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Is a cloud-native CI/CD solution to securely build containerized applications and deploy to OpenShift. Tekton Hub </a:t>
                      </a:r>
                      <a:br>
                        <a:rPr b="0" i="0" lang="en" sz="700" u="none" cap="none" strike="noStrike">
                          <a:solidFill>
                            <a:srgbClr val="000000"/>
                          </a:solidFill>
                          <a:latin typeface="Arial"/>
                          <a:ea typeface="Arial"/>
                          <a:cs typeface="Arial"/>
                          <a:sym typeface="Arial"/>
                        </a:rPr>
                      </a:br>
                      <a:r>
                        <a:rPr b="0" i="0" lang="en" sz="700" u="none" cap="none" strike="noStrike">
                          <a:solidFill>
                            <a:srgbClr val="000000"/>
                          </a:solidFill>
                          <a:latin typeface="Arial"/>
                          <a:ea typeface="Arial"/>
                          <a:cs typeface="Arial"/>
                          <a:sym typeface="Arial"/>
                        </a:rPr>
                        <a:t>provides a catalog of Tekton task templates. Tekton IDE extension enables developers to create and manage Tekton pipelines from their IDE</a:t>
                      </a:r>
                      <a:endParaRPr sz="700" u="none" cap="none" strike="noStrike"/>
                    </a:p>
                    <a:p>
                      <a:pPr indent="0" lvl="0" marL="0" marR="0" rtl="0" algn="l">
                        <a:lnSpc>
                          <a:spcPct val="100000"/>
                        </a:lnSpc>
                        <a:spcBef>
                          <a:spcPts val="0"/>
                        </a:spcBef>
                        <a:spcAft>
                          <a:spcPts val="0"/>
                        </a:spcAft>
                        <a:buNone/>
                      </a:pPr>
                      <a:br>
                        <a:rPr lang="en" sz="700" u="none" cap="none" strike="noStrike"/>
                      </a:br>
                      <a:r>
                        <a:rPr b="1" i="0" lang="en" sz="1100" u="none" cap="none" strike="noStrike">
                          <a:solidFill>
                            <a:srgbClr val="000000"/>
                          </a:solidFill>
                          <a:latin typeface="Red Hat Text"/>
                          <a:ea typeface="Red Hat Text"/>
                          <a:cs typeface="Red Hat Text"/>
                          <a:sym typeface="Red Hat Text"/>
                        </a:rPr>
                        <a:t>IDE Extensions (for Visual Studio Code, IntelliJ, Eclipse) </a:t>
                      </a:r>
                      <a:br>
                        <a:rPr b="1" i="0" lang="en" sz="1100" u="none" cap="none" strike="noStrike">
                          <a:solidFill>
                            <a:srgbClr val="000000"/>
                          </a:solidFill>
                          <a:latin typeface="Red Hat Text"/>
                          <a:ea typeface="Red Hat Text"/>
                          <a:cs typeface="Red Hat Text"/>
                          <a:sym typeface="Red Hat Text"/>
                        </a:rPr>
                      </a:br>
                      <a:r>
                        <a:rPr b="1" i="0" lang="en" sz="1100" u="none" cap="none" strike="noStrike">
                          <a:solidFill>
                            <a:srgbClr val="000000"/>
                          </a:solidFill>
                          <a:latin typeface="Red Hat Text"/>
                          <a:ea typeface="Red Hat Text"/>
                          <a:cs typeface="Red Hat Text"/>
                          <a:sym typeface="Red Hat Text"/>
                        </a:rPr>
                        <a:t>for Deployment (OpenShift </a:t>
                      </a:r>
                      <a:r>
                        <a:rPr b="1" lang="en" sz="1100">
                          <a:latin typeface="Red Hat Text"/>
                          <a:ea typeface="Red Hat Text"/>
                          <a:cs typeface="Red Hat Text"/>
                          <a:sym typeface="Red Hat Text"/>
                        </a:rPr>
                        <a:t>Toolkit</a:t>
                      </a:r>
                      <a:r>
                        <a:rPr b="1" i="0" lang="en" sz="1100" u="none" cap="none" strike="noStrike">
                          <a:solidFill>
                            <a:srgbClr val="000000"/>
                          </a:solidFill>
                          <a:latin typeface="Red Hat Text"/>
                          <a:ea typeface="Red Hat Text"/>
                          <a:cs typeface="Red Hat Text"/>
                          <a:sym typeface="Red Hat Text"/>
                        </a:rPr>
                        <a:t>, S</a:t>
                      </a:r>
                      <a:r>
                        <a:rPr b="1" lang="en" sz="1100">
                          <a:latin typeface="Red Hat Text"/>
                          <a:ea typeface="Red Hat Text"/>
                          <a:cs typeface="Red Hat Text"/>
                          <a:sym typeface="Red Hat Text"/>
                        </a:rPr>
                        <a:t>erverless Functions</a:t>
                      </a:r>
                      <a:r>
                        <a:rPr b="1" i="0" lang="en" sz="1100" u="none" cap="none" strike="noStrike">
                          <a:solidFill>
                            <a:srgbClr val="000000"/>
                          </a:solidFill>
                          <a:latin typeface="Red Hat Text"/>
                          <a:ea typeface="Red Hat Text"/>
                          <a:cs typeface="Red Hat Text"/>
                          <a:sym typeface="Red Hat Text"/>
                        </a:rPr>
                        <a:t>)</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Enable developers to push their code to OpenShift without needing to build containers, and to also configure </a:t>
                      </a:r>
                      <a:br>
                        <a:rPr b="0" i="0" lang="en" sz="700" u="none" cap="none" strike="noStrike">
                          <a:solidFill>
                            <a:srgbClr val="000000"/>
                          </a:solidFill>
                          <a:latin typeface="Arial"/>
                          <a:ea typeface="Arial"/>
                          <a:cs typeface="Arial"/>
                          <a:sym typeface="Arial"/>
                        </a:rPr>
                      </a:br>
                      <a:r>
                        <a:rPr b="0" i="0" lang="en" sz="700" u="none" cap="none" strike="noStrike">
                          <a:solidFill>
                            <a:srgbClr val="000000"/>
                          </a:solidFill>
                          <a:latin typeface="Arial"/>
                          <a:ea typeface="Arial"/>
                          <a:cs typeface="Arial"/>
                          <a:sym typeface="Arial"/>
                        </a:rPr>
                        <a:t>serverless deployments.</a:t>
                      </a:r>
                      <a:endParaRPr sz="700" u="none" cap="none" strike="noStrike"/>
                    </a:p>
                    <a:p>
                      <a:pPr indent="0" lvl="0" marL="0" marR="0" rtl="0" algn="l">
                        <a:lnSpc>
                          <a:spcPct val="100000"/>
                        </a:lnSpc>
                        <a:spcBef>
                          <a:spcPts val="0"/>
                        </a:spcBef>
                        <a:spcAft>
                          <a:spcPts val="0"/>
                        </a:spcAft>
                        <a:buNone/>
                      </a:pPr>
                      <a:br>
                        <a:rPr lang="en" sz="700" u="none" cap="none" strike="noStrike"/>
                      </a:br>
                      <a:r>
                        <a:rPr b="1" i="0" lang="en" sz="1100" u="none" cap="none" strike="noStrike">
                          <a:solidFill>
                            <a:srgbClr val="000000"/>
                          </a:solidFill>
                          <a:latin typeface="Red Hat Text"/>
                          <a:ea typeface="Red Hat Text"/>
                          <a:cs typeface="Red Hat Text"/>
                          <a:sym typeface="Red Hat Text"/>
                        </a:rPr>
                        <a:t>OpenShift GitOps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Enables developers to declare and version application and cluster configuration in Git, automate application deployments, </a:t>
                      </a:r>
                      <a:br>
                        <a:rPr b="0" i="0" lang="en" sz="700" u="none" cap="none" strike="noStrike">
                          <a:solidFill>
                            <a:srgbClr val="000000"/>
                          </a:solidFill>
                          <a:latin typeface="Arial"/>
                          <a:ea typeface="Arial"/>
                          <a:cs typeface="Arial"/>
                          <a:sym typeface="Arial"/>
                        </a:rPr>
                      </a:br>
                      <a:r>
                        <a:rPr b="0" i="0" lang="en" sz="700" u="none" cap="none" strike="noStrike">
                          <a:solidFill>
                            <a:srgbClr val="000000"/>
                          </a:solidFill>
                          <a:latin typeface="Arial"/>
                          <a:ea typeface="Arial"/>
                          <a:cs typeface="Arial"/>
                          <a:sym typeface="Arial"/>
                        </a:rPr>
                        <a:t>configuration drift detection and remediation. kam (Kubernetes application management) enables developers to </a:t>
                      </a:r>
                      <a:br>
                        <a:rPr b="0" i="0" lang="en" sz="700" u="none" cap="none" strike="noStrike">
                          <a:solidFill>
                            <a:srgbClr val="000000"/>
                          </a:solidFill>
                          <a:latin typeface="Arial"/>
                          <a:ea typeface="Arial"/>
                          <a:cs typeface="Arial"/>
                          <a:sym typeface="Arial"/>
                        </a:rPr>
                      </a:br>
                      <a:r>
                        <a:rPr b="0" i="0" lang="en" sz="700" u="none" cap="none" strike="noStrike">
                          <a:solidFill>
                            <a:srgbClr val="000000"/>
                          </a:solidFill>
                          <a:latin typeface="Arial"/>
                          <a:ea typeface="Arial"/>
                          <a:cs typeface="Arial"/>
                          <a:sym typeface="Arial"/>
                        </a:rPr>
                        <a:t>easily seed GitOps declarative application models in Git.</a:t>
                      </a:r>
                      <a:endParaRPr sz="700" u="none" cap="none" strike="noStrike"/>
                    </a:p>
                    <a:p>
                      <a:pPr indent="0" lvl="0" marL="0" marR="0" rtl="0" algn="l">
                        <a:lnSpc>
                          <a:spcPct val="100000"/>
                        </a:lnSpc>
                        <a:spcBef>
                          <a:spcPts val="0"/>
                        </a:spcBef>
                        <a:spcAft>
                          <a:spcPts val="0"/>
                        </a:spcAft>
                        <a:buNone/>
                      </a:pPr>
                      <a:br>
                        <a:rPr b="1" lang="en" sz="700" u="none" cap="none" strike="noStrike"/>
                      </a:br>
                      <a:r>
                        <a:rPr b="1" lang="en" sz="1100">
                          <a:latin typeface="Red Hat Text"/>
                          <a:ea typeface="Red Hat Text"/>
                          <a:cs typeface="Red Hat Text"/>
                          <a:sym typeface="Red Hat Text"/>
                        </a:rPr>
                        <a:t>Plug-ins for Backstage</a:t>
                      </a:r>
                      <a:endParaRPr b="1" sz="1100">
                        <a:latin typeface="Red Hat Text"/>
                        <a:ea typeface="Red Hat Text"/>
                        <a:cs typeface="Red Hat Text"/>
                        <a:sym typeface="Red Hat Text"/>
                      </a:endParaRPr>
                    </a:p>
                    <a:p>
                      <a:pPr indent="0" lvl="0" marL="0" rtl="0" algn="l">
                        <a:spcBef>
                          <a:spcPts val="0"/>
                        </a:spcBef>
                        <a:spcAft>
                          <a:spcPts val="0"/>
                        </a:spcAft>
                        <a:buClr>
                          <a:srgbClr val="000000"/>
                        </a:buClr>
                        <a:buFont typeface="Arial"/>
                        <a:buNone/>
                      </a:pPr>
                      <a:r>
                        <a:rPr lang="en" sz="700">
                          <a:solidFill>
                            <a:srgbClr val="000000"/>
                          </a:solidFill>
                        </a:rPr>
                        <a:t>Expands Developer Hub and self-installed Backstage environments with self-service capabilities to build, store, deploy, and monitor containerized applications across multiple clusters.</a:t>
                      </a:r>
                      <a:endParaRPr b="1" sz="1100">
                        <a:latin typeface="Red Hat Text"/>
                        <a:ea typeface="Red Hat Text"/>
                        <a:cs typeface="Red Hat Text"/>
                        <a:sym typeface="Red Hat Text"/>
                      </a:endParaRPr>
                    </a:p>
                    <a:p>
                      <a:pPr indent="0" lvl="0" marL="0" marR="0" rtl="0" algn="l">
                        <a:lnSpc>
                          <a:spcPct val="100000"/>
                        </a:lnSpc>
                        <a:spcBef>
                          <a:spcPts val="0"/>
                        </a:spcBef>
                        <a:spcAft>
                          <a:spcPts val="0"/>
                        </a:spcAft>
                        <a:buNone/>
                      </a:pPr>
                      <a:r>
                        <a:t/>
                      </a:r>
                      <a:endParaRPr sz="700" u="none" cap="none" strike="noStrike"/>
                    </a:p>
                    <a:p>
                      <a:pPr indent="0" lvl="0" marL="0" marR="0" rtl="0" algn="l">
                        <a:lnSpc>
                          <a:spcPct val="100000"/>
                        </a:lnSpc>
                        <a:spcBef>
                          <a:spcPts val="0"/>
                        </a:spcBef>
                        <a:spcAft>
                          <a:spcPts val="0"/>
                        </a:spcAft>
                        <a:buNone/>
                      </a:pPr>
                      <a:br>
                        <a:rPr b="1" lang="en" sz="700" u="none" cap="none" strike="noStrike"/>
                      </a:br>
                      <a:r>
                        <a:rPr b="1" i="0" lang="en" sz="1100" u="none" cap="none" strike="noStrike">
                          <a:solidFill>
                            <a:srgbClr val="000000"/>
                          </a:solidFill>
                          <a:latin typeface="Red Hat Text"/>
                          <a:ea typeface="Red Hat Text"/>
                          <a:cs typeface="Red Hat Text"/>
                          <a:sym typeface="Red Hat Text"/>
                        </a:rPr>
                        <a:t>OpenShift UI tools: OpenShift Dev Console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Provides an end-to-end developer experience in OpenShift, across all cloud platforms, for building, </a:t>
                      </a:r>
                      <a:br>
                        <a:rPr b="0" i="0" lang="en" sz="700" u="none" cap="none" strike="noStrike">
                          <a:solidFill>
                            <a:srgbClr val="000000"/>
                          </a:solidFill>
                          <a:latin typeface="Arial"/>
                          <a:ea typeface="Arial"/>
                          <a:cs typeface="Arial"/>
                          <a:sym typeface="Arial"/>
                        </a:rPr>
                      </a:br>
                      <a:r>
                        <a:rPr b="0" i="0" lang="en" sz="700" u="none" cap="none" strike="noStrike">
                          <a:solidFill>
                            <a:srgbClr val="000000"/>
                          </a:solidFill>
                          <a:latin typeface="Arial"/>
                          <a:ea typeface="Arial"/>
                          <a:cs typeface="Arial"/>
                          <a:sym typeface="Arial"/>
                        </a:rPr>
                        <a:t>deploying, and managing containerized applications and their related services.</a:t>
                      </a:r>
                      <a:endParaRPr sz="700" u="none" cap="none" strike="noStrike"/>
                    </a:p>
                    <a:p>
                      <a:pPr indent="0" lvl="0" marL="0" marR="0" rtl="0" algn="l">
                        <a:lnSpc>
                          <a:spcPct val="100000"/>
                        </a:lnSpc>
                        <a:spcBef>
                          <a:spcPts val="0"/>
                        </a:spcBef>
                        <a:spcAft>
                          <a:spcPts val="0"/>
                        </a:spcAft>
                        <a:buNone/>
                      </a:pPr>
                      <a:br>
                        <a:rPr b="1" lang="en" sz="700" u="none" cap="none" strike="noStrike"/>
                      </a:br>
                      <a:r>
                        <a:rPr b="1" i="0" lang="en" sz="1100" u="none" cap="none" strike="noStrike">
                          <a:solidFill>
                            <a:srgbClr val="000000"/>
                          </a:solidFill>
                          <a:latin typeface="Red Hat Text"/>
                          <a:ea typeface="Red Hat Text"/>
                          <a:cs typeface="Red Hat Text"/>
                          <a:sym typeface="Red Hat Text"/>
                        </a:rPr>
                        <a:t>Web Terminal </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Runs within the OpenShift Dev Console. It provides a command line interface, pre-loaded with developer-focused CLIs.</a:t>
                      </a:r>
                      <a:endParaRPr sz="700" u="none" cap="none" strike="noStrike"/>
                    </a:p>
                    <a:p>
                      <a:pPr indent="0" lvl="0" marL="0" marR="0" rtl="0" algn="l">
                        <a:lnSpc>
                          <a:spcPct val="100000"/>
                        </a:lnSpc>
                        <a:spcBef>
                          <a:spcPts val="0"/>
                        </a:spcBef>
                        <a:spcAft>
                          <a:spcPts val="0"/>
                        </a:spcAft>
                        <a:buNone/>
                      </a:pPr>
                      <a:br>
                        <a:rPr b="1" lang="en" sz="700" u="none" cap="none" strike="noStrike"/>
                      </a:br>
                      <a:r>
                        <a:rPr b="1" i="0" lang="en" sz="1100" u="none" cap="none" strike="noStrike">
                          <a:solidFill>
                            <a:srgbClr val="000000"/>
                          </a:solidFill>
                          <a:latin typeface="Red Hat Text"/>
                          <a:ea typeface="Red Hat Text"/>
                          <a:cs typeface="Red Hat Text"/>
                          <a:sym typeface="Red Hat Text"/>
                        </a:rPr>
                        <a:t>Helm</a:t>
                      </a:r>
                      <a:endParaRPr sz="1500"/>
                    </a:p>
                    <a:p>
                      <a:pPr indent="0" lvl="0" marL="0" marR="0" rtl="0" algn="l">
                        <a:lnSpc>
                          <a:spcPct val="100000"/>
                        </a:lnSpc>
                        <a:spcBef>
                          <a:spcPts val="0"/>
                        </a:spcBef>
                        <a:spcAft>
                          <a:spcPts val="0"/>
                        </a:spcAft>
                        <a:buNone/>
                      </a:pPr>
                      <a:r>
                        <a:rPr b="0" i="0" lang="en" sz="700" u="none" cap="none" strike="noStrike">
                          <a:solidFill>
                            <a:srgbClr val="000000"/>
                          </a:solidFill>
                          <a:latin typeface="Arial"/>
                          <a:ea typeface="Arial"/>
                          <a:cs typeface="Arial"/>
                          <a:sym typeface="Arial"/>
                        </a:rPr>
                        <a:t>is a package manager for Kubernetes. We provide support for that packaging in OpenShift, and a certified catalog </a:t>
                      </a:r>
                      <a:br>
                        <a:rPr b="0" i="0" lang="en" sz="700" u="none" cap="none" strike="noStrike">
                          <a:solidFill>
                            <a:srgbClr val="000000"/>
                          </a:solidFill>
                          <a:latin typeface="Arial"/>
                          <a:ea typeface="Arial"/>
                          <a:cs typeface="Arial"/>
                          <a:sym typeface="Arial"/>
                        </a:rPr>
                      </a:br>
                      <a:r>
                        <a:rPr b="0" i="0" lang="en" sz="700" u="none" cap="none" strike="noStrike">
                          <a:solidFill>
                            <a:srgbClr val="000000"/>
                          </a:solidFill>
                          <a:latin typeface="Arial"/>
                          <a:ea typeface="Arial"/>
                          <a:cs typeface="Arial"/>
                          <a:sym typeface="Arial"/>
                        </a:rPr>
                        <a:t>for developers to quickly create applications based on curated Helm charts.</a:t>
                      </a:r>
                      <a:endParaRPr sz="700" u="none" cap="none" strike="noStrike"/>
                    </a:p>
                    <a:p>
                      <a:pPr indent="0" lvl="0" marL="0" marR="0" rtl="0" algn="l">
                        <a:lnSpc>
                          <a:spcPct val="100000"/>
                        </a:lnSpc>
                        <a:spcBef>
                          <a:spcPts val="0"/>
                        </a:spcBef>
                        <a:spcAft>
                          <a:spcPts val="0"/>
                        </a:spcAft>
                        <a:buNone/>
                      </a:pPr>
                      <a:r>
                        <a:t/>
                      </a:r>
                      <a:endParaRPr sz="700" u="none" cap="none" strike="noStrike"/>
                    </a:p>
                  </a:txBody>
                  <a:tcPr marT="63500" marB="63500" marR="63475" marL="63475">
                    <a:lnL cap="flat" cmpd="sng" w="12700">
                      <a:solidFill>
                        <a:srgbClr val="FFFFFF">
                          <a:alpha val="0"/>
                        </a:srgbClr>
                      </a:solidFill>
                      <a:prstDash val="solid"/>
                      <a:round/>
                      <a:headEnd len="sm" w="sm" type="none"/>
                      <a:tailEnd len="sm" w="sm" type="none"/>
                    </a:lnL>
                    <a:lnR cap="flat" cmpd="sng" w="12700">
                      <a:solidFill>
                        <a:srgbClr val="FFFFFF">
                          <a:alpha val="0"/>
                        </a:srgbClr>
                      </a:solidFill>
                      <a:prstDash val="solid"/>
                      <a:round/>
                      <a:headEnd len="sm" w="sm" type="none"/>
                      <a:tailEnd len="sm" w="sm" type="none"/>
                    </a:lnR>
                    <a:lnT cap="flat" cmpd="sng" w="12700">
                      <a:solidFill>
                        <a:srgbClr val="FFFFFF">
                          <a:alpha val="0"/>
                        </a:srgbClr>
                      </a:solidFill>
                      <a:prstDash val="solid"/>
                      <a:round/>
                      <a:headEnd len="sm" w="sm" type="none"/>
                      <a:tailEnd len="sm" w="sm" type="none"/>
                    </a:lnT>
                    <a:lnB cap="flat" cmpd="sng" w="12700">
                      <a:solidFill>
                        <a:srgbClr val="FFFFFF">
                          <a:alpha val="0"/>
                        </a:srgbClr>
                      </a:solidFill>
                      <a:prstDash val="solid"/>
                      <a:round/>
                      <a:headEnd len="sm" w="sm" type="none"/>
                      <a:tailEnd len="sm" w="sm" type="none"/>
                    </a:lnB>
                  </a:tcPr>
                </a:tc>
              </a:tr>
            </a:tbl>
          </a:graphicData>
        </a:graphic>
      </p:graphicFrame>
      <p:grpSp>
        <p:nvGrpSpPr>
          <p:cNvPr id="5782" name="Google Shape;5782;p450"/>
          <p:cNvGrpSpPr/>
          <p:nvPr/>
        </p:nvGrpSpPr>
        <p:grpSpPr>
          <a:xfrm>
            <a:off x="2039257" y="3370818"/>
            <a:ext cx="375984" cy="290583"/>
            <a:chOff x="2073258" y="3684814"/>
            <a:chExt cx="376097" cy="290671"/>
          </a:xfrm>
        </p:grpSpPr>
        <p:pic>
          <p:nvPicPr>
            <p:cNvPr id="5783" name="Google Shape;5783;p450"/>
            <p:cNvPicPr preferRelativeResize="0"/>
            <p:nvPr/>
          </p:nvPicPr>
          <p:blipFill rotWithShape="1">
            <a:blip r:embed="rId10">
              <a:alphaModFix/>
            </a:blip>
            <a:srcRect b="0" l="0" r="0" t="0"/>
            <a:stretch/>
          </p:blipFill>
          <p:spPr>
            <a:xfrm>
              <a:off x="2073258" y="3760826"/>
              <a:ext cx="165565" cy="165565"/>
            </a:xfrm>
            <a:prstGeom prst="rect">
              <a:avLst/>
            </a:prstGeom>
            <a:noFill/>
            <a:ln>
              <a:noFill/>
            </a:ln>
          </p:spPr>
        </p:pic>
        <p:pic>
          <p:nvPicPr>
            <p:cNvPr id="5784" name="Google Shape;5784;p450"/>
            <p:cNvPicPr preferRelativeResize="0"/>
            <p:nvPr/>
          </p:nvPicPr>
          <p:blipFill rotWithShape="1">
            <a:blip r:embed="rId11">
              <a:alphaModFix/>
            </a:blip>
            <a:srcRect b="0" l="0" r="0" t="0"/>
            <a:stretch/>
          </p:blipFill>
          <p:spPr>
            <a:xfrm>
              <a:off x="2218335" y="3684814"/>
              <a:ext cx="165565" cy="165565"/>
            </a:xfrm>
            <a:prstGeom prst="rect">
              <a:avLst/>
            </a:prstGeom>
            <a:noFill/>
            <a:ln>
              <a:noFill/>
            </a:ln>
          </p:spPr>
        </p:pic>
        <p:pic>
          <p:nvPicPr>
            <p:cNvPr id="5785" name="Google Shape;5785;p450"/>
            <p:cNvPicPr preferRelativeResize="0"/>
            <p:nvPr/>
          </p:nvPicPr>
          <p:blipFill rotWithShape="1">
            <a:blip r:embed="rId12">
              <a:alphaModFix/>
            </a:blip>
            <a:srcRect b="0" l="0" r="0" t="0"/>
            <a:stretch/>
          </p:blipFill>
          <p:spPr>
            <a:xfrm>
              <a:off x="2283791" y="3820625"/>
              <a:ext cx="165564" cy="154860"/>
            </a:xfrm>
            <a:prstGeom prst="rect">
              <a:avLst/>
            </a:prstGeom>
            <a:noFill/>
            <a:ln>
              <a:noFill/>
            </a:ln>
          </p:spPr>
        </p:pic>
      </p:grpSp>
      <p:pic>
        <p:nvPicPr>
          <p:cNvPr id="5786" name="Google Shape;5786;p450"/>
          <p:cNvPicPr preferRelativeResize="0"/>
          <p:nvPr/>
        </p:nvPicPr>
        <p:blipFill rotWithShape="1">
          <a:blip r:embed="rId13">
            <a:alphaModFix/>
          </a:blip>
          <a:srcRect b="0" l="0" r="0" t="0"/>
          <a:stretch/>
        </p:blipFill>
        <p:spPr>
          <a:xfrm>
            <a:off x="6698319" y="2492477"/>
            <a:ext cx="400197" cy="423530"/>
          </a:xfrm>
          <a:prstGeom prst="rect">
            <a:avLst/>
          </a:prstGeom>
          <a:noFill/>
          <a:ln>
            <a:noFill/>
          </a:ln>
        </p:spPr>
      </p:pic>
      <p:pic>
        <p:nvPicPr>
          <p:cNvPr id="5787" name="Google Shape;5787;p450"/>
          <p:cNvPicPr preferRelativeResize="0"/>
          <p:nvPr/>
        </p:nvPicPr>
        <p:blipFill rotWithShape="1">
          <a:blip r:embed="rId14">
            <a:alphaModFix/>
          </a:blip>
          <a:srcRect b="0" l="0" r="0" t="0"/>
          <a:stretch/>
        </p:blipFill>
        <p:spPr>
          <a:xfrm>
            <a:off x="6706223" y="5909124"/>
            <a:ext cx="462572" cy="423316"/>
          </a:xfrm>
          <a:prstGeom prst="rect">
            <a:avLst/>
          </a:prstGeom>
          <a:noFill/>
          <a:ln>
            <a:noFill/>
          </a:ln>
        </p:spPr>
      </p:pic>
      <p:pic>
        <p:nvPicPr>
          <p:cNvPr id="5788" name="Google Shape;5788;p450"/>
          <p:cNvPicPr preferRelativeResize="0"/>
          <p:nvPr/>
        </p:nvPicPr>
        <p:blipFill rotWithShape="1">
          <a:blip r:embed="rId15">
            <a:alphaModFix/>
          </a:blip>
          <a:srcRect b="0" l="0" r="0" t="0"/>
          <a:stretch/>
        </p:blipFill>
        <p:spPr>
          <a:xfrm>
            <a:off x="6752554" y="3756773"/>
            <a:ext cx="291652" cy="434312"/>
          </a:xfrm>
          <a:prstGeom prst="rect">
            <a:avLst/>
          </a:prstGeom>
          <a:noFill/>
          <a:ln>
            <a:noFill/>
          </a:ln>
        </p:spPr>
      </p:pic>
      <p:pic>
        <p:nvPicPr>
          <p:cNvPr id="5789" name="Google Shape;5789;p450"/>
          <p:cNvPicPr preferRelativeResize="0"/>
          <p:nvPr/>
        </p:nvPicPr>
        <p:blipFill rotWithShape="1">
          <a:blip r:embed="rId16">
            <a:alphaModFix/>
          </a:blip>
          <a:srcRect b="140" l="0" r="0" t="140"/>
          <a:stretch/>
        </p:blipFill>
        <p:spPr>
          <a:xfrm>
            <a:off x="2082222" y="4654120"/>
            <a:ext cx="334987" cy="334986"/>
          </a:xfrm>
          <a:prstGeom prst="rect">
            <a:avLst/>
          </a:prstGeom>
          <a:noFill/>
          <a:ln>
            <a:noFill/>
          </a:ln>
        </p:spPr>
      </p:pic>
      <p:pic>
        <p:nvPicPr>
          <p:cNvPr id="5790" name="Google Shape;5790;p450"/>
          <p:cNvPicPr preferRelativeResize="0"/>
          <p:nvPr/>
        </p:nvPicPr>
        <p:blipFill rotWithShape="1">
          <a:blip r:embed="rId17">
            <a:alphaModFix/>
          </a:blip>
          <a:srcRect b="0" l="0" r="0" t="0"/>
          <a:stretch/>
        </p:blipFill>
        <p:spPr>
          <a:xfrm>
            <a:off x="2022737" y="5334083"/>
            <a:ext cx="457870" cy="157565"/>
          </a:xfrm>
          <a:prstGeom prst="rect">
            <a:avLst/>
          </a:prstGeom>
          <a:noFill/>
          <a:ln>
            <a:noFill/>
          </a:ln>
        </p:spPr>
      </p:pic>
      <p:pic>
        <p:nvPicPr>
          <p:cNvPr id="5791" name="Google Shape;5791;p450"/>
          <p:cNvPicPr preferRelativeResize="0"/>
          <p:nvPr/>
        </p:nvPicPr>
        <p:blipFill rotWithShape="1">
          <a:blip r:embed="rId18">
            <a:alphaModFix/>
          </a:blip>
          <a:srcRect b="0" l="0" r="0" t="0"/>
          <a:stretch/>
        </p:blipFill>
        <p:spPr>
          <a:xfrm>
            <a:off x="6745815" y="2091623"/>
            <a:ext cx="340069" cy="340069"/>
          </a:xfrm>
          <a:prstGeom prst="rect">
            <a:avLst/>
          </a:prstGeom>
          <a:noFill/>
          <a:ln>
            <a:noFill/>
          </a:ln>
        </p:spPr>
      </p:pic>
      <p:pic>
        <p:nvPicPr>
          <p:cNvPr id="5792" name="Google Shape;5792;p450"/>
          <p:cNvPicPr preferRelativeResize="0"/>
          <p:nvPr/>
        </p:nvPicPr>
        <p:blipFill rotWithShape="1">
          <a:blip r:embed="rId19">
            <a:alphaModFix/>
          </a:blip>
          <a:srcRect b="0" l="0" r="0" t="0"/>
          <a:stretch/>
        </p:blipFill>
        <p:spPr>
          <a:xfrm>
            <a:off x="303734" y="1557490"/>
            <a:ext cx="462576" cy="235625"/>
          </a:xfrm>
          <a:prstGeom prst="rect">
            <a:avLst/>
          </a:prstGeom>
          <a:noFill/>
          <a:ln>
            <a:noFill/>
          </a:ln>
        </p:spPr>
      </p:pic>
      <p:pic>
        <p:nvPicPr>
          <p:cNvPr id="5793" name="Google Shape;5793;p450"/>
          <p:cNvPicPr preferRelativeResize="0"/>
          <p:nvPr/>
        </p:nvPicPr>
        <p:blipFill rotWithShape="1">
          <a:blip r:embed="rId20">
            <a:alphaModFix/>
          </a:blip>
          <a:srcRect b="0" l="0" r="0" t="0"/>
          <a:stretch/>
        </p:blipFill>
        <p:spPr>
          <a:xfrm>
            <a:off x="2022748" y="2201331"/>
            <a:ext cx="446769" cy="225397"/>
          </a:xfrm>
          <a:prstGeom prst="rect">
            <a:avLst/>
          </a:prstGeom>
          <a:noFill/>
          <a:ln>
            <a:noFill/>
          </a:ln>
        </p:spPr>
      </p:pic>
      <p:pic>
        <p:nvPicPr>
          <p:cNvPr descr="OpenShift 4.2: Expanded Tools and Services for Developers" id="5794" name="Google Shape;5794;p450"/>
          <p:cNvPicPr preferRelativeResize="0"/>
          <p:nvPr/>
        </p:nvPicPr>
        <p:blipFill rotWithShape="1">
          <a:blip r:embed="rId21">
            <a:alphaModFix/>
          </a:blip>
          <a:srcRect b="0" l="0" r="0" t="0"/>
          <a:stretch/>
        </p:blipFill>
        <p:spPr>
          <a:xfrm>
            <a:off x="6680210" y="5142062"/>
            <a:ext cx="462577" cy="300410"/>
          </a:xfrm>
          <a:prstGeom prst="rect">
            <a:avLst/>
          </a:prstGeom>
          <a:noFill/>
          <a:ln>
            <a:noFill/>
          </a:ln>
        </p:spPr>
      </p:pic>
      <p:pic>
        <p:nvPicPr>
          <p:cNvPr id="5795" name="Google Shape;5795;p450"/>
          <p:cNvPicPr preferRelativeResize="0"/>
          <p:nvPr/>
        </p:nvPicPr>
        <p:blipFill rotWithShape="1">
          <a:blip r:embed="rId22">
            <a:alphaModFix/>
          </a:blip>
          <a:srcRect b="0" l="0" r="0" t="0"/>
          <a:stretch/>
        </p:blipFill>
        <p:spPr>
          <a:xfrm>
            <a:off x="6694408" y="5639254"/>
            <a:ext cx="462700" cy="178792"/>
          </a:xfrm>
          <a:prstGeom prst="rect">
            <a:avLst/>
          </a:prstGeom>
          <a:noFill/>
          <a:ln>
            <a:noFill/>
          </a:ln>
        </p:spPr>
      </p:pic>
      <p:grpSp>
        <p:nvGrpSpPr>
          <p:cNvPr id="5796" name="Google Shape;5796;p450"/>
          <p:cNvGrpSpPr/>
          <p:nvPr/>
        </p:nvGrpSpPr>
        <p:grpSpPr>
          <a:xfrm>
            <a:off x="378259" y="2966788"/>
            <a:ext cx="313634" cy="313762"/>
            <a:chOff x="1366049" y="1226725"/>
            <a:chExt cx="640200" cy="640200"/>
          </a:xfrm>
        </p:grpSpPr>
        <p:sp>
          <p:nvSpPr>
            <p:cNvPr id="5797" name="Google Shape;5797;p450"/>
            <p:cNvSpPr/>
            <p:nvPr/>
          </p:nvSpPr>
          <p:spPr>
            <a:xfrm>
              <a:off x="1366049" y="1226725"/>
              <a:ext cx="640200" cy="640200"/>
            </a:xfrm>
            <a:prstGeom prst="ellipse">
              <a:avLst/>
            </a:prstGeom>
            <a:solidFill>
              <a:srgbClr val="FFFFFF"/>
            </a:solidFill>
            <a:ln cap="flat" cmpd="sng" w="9525">
              <a:solidFill>
                <a:srgbClr val="D9D9D9"/>
              </a:solidFill>
              <a:prstDash val="solid"/>
              <a:round/>
              <a:headEnd len="sm" w="sm" type="none"/>
              <a:tailEnd len="sm" w="sm" type="none"/>
            </a:ln>
          </p:spPr>
          <p:txBody>
            <a:bodyPr anchorCtr="0" anchor="ctr" bIns="121875" lIns="121875" spcFirstLastPara="1" rIns="121875" wrap="square" tIns="121875">
              <a:noAutofit/>
            </a:bodyPr>
            <a:lstStyle/>
            <a:p>
              <a:pPr indent="0" lvl="0" marL="0" marR="0" rtl="0" algn="l">
                <a:spcBef>
                  <a:spcPts val="0"/>
                </a:spcBef>
                <a:spcAft>
                  <a:spcPts val="0"/>
                </a:spcAft>
                <a:buNone/>
              </a:pPr>
              <a:r>
                <a:t/>
              </a:r>
              <a:endParaRPr sz="1900">
                <a:solidFill>
                  <a:srgbClr val="000000"/>
                </a:solidFill>
                <a:latin typeface="Arial"/>
                <a:ea typeface="Arial"/>
                <a:cs typeface="Arial"/>
                <a:sym typeface="Arial"/>
              </a:endParaRPr>
            </a:p>
          </p:txBody>
        </p:sp>
        <p:pic>
          <p:nvPicPr>
            <p:cNvPr id="5798" name="Google Shape;5798;p450"/>
            <p:cNvPicPr preferRelativeResize="0"/>
            <p:nvPr/>
          </p:nvPicPr>
          <p:blipFill rotWithShape="1">
            <a:blip r:embed="rId23">
              <a:alphaModFix/>
            </a:blip>
            <a:srcRect b="0" l="0" r="0" t="0"/>
            <a:stretch/>
          </p:blipFill>
          <p:spPr>
            <a:xfrm>
              <a:off x="1462121" y="1339599"/>
              <a:ext cx="448056" cy="414451"/>
            </a:xfrm>
            <a:prstGeom prst="rect">
              <a:avLst/>
            </a:prstGeom>
            <a:noFill/>
            <a:ln>
              <a:noFill/>
            </a:ln>
          </p:spPr>
        </p:pic>
      </p:grpSp>
      <p:pic>
        <p:nvPicPr>
          <p:cNvPr id="5799" name="Google Shape;5799;p450"/>
          <p:cNvPicPr preferRelativeResize="0"/>
          <p:nvPr/>
        </p:nvPicPr>
        <p:blipFill>
          <a:blip r:embed="rId24">
            <a:alphaModFix/>
          </a:blip>
          <a:stretch>
            <a:fillRect/>
          </a:stretch>
        </p:blipFill>
        <p:spPr>
          <a:xfrm>
            <a:off x="2057300" y="2622595"/>
            <a:ext cx="340065" cy="340065"/>
          </a:xfrm>
          <a:prstGeom prst="rect">
            <a:avLst/>
          </a:prstGeom>
          <a:noFill/>
          <a:ln>
            <a:noFill/>
          </a:ln>
        </p:spPr>
      </p:pic>
      <p:grpSp>
        <p:nvGrpSpPr>
          <p:cNvPr id="5800" name="Google Shape;5800;p450"/>
          <p:cNvGrpSpPr/>
          <p:nvPr/>
        </p:nvGrpSpPr>
        <p:grpSpPr>
          <a:xfrm>
            <a:off x="6727553" y="3167595"/>
            <a:ext cx="375984" cy="290583"/>
            <a:chOff x="5662719" y="3142352"/>
            <a:chExt cx="376097" cy="290671"/>
          </a:xfrm>
        </p:grpSpPr>
        <p:pic>
          <p:nvPicPr>
            <p:cNvPr id="5801" name="Google Shape;5801;p450"/>
            <p:cNvPicPr preferRelativeResize="0"/>
            <p:nvPr/>
          </p:nvPicPr>
          <p:blipFill rotWithShape="1">
            <a:blip r:embed="rId10">
              <a:alphaModFix/>
            </a:blip>
            <a:srcRect b="0" l="0" r="0" t="0"/>
            <a:stretch/>
          </p:blipFill>
          <p:spPr>
            <a:xfrm>
              <a:off x="5662719" y="3218363"/>
              <a:ext cx="165565" cy="165565"/>
            </a:xfrm>
            <a:prstGeom prst="rect">
              <a:avLst/>
            </a:prstGeom>
            <a:noFill/>
            <a:ln>
              <a:noFill/>
            </a:ln>
          </p:spPr>
        </p:pic>
        <p:pic>
          <p:nvPicPr>
            <p:cNvPr id="5802" name="Google Shape;5802;p450"/>
            <p:cNvPicPr preferRelativeResize="0"/>
            <p:nvPr/>
          </p:nvPicPr>
          <p:blipFill rotWithShape="1">
            <a:blip r:embed="rId11">
              <a:alphaModFix/>
            </a:blip>
            <a:srcRect b="0" l="0" r="0" t="0"/>
            <a:stretch/>
          </p:blipFill>
          <p:spPr>
            <a:xfrm>
              <a:off x="5807795" y="3142352"/>
              <a:ext cx="165565" cy="165565"/>
            </a:xfrm>
            <a:prstGeom prst="rect">
              <a:avLst/>
            </a:prstGeom>
            <a:noFill/>
            <a:ln>
              <a:noFill/>
            </a:ln>
          </p:spPr>
        </p:pic>
        <p:pic>
          <p:nvPicPr>
            <p:cNvPr id="5803" name="Google Shape;5803;p450"/>
            <p:cNvPicPr preferRelativeResize="0"/>
            <p:nvPr/>
          </p:nvPicPr>
          <p:blipFill rotWithShape="1">
            <a:blip r:embed="rId12">
              <a:alphaModFix/>
            </a:blip>
            <a:srcRect b="0" l="0" r="0" t="0"/>
            <a:stretch/>
          </p:blipFill>
          <p:spPr>
            <a:xfrm>
              <a:off x="5873252" y="3278162"/>
              <a:ext cx="165564" cy="154860"/>
            </a:xfrm>
            <a:prstGeom prst="rect">
              <a:avLst/>
            </a:prstGeom>
            <a:noFill/>
            <a:ln>
              <a:noFill/>
            </a:ln>
          </p:spPr>
        </p:pic>
      </p:grpSp>
      <p:pic>
        <p:nvPicPr>
          <p:cNvPr id="5804" name="Google Shape;5804;p450"/>
          <p:cNvPicPr preferRelativeResize="0"/>
          <p:nvPr/>
        </p:nvPicPr>
        <p:blipFill rotWithShape="1">
          <a:blip r:embed="rId25">
            <a:alphaModFix/>
          </a:blip>
          <a:srcRect b="0" l="0" r="0" t="0"/>
          <a:stretch/>
        </p:blipFill>
        <p:spPr>
          <a:xfrm>
            <a:off x="2081593" y="1561958"/>
            <a:ext cx="291506" cy="338572"/>
          </a:xfrm>
          <a:prstGeom prst="rect">
            <a:avLst/>
          </a:prstGeom>
          <a:noFill/>
          <a:ln>
            <a:noFill/>
          </a:ln>
        </p:spPr>
      </p:pic>
      <p:pic>
        <p:nvPicPr>
          <p:cNvPr id="5805" name="Google Shape;5805;p450"/>
          <p:cNvPicPr preferRelativeResize="0"/>
          <p:nvPr/>
        </p:nvPicPr>
        <p:blipFill>
          <a:blip r:embed="rId26">
            <a:alphaModFix/>
          </a:blip>
          <a:stretch>
            <a:fillRect/>
          </a:stretch>
        </p:blipFill>
        <p:spPr>
          <a:xfrm>
            <a:off x="2114646" y="3943575"/>
            <a:ext cx="225394" cy="225394"/>
          </a:xfrm>
          <a:prstGeom prst="rect">
            <a:avLst/>
          </a:prstGeom>
          <a:noFill/>
          <a:ln>
            <a:noFill/>
          </a:ln>
        </p:spPr>
      </p:pic>
      <p:pic>
        <p:nvPicPr>
          <p:cNvPr id="5806" name="Google Shape;5806;p450"/>
          <p:cNvPicPr preferRelativeResize="0"/>
          <p:nvPr/>
        </p:nvPicPr>
        <p:blipFill>
          <a:blip r:embed="rId27">
            <a:alphaModFix/>
          </a:blip>
          <a:stretch>
            <a:fillRect/>
          </a:stretch>
        </p:blipFill>
        <p:spPr>
          <a:xfrm>
            <a:off x="2114671" y="4206500"/>
            <a:ext cx="225394" cy="225394"/>
          </a:xfrm>
          <a:prstGeom prst="rect">
            <a:avLst/>
          </a:prstGeom>
          <a:noFill/>
          <a:ln>
            <a:noFill/>
          </a:ln>
        </p:spPr>
      </p:pic>
      <p:pic>
        <p:nvPicPr>
          <p:cNvPr id="5807" name="Google Shape;5807;p450"/>
          <p:cNvPicPr preferRelativeResize="0"/>
          <p:nvPr/>
        </p:nvPicPr>
        <p:blipFill>
          <a:blip r:embed="rId28">
            <a:alphaModFix/>
          </a:blip>
          <a:stretch>
            <a:fillRect/>
          </a:stretch>
        </p:blipFill>
        <p:spPr>
          <a:xfrm>
            <a:off x="378239" y="4665767"/>
            <a:ext cx="313621" cy="325455"/>
          </a:xfrm>
          <a:prstGeom prst="rect">
            <a:avLst/>
          </a:prstGeom>
          <a:noFill/>
          <a:ln>
            <a:noFill/>
          </a:ln>
        </p:spPr>
      </p:pic>
      <p:pic>
        <p:nvPicPr>
          <p:cNvPr id="5808" name="Google Shape;5808;p450"/>
          <p:cNvPicPr preferRelativeResize="0"/>
          <p:nvPr/>
        </p:nvPicPr>
        <p:blipFill>
          <a:blip r:embed="rId28">
            <a:alphaModFix/>
          </a:blip>
          <a:stretch>
            <a:fillRect/>
          </a:stretch>
        </p:blipFill>
        <p:spPr>
          <a:xfrm>
            <a:off x="6780703" y="4525783"/>
            <a:ext cx="313621" cy="325455"/>
          </a:xfrm>
          <a:prstGeom prst="rect">
            <a:avLst/>
          </a:prstGeom>
          <a:noFill/>
          <a:ln>
            <a:noFill/>
          </a:ln>
        </p:spPr>
      </p:pic>
      <p:sp>
        <p:nvSpPr>
          <p:cNvPr id="5809" name="Google Shape;5809;p450"/>
          <p:cNvSpPr txBox="1"/>
          <p:nvPr>
            <p:ph type="title"/>
          </p:nvPr>
        </p:nvSpPr>
        <p:spPr>
          <a:xfrm>
            <a:off x="1770000" y="802525"/>
            <a:ext cx="10422000" cy="553200"/>
          </a:xfrm>
          <a:prstGeom prst="rect">
            <a:avLst/>
          </a:prstGeom>
          <a:solidFill>
            <a:schemeClr val="lt1"/>
          </a:solidFill>
        </p:spPr>
        <p:txBody>
          <a:bodyPr anchorCtr="0" anchor="t" bIns="0" lIns="0" spcFirstLastPara="1" rIns="0" wrap="square" tIns="0">
            <a:noAutofit/>
          </a:bodyPr>
          <a:lstStyle/>
          <a:p>
            <a:pPr indent="0" lvl="0" marL="0" rtl="0" algn="ctr">
              <a:spcBef>
                <a:spcPts val="0"/>
              </a:spcBef>
              <a:spcAft>
                <a:spcPts val="0"/>
              </a:spcAft>
              <a:buNone/>
            </a:pPr>
            <a:r>
              <a:rPr lang="en">
                <a:solidFill>
                  <a:schemeClr val="accent1"/>
                </a:solidFill>
              </a:rPr>
              <a:t>Extended capabilities for developer productivity</a:t>
            </a:r>
            <a:endParaRPr>
              <a:solidFill>
                <a:schemeClr val="accent1"/>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3" name="Shape 5813"/>
        <p:cNvGrpSpPr/>
        <p:nvPr/>
      </p:nvGrpSpPr>
      <p:grpSpPr>
        <a:xfrm>
          <a:off x="0" y="0"/>
          <a:ext cx="0" cy="0"/>
          <a:chOff x="0" y="0"/>
          <a:chExt cx="0" cy="0"/>
        </a:xfrm>
      </p:grpSpPr>
      <p:sp>
        <p:nvSpPr>
          <p:cNvPr id="5814" name="Google Shape;5814;p451"/>
          <p:cNvSpPr txBox="1"/>
          <p:nvPr>
            <p:ph idx="1" type="subTitle"/>
          </p:nvPr>
        </p:nvSpPr>
        <p:spPr>
          <a:xfrm>
            <a:off x="2083725" y="3008425"/>
            <a:ext cx="4146300" cy="1524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Red Hat is the world’s leading provider of enterprise open source software solutions. Award-winning support, training, and consulting services make </a:t>
            </a:r>
            <a:br>
              <a:rPr lang="en"/>
            </a:br>
            <a:r>
              <a:rPr lang="en"/>
              <a:t>Red Hat a trusted adviser to the Fortune 500. </a:t>
            </a:r>
            <a:endParaRPr/>
          </a:p>
        </p:txBody>
      </p:sp>
      <p:sp>
        <p:nvSpPr>
          <p:cNvPr id="5815" name="Google Shape;5815;p451"/>
          <p:cNvSpPr txBox="1"/>
          <p:nvPr>
            <p:ph type="title"/>
          </p:nvPr>
        </p:nvSpPr>
        <p:spPr>
          <a:xfrm>
            <a:off x="2083875" y="568625"/>
            <a:ext cx="4905000" cy="1985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Thank you</a:t>
            </a:r>
            <a:endParaRPr/>
          </a:p>
        </p:txBody>
      </p:sp>
      <p:sp>
        <p:nvSpPr>
          <p:cNvPr id="5816" name="Google Shape;5816;p45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20" name="Shape 5820"/>
        <p:cNvGrpSpPr/>
        <p:nvPr/>
      </p:nvGrpSpPr>
      <p:grpSpPr>
        <a:xfrm>
          <a:off x="0" y="0"/>
          <a:ext cx="0" cy="0"/>
          <a:chOff x="0" y="0"/>
          <a:chExt cx="0" cy="0"/>
        </a:xfrm>
      </p:grpSpPr>
      <p:sp>
        <p:nvSpPr>
          <p:cNvPr id="5821" name="Google Shape;5821;p452"/>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Features that have come out of Camel-k and moved to the core</a:t>
            </a:r>
            <a:endParaRPr/>
          </a:p>
        </p:txBody>
      </p:sp>
      <p:sp>
        <p:nvSpPr>
          <p:cNvPr id="5822" name="Google Shape;5822;p452"/>
          <p:cNvSpPr txBox="1"/>
          <p:nvPr>
            <p:ph idx="4" type="body"/>
          </p:nvPr>
        </p:nvSpPr>
        <p:spPr>
          <a:xfrm>
            <a:off x="808925" y="1757777"/>
            <a:ext cx="4937700" cy="3727200"/>
          </a:xfrm>
          <a:prstGeom prst="rect">
            <a:avLst/>
          </a:prstGeom>
        </p:spPr>
        <p:txBody>
          <a:bodyPr anchorCtr="0" anchor="t" bIns="0" lIns="0" spcFirstLastPara="1" rIns="0" wrap="square" tIns="0">
            <a:noAutofit/>
          </a:bodyPr>
          <a:lstStyle/>
          <a:p>
            <a:pPr indent="-393700" lvl="0" marL="609600" rtl="0" algn="l">
              <a:spcBef>
                <a:spcPts val="1100"/>
              </a:spcBef>
              <a:spcAft>
                <a:spcPts val="0"/>
              </a:spcAft>
              <a:buSzPts val="1400"/>
              <a:buChar char="▸"/>
            </a:pPr>
            <a:r>
              <a:rPr lang="en" sz="1400">
                <a:solidFill>
                  <a:schemeClr val="dk1"/>
                </a:solidFill>
              </a:rPr>
              <a:t>camel-jbang ( a lot of the low-code, quick run, prototype, export stuff) is inspired by camel-k, via its kamel run foo.yaml</a:t>
            </a:r>
            <a:endParaRPr sz="1400">
              <a:solidFill>
                <a:schemeClr val="dk1"/>
              </a:solidFill>
            </a:endParaRPr>
          </a:p>
          <a:p>
            <a:pPr indent="-393700" lvl="0" marL="609600" rtl="0" algn="l">
              <a:spcBef>
                <a:spcPts val="0"/>
              </a:spcBef>
              <a:spcAft>
                <a:spcPts val="0"/>
              </a:spcAft>
              <a:buSzPts val="1400"/>
              <a:buChar char="▸"/>
            </a:pPr>
            <a:r>
              <a:rPr lang="en" sz="1400"/>
              <a:t>kamelets</a:t>
            </a:r>
            <a:endParaRPr sz="1400"/>
          </a:p>
          <a:p>
            <a:pPr indent="-393700" lvl="0" marL="609600" rtl="0" algn="l">
              <a:spcBef>
                <a:spcPts val="0"/>
              </a:spcBef>
              <a:spcAft>
                <a:spcPts val="0"/>
              </a:spcAft>
              <a:buSzPts val="1400"/>
              <a:buChar char="▸"/>
            </a:pPr>
            <a:r>
              <a:rPr lang="en" sz="1400"/>
              <a:t>route-templates</a:t>
            </a:r>
            <a:endParaRPr sz="1400"/>
          </a:p>
          <a:p>
            <a:pPr indent="-393700" lvl="0" marL="609600" rtl="0" algn="l">
              <a:spcBef>
                <a:spcPts val="0"/>
              </a:spcBef>
              <a:spcAft>
                <a:spcPts val="0"/>
              </a:spcAft>
              <a:buSzPts val="1400"/>
              <a:buChar char="▸"/>
            </a:pPr>
            <a:r>
              <a:rPr lang="en" sz="1400"/>
              <a:t>bindings</a:t>
            </a:r>
            <a:endParaRPr sz="1400"/>
          </a:p>
          <a:p>
            <a:pPr indent="-393700" lvl="0" marL="609600" rtl="0" algn="l">
              <a:spcBef>
                <a:spcPts val="0"/>
              </a:spcBef>
              <a:spcAft>
                <a:spcPts val="0"/>
              </a:spcAft>
              <a:buSzPts val="1400"/>
              <a:buChar char="▸"/>
            </a:pPr>
            <a:r>
              <a:rPr lang="en" sz="1400"/>
              <a:t>yaml-dsl (also pipe yaml)</a:t>
            </a:r>
            <a:endParaRPr sz="1400"/>
          </a:p>
          <a:p>
            <a:pPr indent="-393700" lvl="0" marL="609600" rtl="0" algn="l">
              <a:spcBef>
                <a:spcPts val="0"/>
              </a:spcBef>
              <a:spcAft>
                <a:spcPts val="0"/>
              </a:spcAft>
              <a:buSzPts val="1400"/>
              <a:buChar char="▸"/>
            </a:pPr>
            <a:r>
              <a:rPr lang="en" sz="1400"/>
              <a:t>configuring beans in yaml-dsl</a:t>
            </a:r>
            <a:endParaRPr sz="1400"/>
          </a:p>
          <a:p>
            <a:pPr indent="-393700" lvl="0" marL="609600" rtl="0" algn="l">
              <a:spcBef>
                <a:spcPts val="0"/>
              </a:spcBef>
              <a:spcAft>
                <a:spcPts val="0"/>
              </a:spcAft>
              <a:buSzPts val="1400"/>
              <a:buChar char="▸"/>
            </a:pPr>
            <a:r>
              <a:rPr lang="en" sz="1400"/>
              <a:t>dynamic route-loader</a:t>
            </a:r>
            <a:endParaRPr sz="1400"/>
          </a:p>
          <a:p>
            <a:pPr indent="-393700" lvl="0" marL="609600" rtl="0" algn="l">
              <a:spcBef>
                <a:spcPts val="0"/>
              </a:spcBef>
              <a:spcAft>
                <a:spcPts val="0"/>
              </a:spcAft>
              <a:buSzPts val="1400"/>
              <a:buChar char="▸"/>
            </a:pPr>
            <a:r>
              <a:rPr lang="en" sz="1400"/>
              <a:t>improved health checks</a:t>
            </a:r>
            <a:endParaRPr sz="1400"/>
          </a:p>
          <a:p>
            <a:pPr indent="-393700" lvl="0" marL="609600" rtl="0" algn="l">
              <a:spcBef>
                <a:spcPts val="0"/>
              </a:spcBef>
              <a:spcAft>
                <a:spcPts val="0"/>
              </a:spcAft>
              <a:buSzPts val="1400"/>
              <a:buChar char="▸"/>
            </a:pPr>
            <a:r>
              <a:rPr lang="en" sz="1400"/>
              <a:t>java dsl compiled at runtime, so you can do hot-reload</a:t>
            </a:r>
            <a:endParaRPr sz="1400"/>
          </a:p>
          <a:p>
            <a:pPr indent="-393700" lvl="0" marL="609600" rtl="0" algn="l">
              <a:spcBef>
                <a:spcPts val="0"/>
              </a:spcBef>
              <a:spcAft>
                <a:spcPts val="0"/>
              </a:spcAft>
              <a:buSzPts val="1400"/>
              <a:buChar char="▸"/>
            </a:pPr>
            <a:r>
              <a:rPr lang="en" sz="1400"/>
              <a:t>more metadata in camel-catalog for tooling/build</a:t>
            </a:r>
            <a:endParaRPr sz="1400"/>
          </a:p>
          <a:p>
            <a:pPr indent="-393700" lvl="0" marL="609600" rtl="0" algn="l">
              <a:spcBef>
                <a:spcPts val="0"/>
              </a:spcBef>
              <a:spcAft>
                <a:spcPts val="0"/>
              </a:spcAft>
              <a:buSzPts val="1400"/>
              <a:buChar char="▸"/>
            </a:pPr>
            <a:r>
              <a:rPr lang="en" sz="1400"/>
              <a:t>camel-knative component</a:t>
            </a:r>
            <a:endParaRPr sz="1400"/>
          </a:p>
          <a:p>
            <a:pPr indent="-393700" lvl="0" marL="609600" rtl="0" algn="l">
              <a:spcBef>
                <a:spcPts val="0"/>
              </a:spcBef>
              <a:spcAft>
                <a:spcPts val="0"/>
              </a:spcAft>
              <a:buSzPts val="1400"/>
              <a:buChar char="▸"/>
            </a:pPr>
            <a:r>
              <a:rPr lang="en" sz="1400"/>
              <a:t>camel-webhook component</a:t>
            </a:r>
            <a:endParaRPr sz="1400"/>
          </a:p>
          <a:p>
            <a:pPr indent="-393700" lvl="0" marL="609600" rtl="0" algn="l">
              <a:spcBef>
                <a:spcPts val="0"/>
              </a:spcBef>
              <a:spcAft>
                <a:spcPts val="0"/>
              </a:spcAft>
              <a:buSzPts val="1400"/>
              <a:buChar char="▸"/>
            </a:pPr>
            <a:r>
              <a:rPr lang="en" sz="1400"/>
              <a:t>camel-cron component</a:t>
            </a:r>
            <a:endParaRPr sz="1400"/>
          </a:p>
          <a:p>
            <a:pPr indent="0" lvl="0" marL="609600" rtl="0" algn="l">
              <a:spcBef>
                <a:spcPts val="1100"/>
              </a:spcBef>
              <a:spcAft>
                <a:spcPts val="1100"/>
              </a:spcAft>
              <a:buNone/>
            </a:pPr>
            <a:r>
              <a:t/>
            </a:r>
            <a:endParaRPr sz="1400"/>
          </a:p>
        </p:txBody>
      </p:sp>
      <p:sp>
        <p:nvSpPr>
          <p:cNvPr id="5823" name="Google Shape;5823;p452"/>
          <p:cNvSpPr txBox="1"/>
          <p:nvPr>
            <p:ph idx="5" type="body"/>
          </p:nvPr>
        </p:nvSpPr>
        <p:spPr>
          <a:xfrm>
            <a:off x="6293225" y="1757775"/>
            <a:ext cx="4937700" cy="3727200"/>
          </a:xfrm>
          <a:prstGeom prst="rect">
            <a:avLst/>
          </a:prstGeom>
        </p:spPr>
        <p:txBody>
          <a:bodyPr anchorCtr="0" anchor="t" bIns="0" lIns="0" spcFirstLastPara="1" rIns="0" wrap="square" tIns="0">
            <a:noAutofit/>
          </a:bodyPr>
          <a:lstStyle/>
          <a:p>
            <a:pPr indent="-393700" lvl="0" marL="609600" rtl="0" algn="l">
              <a:spcBef>
                <a:spcPts val="1100"/>
              </a:spcBef>
              <a:spcAft>
                <a:spcPts val="0"/>
              </a:spcAft>
              <a:buSzPts val="1400"/>
              <a:buChar char="▸"/>
            </a:pPr>
            <a:r>
              <a:rPr lang="en" sz="1400">
                <a:solidFill>
                  <a:schemeClr val="dk1"/>
                </a:solidFill>
              </a:rPr>
              <a:t>camel-platform-http (to adapt to SB or Q) for embedded http server</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camel-kubernetes (support for configmap/secrets ala CK style)</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routes/kamelets can have "conditions" that allow to turn on/off parts based on runtime platform</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data-types </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camel-cloudevents</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exchange pooling (rhoc for low memory usage)</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camel-main (to have reusable camel startup with SB and Q)</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more robust and fault tolerant camel-kafka (rhoc)</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secret/configmap properties functions</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route builder interceptor</a:t>
            </a:r>
            <a:endParaRPr sz="1400">
              <a:solidFill>
                <a:schemeClr val="dk1"/>
              </a:solidFill>
            </a:endParaRPr>
          </a:p>
          <a:p>
            <a:pPr indent="-393700" lvl="0" marL="609600" rtl="0" algn="l">
              <a:spcBef>
                <a:spcPts val="0"/>
              </a:spcBef>
              <a:spcAft>
                <a:spcPts val="0"/>
              </a:spcAft>
              <a:buSzPts val="1400"/>
              <a:buChar char="▸"/>
            </a:pPr>
            <a:r>
              <a:rPr lang="en" sz="1400">
                <a:solidFill>
                  <a:schemeClr val="dk1"/>
                </a:solidFill>
              </a:rPr>
              <a:t>better supervised controller</a:t>
            </a:r>
            <a:endParaRPr sz="14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27" name="Shape 5827"/>
        <p:cNvGrpSpPr/>
        <p:nvPr/>
      </p:nvGrpSpPr>
      <p:grpSpPr>
        <a:xfrm>
          <a:off x="0" y="0"/>
          <a:ext cx="0" cy="0"/>
          <a:chOff x="0" y="0"/>
          <a:chExt cx="0" cy="0"/>
        </a:xfrm>
      </p:grpSpPr>
      <p:sp>
        <p:nvSpPr>
          <p:cNvPr id="5828" name="Google Shape;5828;p453"/>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Camel Pre-built Connectors</a:t>
            </a:r>
            <a:endParaRPr/>
          </a:p>
        </p:txBody>
      </p:sp>
      <p:sp>
        <p:nvSpPr>
          <p:cNvPr id="5829" name="Google Shape;5829;p45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830" name="Google Shape;5830;p453"/>
          <p:cNvSpPr txBox="1"/>
          <p:nvPr>
            <p:ph idx="4" type="body"/>
          </p:nvPr>
        </p:nvSpPr>
        <p:spPr>
          <a:xfrm>
            <a:off x="2290675" y="1985150"/>
            <a:ext cx="7315200" cy="44130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sz="1600">
                <a:latin typeface="Red Hat Text Medium"/>
                <a:ea typeface="Red Hat Text Medium"/>
                <a:cs typeface="Red Hat Text Medium"/>
                <a:sym typeface="Red Hat Text Medium"/>
              </a:rPr>
              <a:t>APIs</a:t>
            </a:r>
            <a:r>
              <a:rPr lang="en"/>
              <a:t> - REST, WS SOAP, OpenAPI, gRPC, Websocket, Webhook</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Common</a:t>
            </a:r>
            <a:r>
              <a:rPr lang="en"/>
              <a:t> - HTTP, Mail, Mock, Validator, Crypto</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DB / Storage</a:t>
            </a:r>
            <a:r>
              <a:rPr lang="en"/>
              <a:t> - SQL, JPA, JTA, JDBC, MyBatis, MinIO, </a:t>
            </a:r>
            <a:r>
              <a:rPr lang="en">
                <a:solidFill>
                  <a:schemeClr val="dk1"/>
                </a:solidFill>
              </a:rPr>
              <a:t>File, FTP</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AWS Services</a:t>
            </a:r>
            <a:r>
              <a:rPr lang="en"/>
              <a:t> - DynamoDB, Lambda, S3, SNS, SQS, …</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Azure Services</a:t>
            </a:r>
            <a:r>
              <a:rPr lang="en"/>
              <a:t> - Storage Blob, Storage Queue, Service Bus, …</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Google Services</a:t>
            </a:r>
            <a:r>
              <a:rPr lang="en"/>
              <a:t> - BigQuery, PubSub, …</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Scheduling</a:t>
            </a:r>
            <a:r>
              <a:rPr lang="en"/>
              <a:t> - Cron, Timer, Quartz, Scheduler</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Messaging</a:t>
            </a:r>
            <a:r>
              <a:rPr lang="en"/>
              <a:t> - JMS, AMQP, MQTT (Paho), </a:t>
            </a:r>
            <a:r>
              <a:rPr lang="en">
                <a:solidFill>
                  <a:schemeClr val="dk1"/>
                </a:solidFill>
              </a:rPr>
              <a:t>Kafka, </a:t>
            </a:r>
            <a:r>
              <a:rPr lang="en"/>
              <a:t>NATS, Slack, Telegram</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Monitoring</a:t>
            </a:r>
            <a:r>
              <a:rPr lang="en"/>
              <a:t> - Micrometer, Splunk, OpenTelemetry</a:t>
            </a:r>
            <a:endParaRPr/>
          </a:p>
          <a:p>
            <a:pPr indent="-317500" lvl="0" marL="457200" rtl="0" algn="l">
              <a:spcBef>
                <a:spcPts val="0"/>
              </a:spcBef>
              <a:spcAft>
                <a:spcPts val="0"/>
              </a:spcAft>
              <a:buSzPts val="1400"/>
              <a:buChar char="▸"/>
            </a:pPr>
            <a:r>
              <a:rPr lang="en" sz="1600">
                <a:latin typeface="Red Hat Text Medium"/>
                <a:ea typeface="Red Hat Text Medium"/>
                <a:cs typeface="Red Hat Text Medium"/>
                <a:sym typeface="Red Hat Text Medium"/>
              </a:rPr>
              <a:t>Caching</a:t>
            </a:r>
            <a:r>
              <a:rPr lang="en"/>
              <a:t> - Infinispan</a:t>
            </a:r>
            <a:endParaRPr/>
          </a:p>
          <a:p>
            <a:pPr indent="-317500" lvl="0" marL="457200" rtl="0" algn="l">
              <a:spcBef>
                <a:spcPts val="0"/>
              </a:spcBef>
              <a:spcAft>
                <a:spcPts val="0"/>
              </a:spcAft>
              <a:buSzPts val="1400"/>
              <a:buChar char="▸"/>
            </a:pPr>
            <a:r>
              <a:rPr lang="en" sz="1600">
                <a:solidFill>
                  <a:schemeClr val="dk1"/>
                </a:solidFill>
                <a:latin typeface="Red Hat Text Medium"/>
                <a:ea typeface="Red Hat Text Medium"/>
                <a:cs typeface="Red Hat Text Medium"/>
                <a:sym typeface="Red Hat Text Medium"/>
              </a:rPr>
              <a:t>Enterprise</a:t>
            </a:r>
            <a:r>
              <a:rPr lang="en">
                <a:solidFill>
                  <a:schemeClr val="dk1"/>
                </a:solidFill>
              </a:rPr>
              <a:t> - LDAP, Jira, SAP, Salesforce</a:t>
            </a:r>
            <a:endParaRPr/>
          </a:p>
        </p:txBody>
      </p:sp>
      <p:sp>
        <p:nvSpPr>
          <p:cNvPr id="5831" name="Google Shape;5831;p453"/>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Accelerate connecting between services and systems</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35" name="Shape 5835"/>
        <p:cNvGrpSpPr/>
        <p:nvPr/>
      </p:nvGrpSpPr>
      <p:grpSpPr>
        <a:xfrm>
          <a:off x="0" y="0"/>
          <a:ext cx="0" cy="0"/>
          <a:chOff x="0" y="0"/>
          <a:chExt cx="0" cy="0"/>
        </a:xfrm>
      </p:grpSpPr>
      <p:sp>
        <p:nvSpPr>
          <p:cNvPr id="5836" name="Google Shape;5836;p454"/>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837" name="Google Shape;5837;p454"/>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Key Capabilities of Camel</a:t>
            </a:r>
            <a:endParaRPr/>
          </a:p>
        </p:txBody>
      </p:sp>
      <p:sp>
        <p:nvSpPr>
          <p:cNvPr id="5838" name="Google Shape;5838;p45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5839" name="Google Shape;5839;p454"/>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43" name="Shape 5843"/>
        <p:cNvGrpSpPr/>
        <p:nvPr/>
      </p:nvGrpSpPr>
      <p:grpSpPr>
        <a:xfrm>
          <a:off x="0" y="0"/>
          <a:ext cx="0" cy="0"/>
          <a:chOff x="0" y="0"/>
          <a:chExt cx="0" cy="0"/>
        </a:xfrm>
      </p:grpSpPr>
      <p:sp>
        <p:nvSpPr>
          <p:cNvPr id="5844" name="Google Shape;5844;p45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latin typeface="Red Hat Text Medium"/>
                <a:ea typeface="Red Hat Text Medium"/>
                <a:cs typeface="Red Hat Text Medium"/>
                <a:sym typeface="Red Hat Text Medium"/>
              </a:rPr>
              <a:t>‹#›</a:t>
            </a:fld>
            <a:endParaRPr>
              <a:latin typeface="Red Hat Text Medium"/>
              <a:ea typeface="Red Hat Text Medium"/>
              <a:cs typeface="Red Hat Text Medium"/>
              <a:sym typeface="Red Hat Text Medium"/>
            </a:endParaRPr>
          </a:p>
        </p:txBody>
      </p:sp>
      <p:sp>
        <p:nvSpPr>
          <p:cNvPr id="5845" name="Google Shape;5845;p455"/>
          <p:cNvSpPr txBox="1"/>
          <p:nvPr/>
        </p:nvSpPr>
        <p:spPr>
          <a:xfrm>
            <a:off x="447775" y="1764800"/>
            <a:ext cx="3296700" cy="1613700"/>
          </a:xfrm>
          <a:prstGeom prst="rect">
            <a:avLst/>
          </a:prstGeom>
          <a:noFill/>
          <a:ln>
            <a:noFill/>
          </a:ln>
        </p:spPr>
        <p:txBody>
          <a:bodyPr anchorCtr="0" anchor="ctr" bIns="121900" lIns="121900" spcFirstLastPara="1" rIns="121900" wrap="square" tIns="121900">
            <a:noAutofit/>
          </a:bodyPr>
          <a:lstStyle/>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Framework addressing wide range of distributed application architectures</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Containers First</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Serverless characteristics</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Unified configuration</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Dev mode with live reload</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Kubernetes-native</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Hundreds of best-of-breed standard libraries</a:t>
            </a:r>
            <a:endParaRPr>
              <a:latin typeface="Red Hat Text"/>
              <a:ea typeface="Red Hat Text"/>
              <a:cs typeface="Red Hat Text"/>
              <a:sym typeface="Red Hat Text"/>
            </a:endParaRPr>
          </a:p>
        </p:txBody>
      </p:sp>
      <p:sp>
        <p:nvSpPr>
          <p:cNvPr id="5846" name="Google Shape;5846;p455"/>
          <p:cNvSpPr txBox="1"/>
          <p:nvPr>
            <p:ph idx="4294967295" type="title"/>
          </p:nvPr>
        </p:nvSpPr>
        <p:spPr>
          <a:xfrm>
            <a:off x="1752600" y="946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600"/>
              <a:t>Camel for Quarkus</a:t>
            </a:r>
            <a:endParaRPr sz="2600"/>
          </a:p>
          <a:p>
            <a:pPr indent="0" lvl="0" marL="0" rtl="0" algn="ctr">
              <a:spcBef>
                <a:spcPts val="0"/>
              </a:spcBef>
              <a:spcAft>
                <a:spcPts val="0"/>
              </a:spcAft>
              <a:buNone/>
            </a:pPr>
            <a:r>
              <a:t/>
            </a:r>
            <a:endParaRPr sz="2600"/>
          </a:p>
        </p:txBody>
      </p:sp>
      <p:pic>
        <p:nvPicPr>
          <p:cNvPr id="5847" name="Google Shape;5847;p455"/>
          <p:cNvPicPr preferRelativeResize="0"/>
          <p:nvPr/>
        </p:nvPicPr>
        <p:blipFill>
          <a:blip r:embed="rId3">
            <a:alphaModFix/>
          </a:blip>
          <a:stretch>
            <a:fillRect/>
          </a:stretch>
        </p:blipFill>
        <p:spPr>
          <a:xfrm>
            <a:off x="3560123" y="1701114"/>
            <a:ext cx="1555950" cy="1562875"/>
          </a:xfrm>
          <a:prstGeom prst="rect">
            <a:avLst/>
          </a:prstGeom>
          <a:noFill/>
          <a:ln>
            <a:noFill/>
          </a:ln>
        </p:spPr>
      </p:pic>
      <p:sp>
        <p:nvSpPr>
          <p:cNvPr id="5848" name="Google Shape;5848;p455"/>
          <p:cNvSpPr txBox="1"/>
          <p:nvPr/>
        </p:nvSpPr>
        <p:spPr>
          <a:xfrm>
            <a:off x="8533000" y="2923100"/>
            <a:ext cx="3567000" cy="2753700"/>
          </a:xfrm>
          <a:prstGeom prst="rect">
            <a:avLst/>
          </a:prstGeom>
          <a:noFill/>
          <a:ln>
            <a:noFill/>
          </a:ln>
        </p:spPr>
        <p:txBody>
          <a:bodyPr anchorCtr="0" anchor="ctr" bIns="121900" lIns="121900" spcFirstLastPara="1" rIns="121900" wrap="square" tIns="121900">
            <a:noAutofit/>
          </a:bodyPr>
          <a:lstStyle/>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Latest Camel v4 (lighter, faster)</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Container-based environments</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Flash boot time</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Minimal memory footprint</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Standalone &amp; OpenShift</a:t>
            </a:r>
            <a:endParaRPr>
              <a:solidFill>
                <a:schemeClr val="dk1"/>
              </a:solidFill>
              <a:latin typeface="Red Hat Text"/>
              <a:ea typeface="Red Hat Text"/>
              <a:cs typeface="Red Hat Text"/>
              <a:sym typeface="Red Hat Text"/>
            </a:endParaRPr>
          </a:p>
          <a:p>
            <a:pPr indent="-330200" lvl="0" marL="457200" rtl="0" algn="l">
              <a:lnSpc>
                <a:spcPct val="115000"/>
              </a:lnSpc>
              <a:spcBef>
                <a:spcPts val="0"/>
              </a:spcBef>
              <a:spcAft>
                <a:spcPts val="0"/>
              </a:spcAft>
              <a:buClr>
                <a:schemeClr val="accent1"/>
              </a:buClr>
              <a:buSzPts val="1600"/>
              <a:buFont typeface="Red Hat Text"/>
              <a:buChar char="▸"/>
            </a:pPr>
            <a:r>
              <a:rPr lang="en">
                <a:solidFill>
                  <a:schemeClr val="dk1"/>
                </a:solidFill>
                <a:latin typeface="Red Hat Text"/>
                <a:ea typeface="Red Hat Text"/>
                <a:cs typeface="Red Hat Text"/>
                <a:sym typeface="Red Hat Text"/>
              </a:rPr>
              <a:t>Highly advanced integrations</a:t>
            </a:r>
            <a:endParaRPr>
              <a:solidFill>
                <a:schemeClr val="dk1"/>
              </a:solidFill>
              <a:latin typeface="Red Hat Text"/>
              <a:ea typeface="Red Hat Text"/>
              <a:cs typeface="Red Hat Text"/>
              <a:sym typeface="Red Hat Text"/>
            </a:endParaRPr>
          </a:p>
          <a:p>
            <a:pPr indent="-330200" lvl="0" marL="457200" rtl="0" algn="l">
              <a:lnSpc>
                <a:spcPct val="115000"/>
              </a:lnSpc>
              <a:spcBef>
                <a:spcPts val="0"/>
              </a:spcBef>
              <a:spcAft>
                <a:spcPts val="0"/>
              </a:spcAft>
              <a:buClr>
                <a:schemeClr val="accent1"/>
              </a:buClr>
              <a:buSzPts val="1600"/>
              <a:buFont typeface="Red Hat Text"/>
              <a:buChar char="▸"/>
            </a:pPr>
            <a:r>
              <a:rPr lang="en">
                <a:solidFill>
                  <a:schemeClr val="dk1"/>
                </a:solidFill>
                <a:latin typeface="Red Hat Text"/>
                <a:ea typeface="Red Hat Text"/>
                <a:cs typeface="Red Hat Text"/>
                <a:sym typeface="Red Hat Text"/>
              </a:rPr>
              <a:t>Custom flows with full control</a:t>
            </a:r>
            <a:endParaRPr>
              <a:solidFill>
                <a:schemeClr val="dk1"/>
              </a:solidFill>
              <a:latin typeface="Red Hat Text"/>
              <a:ea typeface="Red Hat Text"/>
              <a:cs typeface="Red Hat Text"/>
              <a:sym typeface="Red Hat Text"/>
            </a:endParaRPr>
          </a:p>
          <a:p>
            <a:pPr indent="-330200" lvl="0" marL="457200" rtl="0" algn="l">
              <a:lnSpc>
                <a:spcPct val="115000"/>
              </a:lnSpc>
              <a:spcBef>
                <a:spcPts val="0"/>
              </a:spcBef>
              <a:spcAft>
                <a:spcPts val="0"/>
              </a:spcAft>
              <a:buClr>
                <a:schemeClr val="accent1"/>
              </a:buClr>
              <a:buSzPts val="1600"/>
              <a:buFont typeface="Red Hat Text"/>
              <a:buChar char="▸"/>
            </a:pPr>
            <a:r>
              <a:rPr lang="en">
                <a:solidFill>
                  <a:schemeClr val="dk1"/>
                </a:solidFill>
                <a:latin typeface="Red Hat Text"/>
                <a:ea typeface="Red Hat Text"/>
                <a:cs typeface="Red Hat Text"/>
                <a:sym typeface="Red Hat Text"/>
              </a:rPr>
              <a:t>Long-term support commitment</a:t>
            </a:r>
            <a:endParaRPr>
              <a:solidFill>
                <a:schemeClr val="dk1"/>
              </a:solidFill>
              <a:latin typeface="Red Hat Text"/>
              <a:ea typeface="Red Hat Text"/>
              <a:cs typeface="Red Hat Text"/>
              <a:sym typeface="Red Hat Text"/>
            </a:endParaRPr>
          </a:p>
        </p:txBody>
      </p:sp>
      <p:sp>
        <p:nvSpPr>
          <p:cNvPr id="5849" name="Google Shape;5849;p455"/>
          <p:cNvSpPr txBox="1"/>
          <p:nvPr/>
        </p:nvSpPr>
        <p:spPr>
          <a:xfrm>
            <a:off x="3560180" y="2996825"/>
            <a:ext cx="1555800" cy="4185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None/>
            </a:pPr>
            <a:r>
              <a:rPr b="1" lang="en">
                <a:solidFill>
                  <a:srgbClr val="FF0000"/>
                </a:solidFill>
                <a:latin typeface="Red Hat Display"/>
                <a:ea typeface="Red Hat Display"/>
                <a:cs typeface="Red Hat Display"/>
                <a:sym typeface="Red Hat Display"/>
              </a:rPr>
              <a:t>Quarkus</a:t>
            </a:r>
            <a:r>
              <a:rPr lang="en">
                <a:solidFill>
                  <a:srgbClr val="FF0000"/>
                </a:solidFill>
                <a:latin typeface="Red Hat Display"/>
                <a:ea typeface="Red Hat Display"/>
                <a:cs typeface="Red Hat Display"/>
                <a:sym typeface="Red Hat Display"/>
              </a:rPr>
              <a:t> </a:t>
            </a:r>
            <a:endParaRPr>
              <a:solidFill>
                <a:srgbClr val="FF0000"/>
              </a:solidFill>
              <a:latin typeface="Red Hat Display"/>
              <a:ea typeface="Red Hat Display"/>
              <a:cs typeface="Red Hat Display"/>
              <a:sym typeface="Red Hat Display"/>
            </a:endParaRPr>
          </a:p>
        </p:txBody>
      </p:sp>
      <p:sp>
        <p:nvSpPr>
          <p:cNvPr id="5850" name="Google Shape;5850;p455"/>
          <p:cNvSpPr txBox="1"/>
          <p:nvPr/>
        </p:nvSpPr>
        <p:spPr>
          <a:xfrm>
            <a:off x="447775" y="4286250"/>
            <a:ext cx="3160800" cy="1613700"/>
          </a:xfrm>
          <a:prstGeom prst="rect">
            <a:avLst/>
          </a:prstGeom>
          <a:noFill/>
          <a:ln>
            <a:noFill/>
          </a:ln>
        </p:spPr>
        <p:txBody>
          <a:bodyPr anchorCtr="0" anchor="ctr" bIns="121900" lIns="121900" spcFirstLastPara="1" rIns="121900" wrap="square" tIns="121900">
            <a:noAutofit/>
          </a:bodyPr>
          <a:lstStyle/>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Integration swiss knife</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Super lightweight</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rgbClr val="EE0000"/>
              </a:buClr>
              <a:buSzPts val="1400"/>
              <a:buFont typeface="Red Hat Display"/>
              <a:buChar char="▸"/>
            </a:pPr>
            <a:r>
              <a:rPr lang="en">
                <a:solidFill>
                  <a:schemeClr val="dk1"/>
                </a:solidFill>
                <a:latin typeface="Red Hat Text"/>
                <a:ea typeface="Red Hat Text"/>
                <a:cs typeface="Red Hat Text"/>
                <a:sym typeface="Red Hat Text"/>
              </a:rPr>
              <a:t>Connectors</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Most popular Integration </a:t>
            </a:r>
            <a:endParaRPr>
              <a:latin typeface="Red Hat Text"/>
              <a:ea typeface="Red Hat Text"/>
              <a:cs typeface="Red Hat Text"/>
              <a:sym typeface="Red Hat Text"/>
            </a:endParaRPr>
          </a:p>
          <a:p>
            <a:pPr indent="0" lvl="0" marL="457200" marR="0" rtl="0" algn="l">
              <a:lnSpc>
                <a:spcPct val="115000"/>
              </a:lnSpc>
              <a:spcBef>
                <a:spcPts val="0"/>
              </a:spcBef>
              <a:spcAft>
                <a:spcPts val="0"/>
              </a:spcAft>
              <a:buNone/>
            </a:pPr>
            <a:r>
              <a:rPr lang="en">
                <a:latin typeface="Red Hat Text"/>
                <a:ea typeface="Red Hat Text"/>
                <a:cs typeface="Red Hat Text"/>
                <a:sym typeface="Red Hat Text"/>
              </a:rPr>
              <a:t>Framework</a:t>
            </a:r>
            <a:endParaRPr>
              <a:solidFill>
                <a:schemeClr val="accent6"/>
              </a:solidFill>
              <a:latin typeface="Red Hat Text"/>
              <a:ea typeface="Red Hat Text"/>
              <a:cs typeface="Red Hat Text"/>
              <a:sym typeface="Red Hat Text"/>
            </a:endParaRPr>
          </a:p>
        </p:txBody>
      </p:sp>
      <p:sp>
        <p:nvSpPr>
          <p:cNvPr id="5851" name="Google Shape;5851;p455"/>
          <p:cNvSpPr txBox="1"/>
          <p:nvPr/>
        </p:nvSpPr>
        <p:spPr>
          <a:xfrm>
            <a:off x="3560180" y="5415231"/>
            <a:ext cx="1555800" cy="4185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None/>
            </a:pPr>
            <a:r>
              <a:rPr b="1" lang="en">
                <a:solidFill>
                  <a:srgbClr val="FF0000"/>
                </a:solidFill>
                <a:latin typeface="Red Hat Display"/>
                <a:ea typeface="Red Hat Display"/>
                <a:cs typeface="Red Hat Display"/>
                <a:sym typeface="Red Hat Display"/>
              </a:rPr>
              <a:t>Camel</a:t>
            </a:r>
            <a:r>
              <a:rPr lang="en">
                <a:solidFill>
                  <a:srgbClr val="FF0000"/>
                </a:solidFill>
                <a:latin typeface="Red Hat Display"/>
                <a:ea typeface="Red Hat Display"/>
                <a:cs typeface="Red Hat Display"/>
                <a:sym typeface="Red Hat Display"/>
              </a:rPr>
              <a:t> </a:t>
            </a:r>
            <a:endParaRPr>
              <a:solidFill>
                <a:srgbClr val="FF0000"/>
              </a:solidFill>
              <a:latin typeface="Red Hat Display"/>
              <a:ea typeface="Red Hat Display"/>
              <a:cs typeface="Red Hat Display"/>
              <a:sym typeface="Red Hat Display"/>
            </a:endParaRPr>
          </a:p>
        </p:txBody>
      </p:sp>
      <p:grpSp>
        <p:nvGrpSpPr>
          <p:cNvPr id="5852" name="Google Shape;5852;p455"/>
          <p:cNvGrpSpPr/>
          <p:nvPr/>
        </p:nvGrpSpPr>
        <p:grpSpPr>
          <a:xfrm>
            <a:off x="6521925" y="2809539"/>
            <a:ext cx="2163448" cy="1562875"/>
            <a:chOff x="5668363" y="2115402"/>
            <a:chExt cx="2163448" cy="1562875"/>
          </a:xfrm>
        </p:grpSpPr>
        <p:pic>
          <p:nvPicPr>
            <p:cNvPr id="5853" name="Google Shape;5853;p455"/>
            <p:cNvPicPr preferRelativeResize="0"/>
            <p:nvPr/>
          </p:nvPicPr>
          <p:blipFill>
            <a:blip r:embed="rId3">
              <a:alphaModFix/>
            </a:blip>
            <a:stretch>
              <a:fillRect/>
            </a:stretch>
          </p:blipFill>
          <p:spPr>
            <a:xfrm>
              <a:off x="6275861" y="2115402"/>
              <a:ext cx="1555950" cy="1562875"/>
            </a:xfrm>
            <a:prstGeom prst="rect">
              <a:avLst/>
            </a:prstGeom>
            <a:noFill/>
            <a:ln>
              <a:noFill/>
            </a:ln>
          </p:spPr>
        </p:pic>
        <p:pic>
          <p:nvPicPr>
            <p:cNvPr id="5854" name="Google Shape;5854;p455"/>
            <p:cNvPicPr preferRelativeResize="0"/>
            <p:nvPr/>
          </p:nvPicPr>
          <p:blipFill>
            <a:blip r:embed="rId4">
              <a:alphaModFix/>
            </a:blip>
            <a:stretch>
              <a:fillRect/>
            </a:stretch>
          </p:blipFill>
          <p:spPr>
            <a:xfrm>
              <a:off x="5668363" y="2358363"/>
              <a:ext cx="1067825" cy="1067825"/>
            </a:xfrm>
            <a:prstGeom prst="rect">
              <a:avLst/>
            </a:prstGeom>
            <a:noFill/>
            <a:ln>
              <a:noFill/>
            </a:ln>
          </p:spPr>
        </p:pic>
      </p:grpSp>
      <p:sp>
        <p:nvSpPr>
          <p:cNvPr id="5855" name="Google Shape;5855;p455"/>
          <p:cNvSpPr txBox="1"/>
          <p:nvPr/>
        </p:nvSpPr>
        <p:spPr>
          <a:xfrm>
            <a:off x="6749555" y="4207318"/>
            <a:ext cx="1555800" cy="4185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None/>
            </a:pPr>
            <a:r>
              <a:rPr b="1" lang="en">
                <a:solidFill>
                  <a:srgbClr val="FF0000"/>
                </a:solidFill>
                <a:latin typeface="Red Hat Display"/>
                <a:ea typeface="Red Hat Display"/>
                <a:cs typeface="Red Hat Display"/>
                <a:sym typeface="Red Hat Display"/>
              </a:rPr>
              <a:t>Camel for Quarkus</a:t>
            </a:r>
            <a:r>
              <a:rPr lang="en">
                <a:solidFill>
                  <a:srgbClr val="FF0000"/>
                </a:solidFill>
                <a:latin typeface="Red Hat Display"/>
                <a:ea typeface="Red Hat Display"/>
                <a:cs typeface="Red Hat Display"/>
                <a:sym typeface="Red Hat Display"/>
              </a:rPr>
              <a:t> </a:t>
            </a:r>
            <a:endParaRPr>
              <a:solidFill>
                <a:srgbClr val="FF0000"/>
              </a:solidFill>
              <a:latin typeface="Red Hat Display"/>
              <a:ea typeface="Red Hat Display"/>
              <a:cs typeface="Red Hat Display"/>
              <a:sym typeface="Red Hat Display"/>
            </a:endParaRPr>
          </a:p>
        </p:txBody>
      </p:sp>
      <p:cxnSp>
        <p:nvCxnSpPr>
          <p:cNvPr id="5856" name="Google Shape;5856;p455"/>
          <p:cNvCxnSpPr/>
          <p:nvPr/>
        </p:nvCxnSpPr>
        <p:spPr>
          <a:xfrm>
            <a:off x="5120198" y="2482623"/>
            <a:ext cx="928200" cy="1104900"/>
          </a:xfrm>
          <a:prstGeom prst="curvedConnector3">
            <a:avLst>
              <a:gd fmla="val 50000" name="adj1"/>
            </a:avLst>
          </a:prstGeom>
          <a:noFill/>
          <a:ln cap="flat" cmpd="sng" w="152400">
            <a:solidFill>
              <a:schemeClr val="dk2"/>
            </a:solidFill>
            <a:prstDash val="solid"/>
            <a:round/>
            <a:headEnd len="med" w="med" type="none"/>
            <a:tailEnd len="med" w="med" type="none"/>
          </a:ln>
        </p:spPr>
      </p:cxnSp>
      <p:grpSp>
        <p:nvGrpSpPr>
          <p:cNvPr id="5857" name="Google Shape;5857;p455"/>
          <p:cNvGrpSpPr/>
          <p:nvPr/>
        </p:nvGrpSpPr>
        <p:grpSpPr>
          <a:xfrm>
            <a:off x="3804163" y="4263125"/>
            <a:ext cx="1333700" cy="1239600"/>
            <a:chOff x="3733400" y="4080800"/>
            <a:chExt cx="1333700" cy="1239600"/>
          </a:xfrm>
        </p:grpSpPr>
        <p:pic>
          <p:nvPicPr>
            <p:cNvPr id="5858" name="Google Shape;5858;p455"/>
            <p:cNvPicPr preferRelativeResize="0"/>
            <p:nvPr/>
          </p:nvPicPr>
          <p:blipFill>
            <a:blip r:embed="rId4">
              <a:alphaModFix/>
            </a:blip>
            <a:stretch>
              <a:fillRect/>
            </a:stretch>
          </p:blipFill>
          <p:spPr>
            <a:xfrm>
              <a:off x="3733400" y="4161400"/>
              <a:ext cx="1067825" cy="1067825"/>
            </a:xfrm>
            <a:prstGeom prst="rect">
              <a:avLst/>
            </a:prstGeom>
            <a:noFill/>
            <a:ln>
              <a:noFill/>
            </a:ln>
          </p:spPr>
        </p:pic>
        <p:sp>
          <p:nvSpPr>
            <p:cNvPr id="5859" name="Google Shape;5859;p455"/>
            <p:cNvSpPr/>
            <p:nvPr/>
          </p:nvSpPr>
          <p:spPr>
            <a:xfrm>
              <a:off x="4987000" y="4080800"/>
              <a:ext cx="80100" cy="123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60" name="Google Shape;5860;p455"/>
          <p:cNvCxnSpPr/>
          <p:nvPr/>
        </p:nvCxnSpPr>
        <p:spPr>
          <a:xfrm flipH="1" rot="10800000">
            <a:off x="5132760" y="3587525"/>
            <a:ext cx="915600" cy="1295400"/>
          </a:xfrm>
          <a:prstGeom prst="curvedConnector3">
            <a:avLst>
              <a:gd fmla="val 50000" name="adj1"/>
            </a:avLst>
          </a:prstGeom>
          <a:noFill/>
          <a:ln cap="flat" cmpd="sng" w="152400">
            <a:solidFill>
              <a:schemeClr val="dk2"/>
            </a:solidFill>
            <a:prstDash val="solid"/>
            <a:round/>
            <a:headEnd len="med" w="med" type="none"/>
            <a:tailEnd len="med" w="med" type="none"/>
          </a:ln>
        </p:spPr>
      </p:cxnSp>
      <p:grpSp>
        <p:nvGrpSpPr>
          <p:cNvPr id="5861" name="Google Shape;5861;p455"/>
          <p:cNvGrpSpPr/>
          <p:nvPr/>
        </p:nvGrpSpPr>
        <p:grpSpPr>
          <a:xfrm>
            <a:off x="5918388" y="2967725"/>
            <a:ext cx="424500" cy="1239600"/>
            <a:chOff x="7447825" y="2709200"/>
            <a:chExt cx="424500" cy="1239600"/>
          </a:xfrm>
        </p:grpSpPr>
        <p:sp>
          <p:nvSpPr>
            <p:cNvPr id="5862" name="Google Shape;5862;p455"/>
            <p:cNvSpPr/>
            <p:nvPr/>
          </p:nvSpPr>
          <p:spPr>
            <a:xfrm>
              <a:off x="7577800" y="2709200"/>
              <a:ext cx="80100" cy="123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3" name="Google Shape;5863;p455"/>
            <p:cNvSpPr/>
            <p:nvPr/>
          </p:nvSpPr>
          <p:spPr>
            <a:xfrm>
              <a:off x="7447825" y="3186113"/>
              <a:ext cx="424500" cy="285600"/>
            </a:xfrm>
            <a:prstGeom prst="rightArrow">
              <a:avLst>
                <a:gd fmla="val 50000" name="adj1"/>
                <a:gd fmla="val 9654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64" name="Google Shape;5864;p455"/>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APPLICATION FOUNDATIONS</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68" name="Shape 5868"/>
        <p:cNvGrpSpPr/>
        <p:nvPr/>
      </p:nvGrpSpPr>
      <p:grpSpPr>
        <a:xfrm>
          <a:off x="0" y="0"/>
          <a:ext cx="0" cy="0"/>
          <a:chOff x="0" y="0"/>
          <a:chExt cx="0" cy="0"/>
        </a:xfrm>
      </p:grpSpPr>
      <p:pic>
        <p:nvPicPr>
          <p:cNvPr id="5869" name="Google Shape;5869;p456"/>
          <p:cNvPicPr preferRelativeResize="0"/>
          <p:nvPr/>
        </p:nvPicPr>
        <p:blipFill>
          <a:blip r:embed="rId3">
            <a:alphaModFix/>
          </a:blip>
          <a:stretch>
            <a:fillRect/>
          </a:stretch>
        </p:blipFill>
        <p:spPr>
          <a:xfrm>
            <a:off x="7335250" y="2998449"/>
            <a:ext cx="1175927" cy="1175950"/>
          </a:xfrm>
          <a:prstGeom prst="rect">
            <a:avLst/>
          </a:prstGeom>
          <a:noFill/>
          <a:ln>
            <a:noFill/>
          </a:ln>
        </p:spPr>
      </p:pic>
      <p:sp>
        <p:nvSpPr>
          <p:cNvPr id="5870" name="Google Shape;5870;p45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latin typeface="Red Hat Text Medium"/>
                <a:ea typeface="Red Hat Text Medium"/>
                <a:cs typeface="Red Hat Text Medium"/>
                <a:sym typeface="Red Hat Text Medium"/>
              </a:rPr>
              <a:t>‹#›</a:t>
            </a:fld>
            <a:endParaRPr>
              <a:latin typeface="Red Hat Text Medium"/>
              <a:ea typeface="Red Hat Text Medium"/>
              <a:cs typeface="Red Hat Text Medium"/>
              <a:sym typeface="Red Hat Text Medium"/>
            </a:endParaRPr>
          </a:p>
        </p:txBody>
      </p:sp>
      <p:sp>
        <p:nvSpPr>
          <p:cNvPr id="5871" name="Google Shape;5871;p456"/>
          <p:cNvSpPr txBox="1"/>
          <p:nvPr/>
        </p:nvSpPr>
        <p:spPr>
          <a:xfrm>
            <a:off x="447775" y="1764800"/>
            <a:ext cx="3296700" cy="1613700"/>
          </a:xfrm>
          <a:prstGeom prst="rect">
            <a:avLst/>
          </a:prstGeom>
          <a:noFill/>
          <a:ln>
            <a:noFill/>
          </a:ln>
        </p:spPr>
        <p:txBody>
          <a:bodyPr anchorCtr="0" anchor="ctr" bIns="121900" lIns="121900" spcFirstLastPara="1" rIns="121900" wrap="square" tIns="121900">
            <a:noAutofit/>
          </a:bodyPr>
          <a:lstStyle/>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World's most popular java framework</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Focus on speed, simplicity and productivity</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For stand-alone Spring applications</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Opinionated with simplified build configuration</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Many out of the box solutions</a:t>
            </a:r>
            <a:endParaRPr>
              <a:latin typeface="Red Hat Text"/>
              <a:ea typeface="Red Hat Text"/>
              <a:cs typeface="Red Hat Text"/>
              <a:sym typeface="Red Hat Text"/>
            </a:endParaRPr>
          </a:p>
        </p:txBody>
      </p:sp>
      <p:sp>
        <p:nvSpPr>
          <p:cNvPr id="5872" name="Google Shape;5872;p456"/>
          <p:cNvSpPr txBox="1"/>
          <p:nvPr>
            <p:ph idx="4294967295" type="title"/>
          </p:nvPr>
        </p:nvSpPr>
        <p:spPr>
          <a:xfrm>
            <a:off x="1752600" y="946000"/>
            <a:ext cx="8686800" cy="967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600"/>
              <a:t>Camel for Spring Boot</a:t>
            </a:r>
            <a:endParaRPr sz="2600"/>
          </a:p>
          <a:p>
            <a:pPr indent="0" lvl="0" marL="0" rtl="0" algn="ctr">
              <a:spcBef>
                <a:spcPts val="0"/>
              </a:spcBef>
              <a:spcAft>
                <a:spcPts val="0"/>
              </a:spcAft>
              <a:buNone/>
            </a:pPr>
            <a:r>
              <a:t/>
            </a:r>
            <a:endParaRPr sz="2600"/>
          </a:p>
        </p:txBody>
      </p:sp>
      <p:sp>
        <p:nvSpPr>
          <p:cNvPr id="5873" name="Google Shape;5873;p456"/>
          <p:cNvSpPr txBox="1"/>
          <p:nvPr/>
        </p:nvSpPr>
        <p:spPr>
          <a:xfrm>
            <a:off x="8533000" y="2923100"/>
            <a:ext cx="3575700" cy="1613700"/>
          </a:xfrm>
          <a:prstGeom prst="rect">
            <a:avLst/>
          </a:prstGeom>
          <a:noFill/>
          <a:ln>
            <a:noFill/>
          </a:ln>
        </p:spPr>
        <p:txBody>
          <a:bodyPr anchorCtr="0" anchor="ctr" bIns="121900" lIns="121900" spcFirstLastPara="1" rIns="121900" wrap="square" tIns="121900">
            <a:noAutofit/>
          </a:bodyPr>
          <a:lstStyle/>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Latest Camel v4 (lighter, faster)</a:t>
            </a:r>
            <a:endParaRPr>
              <a:latin typeface="Red Hat Text"/>
              <a:ea typeface="Red Hat Text"/>
              <a:cs typeface="Red Hat Text"/>
              <a:sym typeface="Red Hat Text"/>
            </a:endParaRPr>
          </a:p>
          <a:p>
            <a:pPr indent="-330200" lvl="0" marL="457200" rtl="0" algn="l">
              <a:lnSpc>
                <a:spcPct val="115000"/>
              </a:lnSpc>
              <a:spcBef>
                <a:spcPts val="0"/>
              </a:spcBef>
              <a:spcAft>
                <a:spcPts val="0"/>
              </a:spcAft>
              <a:buClr>
                <a:srgbClr val="EE0000"/>
              </a:buClr>
              <a:buSzPts val="1600"/>
              <a:buFont typeface="Red Hat Text"/>
              <a:buChar char="▸"/>
            </a:pPr>
            <a:r>
              <a:rPr lang="en">
                <a:solidFill>
                  <a:schemeClr val="dk1"/>
                </a:solidFill>
                <a:latin typeface="Red Hat Text"/>
                <a:ea typeface="Red Hat Text"/>
                <a:cs typeface="Red Hat Text"/>
                <a:sym typeface="Red Hat Text"/>
              </a:rPr>
              <a:t>Container-based environments</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Camel context with automatic detection of Camel routes</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Auto-configuration of Camel components</a:t>
            </a:r>
            <a:endParaRPr>
              <a:latin typeface="Red Hat Text"/>
              <a:ea typeface="Red Hat Text"/>
              <a:cs typeface="Red Hat Text"/>
              <a:sym typeface="Red Hat Text"/>
            </a:endParaRPr>
          </a:p>
          <a:p>
            <a:pPr indent="-330200" lvl="0" marL="457200" marR="0" rtl="0" algn="l">
              <a:lnSpc>
                <a:spcPct val="115000"/>
              </a:lnSpc>
              <a:spcBef>
                <a:spcPts val="0"/>
              </a:spcBef>
              <a:spcAft>
                <a:spcPts val="0"/>
              </a:spcAft>
              <a:buClr>
                <a:srgbClr val="EE0000"/>
              </a:buClr>
              <a:buSzPts val="1600"/>
              <a:buFont typeface="Red Hat Text"/>
              <a:buChar char="▸"/>
            </a:pPr>
            <a:r>
              <a:rPr lang="en">
                <a:latin typeface="Red Hat Text"/>
                <a:ea typeface="Red Hat Text"/>
                <a:cs typeface="Red Hat Text"/>
                <a:sym typeface="Red Hat Text"/>
              </a:rPr>
              <a:t>Starters for many Camel pre-built components</a:t>
            </a:r>
            <a:endParaRPr>
              <a:latin typeface="Red Hat Text"/>
              <a:ea typeface="Red Hat Text"/>
              <a:cs typeface="Red Hat Text"/>
              <a:sym typeface="Red Hat Text"/>
            </a:endParaRPr>
          </a:p>
          <a:p>
            <a:pPr indent="-330200" lvl="0" marL="457200" rtl="0" algn="l">
              <a:lnSpc>
                <a:spcPct val="115000"/>
              </a:lnSpc>
              <a:spcBef>
                <a:spcPts val="0"/>
              </a:spcBef>
              <a:spcAft>
                <a:spcPts val="0"/>
              </a:spcAft>
              <a:buClr>
                <a:srgbClr val="EE0000"/>
              </a:buClr>
              <a:buSzPts val="1600"/>
              <a:buFont typeface="Red Hat Text"/>
              <a:buChar char="▸"/>
            </a:pPr>
            <a:r>
              <a:rPr lang="en">
                <a:solidFill>
                  <a:schemeClr val="dk1"/>
                </a:solidFill>
                <a:latin typeface="Red Hat Text"/>
                <a:ea typeface="Red Hat Text"/>
                <a:cs typeface="Red Hat Text"/>
                <a:sym typeface="Red Hat Text"/>
              </a:rPr>
              <a:t>Highly advanced integrations</a:t>
            </a:r>
            <a:endParaRPr>
              <a:solidFill>
                <a:schemeClr val="dk1"/>
              </a:solidFill>
              <a:latin typeface="Red Hat Text"/>
              <a:ea typeface="Red Hat Text"/>
              <a:cs typeface="Red Hat Text"/>
              <a:sym typeface="Red Hat Text"/>
            </a:endParaRPr>
          </a:p>
          <a:p>
            <a:pPr indent="-330200" lvl="0" marL="457200" rtl="0" algn="l">
              <a:lnSpc>
                <a:spcPct val="115000"/>
              </a:lnSpc>
              <a:spcBef>
                <a:spcPts val="0"/>
              </a:spcBef>
              <a:spcAft>
                <a:spcPts val="0"/>
              </a:spcAft>
              <a:buClr>
                <a:schemeClr val="accent1"/>
              </a:buClr>
              <a:buSzPts val="1600"/>
              <a:buFont typeface="Red Hat Text"/>
              <a:buChar char="▸"/>
            </a:pPr>
            <a:r>
              <a:rPr lang="en">
                <a:solidFill>
                  <a:schemeClr val="dk1"/>
                </a:solidFill>
                <a:latin typeface="Red Hat Text"/>
                <a:ea typeface="Red Hat Text"/>
                <a:cs typeface="Red Hat Text"/>
                <a:sym typeface="Red Hat Text"/>
              </a:rPr>
              <a:t>Custom flows with full control</a:t>
            </a:r>
            <a:endParaRPr>
              <a:solidFill>
                <a:schemeClr val="dk1"/>
              </a:solidFill>
              <a:latin typeface="Red Hat Text"/>
              <a:ea typeface="Red Hat Text"/>
              <a:cs typeface="Red Hat Text"/>
              <a:sym typeface="Red Hat Text"/>
            </a:endParaRPr>
          </a:p>
          <a:p>
            <a:pPr indent="-330200" lvl="0" marL="457200" rtl="0" algn="l">
              <a:lnSpc>
                <a:spcPct val="115000"/>
              </a:lnSpc>
              <a:spcBef>
                <a:spcPts val="0"/>
              </a:spcBef>
              <a:spcAft>
                <a:spcPts val="0"/>
              </a:spcAft>
              <a:buClr>
                <a:srgbClr val="EE0000"/>
              </a:buClr>
              <a:buSzPts val="1600"/>
              <a:buFont typeface="Red Hat Text"/>
              <a:buChar char="▸"/>
            </a:pPr>
            <a:r>
              <a:rPr lang="en">
                <a:solidFill>
                  <a:schemeClr val="dk1"/>
                </a:solidFill>
                <a:latin typeface="Red Hat Text"/>
                <a:ea typeface="Red Hat Text"/>
                <a:cs typeface="Red Hat Text"/>
                <a:sym typeface="Red Hat Text"/>
              </a:rPr>
              <a:t>Long-term support commitment</a:t>
            </a:r>
            <a:endParaRPr>
              <a:latin typeface="Red Hat Text"/>
              <a:ea typeface="Red Hat Text"/>
              <a:cs typeface="Red Hat Text"/>
              <a:sym typeface="Red Hat Text"/>
            </a:endParaRPr>
          </a:p>
        </p:txBody>
      </p:sp>
      <p:sp>
        <p:nvSpPr>
          <p:cNvPr id="5874" name="Google Shape;5874;p456"/>
          <p:cNvSpPr txBox="1"/>
          <p:nvPr/>
        </p:nvSpPr>
        <p:spPr>
          <a:xfrm>
            <a:off x="3560180" y="2996825"/>
            <a:ext cx="1555800" cy="4185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None/>
            </a:pPr>
            <a:r>
              <a:rPr b="1" lang="en">
                <a:solidFill>
                  <a:srgbClr val="FF0000"/>
                </a:solidFill>
                <a:latin typeface="Red Hat Display"/>
                <a:ea typeface="Red Hat Display"/>
                <a:cs typeface="Red Hat Display"/>
                <a:sym typeface="Red Hat Display"/>
              </a:rPr>
              <a:t>Spring Boot</a:t>
            </a:r>
            <a:endParaRPr>
              <a:solidFill>
                <a:srgbClr val="FF0000"/>
              </a:solidFill>
              <a:latin typeface="Red Hat Display"/>
              <a:ea typeface="Red Hat Display"/>
              <a:cs typeface="Red Hat Display"/>
              <a:sym typeface="Red Hat Display"/>
            </a:endParaRPr>
          </a:p>
        </p:txBody>
      </p:sp>
      <p:sp>
        <p:nvSpPr>
          <p:cNvPr id="5875" name="Google Shape;5875;p456"/>
          <p:cNvSpPr txBox="1"/>
          <p:nvPr/>
        </p:nvSpPr>
        <p:spPr>
          <a:xfrm>
            <a:off x="447775" y="4286250"/>
            <a:ext cx="2943600" cy="1613700"/>
          </a:xfrm>
          <a:prstGeom prst="rect">
            <a:avLst/>
          </a:prstGeom>
          <a:noFill/>
          <a:ln>
            <a:noFill/>
          </a:ln>
        </p:spPr>
        <p:txBody>
          <a:bodyPr anchorCtr="0" anchor="ctr" bIns="121900" lIns="121900" spcFirstLastPara="1" rIns="121900" wrap="square" tIns="121900">
            <a:noAutofit/>
          </a:bodyPr>
          <a:lstStyle/>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Integration swiss knife</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Super lightweight</a:t>
            </a:r>
            <a:endParaRPr>
              <a:solidFill>
                <a:schemeClr val="dk1"/>
              </a:solidFill>
              <a:latin typeface="Red Hat Text"/>
              <a:ea typeface="Red Hat Text"/>
              <a:cs typeface="Red Hat Text"/>
              <a:sym typeface="Red Hat Text"/>
            </a:endParaRPr>
          </a:p>
          <a:p>
            <a:pPr indent="-317500" lvl="0" marL="457200" rtl="0" algn="l">
              <a:lnSpc>
                <a:spcPct val="115000"/>
              </a:lnSpc>
              <a:spcBef>
                <a:spcPts val="0"/>
              </a:spcBef>
              <a:spcAft>
                <a:spcPts val="0"/>
              </a:spcAft>
              <a:buClr>
                <a:srgbClr val="EE0000"/>
              </a:buClr>
              <a:buSzPts val="1400"/>
              <a:buFont typeface="Red Hat Display"/>
              <a:buChar char="▸"/>
            </a:pPr>
            <a:r>
              <a:rPr lang="en">
                <a:solidFill>
                  <a:schemeClr val="dk1"/>
                </a:solidFill>
                <a:latin typeface="Red Hat Text"/>
                <a:ea typeface="Red Hat Text"/>
                <a:cs typeface="Red Hat Text"/>
                <a:sym typeface="Red Hat Text"/>
              </a:rPr>
              <a:t>Connectors</a:t>
            </a:r>
            <a:endParaRPr>
              <a:latin typeface="Red Hat Text"/>
              <a:ea typeface="Red Hat Text"/>
              <a:cs typeface="Red Hat Text"/>
              <a:sym typeface="Red Hat Text"/>
            </a:endParaRPr>
          </a:p>
          <a:p>
            <a:pPr indent="-317500" lvl="0" marL="457200" marR="0" rtl="0" algn="l">
              <a:lnSpc>
                <a:spcPct val="115000"/>
              </a:lnSpc>
              <a:spcBef>
                <a:spcPts val="0"/>
              </a:spcBef>
              <a:spcAft>
                <a:spcPts val="0"/>
              </a:spcAft>
              <a:buClr>
                <a:srgbClr val="EE0000"/>
              </a:buClr>
              <a:buSzPts val="1400"/>
              <a:buFont typeface="Red Hat Display"/>
              <a:buChar char="▸"/>
            </a:pPr>
            <a:r>
              <a:rPr lang="en">
                <a:latin typeface="Red Hat Text"/>
                <a:ea typeface="Red Hat Text"/>
                <a:cs typeface="Red Hat Text"/>
                <a:sym typeface="Red Hat Text"/>
              </a:rPr>
              <a:t>Most popular Integration </a:t>
            </a:r>
            <a:endParaRPr>
              <a:latin typeface="Red Hat Text"/>
              <a:ea typeface="Red Hat Text"/>
              <a:cs typeface="Red Hat Text"/>
              <a:sym typeface="Red Hat Text"/>
            </a:endParaRPr>
          </a:p>
          <a:p>
            <a:pPr indent="0" lvl="0" marL="457200" marR="0" rtl="0" algn="l">
              <a:lnSpc>
                <a:spcPct val="115000"/>
              </a:lnSpc>
              <a:spcBef>
                <a:spcPts val="0"/>
              </a:spcBef>
              <a:spcAft>
                <a:spcPts val="0"/>
              </a:spcAft>
              <a:buNone/>
            </a:pPr>
            <a:r>
              <a:rPr lang="en">
                <a:latin typeface="Red Hat Text"/>
                <a:ea typeface="Red Hat Text"/>
                <a:cs typeface="Red Hat Text"/>
                <a:sym typeface="Red Hat Text"/>
              </a:rPr>
              <a:t>Framework</a:t>
            </a:r>
            <a:endParaRPr>
              <a:solidFill>
                <a:schemeClr val="accent6"/>
              </a:solidFill>
              <a:latin typeface="Red Hat Text"/>
              <a:ea typeface="Red Hat Text"/>
              <a:cs typeface="Red Hat Text"/>
              <a:sym typeface="Red Hat Text"/>
            </a:endParaRPr>
          </a:p>
        </p:txBody>
      </p:sp>
      <p:sp>
        <p:nvSpPr>
          <p:cNvPr id="5876" name="Google Shape;5876;p456"/>
          <p:cNvSpPr txBox="1"/>
          <p:nvPr/>
        </p:nvSpPr>
        <p:spPr>
          <a:xfrm>
            <a:off x="3560180" y="5415231"/>
            <a:ext cx="1555800" cy="4185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None/>
            </a:pPr>
            <a:r>
              <a:rPr b="1" lang="en">
                <a:solidFill>
                  <a:srgbClr val="FF0000"/>
                </a:solidFill>
                <a:latin typeface="Red Hat Display"/>
                <a:ea typeface="Red Hat Display"/>
                <a:cs typeface="Red Hat Display"/>
                <a:sym typeface="Red Hat Display"/>
              </a:rPr>
              <a:t>Camel</a:t>
            </a:r>
            <a:r>
              <a:rPr lang="en">
                <a:solidFill>
                  <a:srgbClr val="FF0000"/>
                </a:solidFill>
                <a:latin typeface="Red Hat Display"/>
                <a:ea typeface="Red Hat Display"/>
                <a:cs typeface="Red Hat Display"/>
                <a:sym typeface="Red Hat Display"/>
              </a:rPr>
              <a:t> </a:t>
            </a:r>
            <a:endParaRPr>
              <a:solidFill>
                <a:srgbClr val="FF0000"/>
              </a:solidFill>
              <a:latin typeface="Red Hat Display"/>
              <a:ea typeface="Red Hat Display"/>
              <a:cs typeface="Red Hat Display"/>
              <a:sym typeface="Red Hat Display"/>
            </a:endParaRPr>
          </a:p>
        </p:txBody>
      </p:sp>
      <p:pic>
        <p:nvPicPr>
          <p:cNvPr id="5877" name="Google Shape;5877;p456"/>
          <p:cNvPicPr preferRelativeResize="0"/>
          <p:nvPr/>
        </p:nvPicPr>
        <p:blipFill>
          <a:blip r:embed="rId4">
            <a:alphaModFix/>
          </a:blip>
          <a:stretch>
            <a:fillRect/>
          </a:stretch>
        </p:blipFill>
        <p:spPr>
          <a:xfrm>
            <a:off x="6521925" y="3052500"/>
            <a:ext cx="1067825" cy="1067825"/>
          </a:xfrm>
          <a:prstGeom prst="rect">
            <a:avLst/>
          </a:prstGeom>
          <a:noFill/>
          <a:ln>
            <a:noFill/>
          </a:ln>
        </p:spPr>
      </p:pic>
      <p:sp>
        <p:nvSpPr>
          <p:cNvPr id="5878" name="Google Shape;5878;p456"/>
          <p:cNvSpPr txBox="1"/>
          <p:nvPr/>
        </p:nvSpPr>
        <p:spPr>
          <a:xfrm>
            <a:off x="6749555" y="4207318"/>
            <a:ext cx="1555800" cy="4185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None/>
            </a:pPr>
            <a:r>
              <a:rPr b="1" lang="en">
                <a:solidFill>
                  <a:srgbClr val="FF0000"/>
                </a:solidFill>
                <a:latin typeface="Red Hat Display"/>
                <a:ea typeface="Red Hat Display"/>
                <a:cs typeface="Red Hat Display"/>
                <a:sym typeface="Red Hat Display"/>
              </a:rPr>
              <a:t>Camel for Spring Boot</a:t>
            </a:r>
            <a:endParaRPr>
              <a:solidFill>
                <a:srgbClr val="FF0000"/>
              </a:solidFill>
              <a:latin typeface="Red Hat Display"/>
              <a:ea typeface="Red Hat Display"/>
              <a:cs typeface="Red Hat Display"/>
              <a:sym typeface="Red Hat Display"/>
            </a:endParaRPr>
          </a:p>
        </p:txBody>
      </p:sp>
      <p:cxnSp>
        <p:nvCxnSpPr>
          <p:cNvPr id="5879" name="Google Shape;5879;p456"/>
          <p:cNvCxnSpPr/>
          <p:nvPr/>
        </p:nvCxnSpPr>
        <p:spPr>
          <a:xfrm>
            <a:off x="5120198" y="2482623"/>
            <a:ext cx="928200" cy="1104900"/>
          </a:xfrm>
          <a:prstGeom prst="curvedConnector3">
            <a:avLst>
              <a:gd fmla="val 50000" name="adj1"/>
            </a:avLst>
          </a:prstGeom>
          <a:noFill/>
          <a:ln cap="flat" cmpd="sng" w="152400">
            <a:solidFill>
              <a:schemeClr val="dk2"/>
            </a:solidFill>
            <a:prstDash val="solid"/>
            <a:round/>
            <a:headEnd len="med" w="med" type="none"/>
            <a:tailEnd len="med" w="med" type="none"/>
          </a:ln>
        </p:spPr>
      </p:cxnSp>
      <p:grpSp>
        <p:nvGrpSpPr>
          <p:cNvPr id="5880" name="Google Shape;5880;p456"/>
          <p:cNvGrpSpPr/>
          <p:nvPr/>
        </p:nvGrpSpPr>
        <p:grpSpPr>
          <a:xfrm>
            <a:off x="3804163" y="4263125"/>
            <a:ext cx="1333700" cy="1239600"/>
            <a:chOff x="3733400" y="4080800"/>
            <a:chExt cx="1333700" cy="1239600"/>
          </a:xfrm>
        </p:grpSpPr>
        <p:pic>
          <p:nvPicPr>
            <p:cNvPr id="5881" name="Google Shape;5881;p456"/>
            <p:cNvPicPr preferRelativeResize="0"/>
            <p:nvPr/>
          </p:nvPicPr>
          <p:blipFill>
            <a:blip r:embed="rId4">
              <a:alphaModFix/>
            </a:blip>
            <a:stretch>
              <a:fillRect/>
            </a:stretch>
          </p:blipFill>
          <p:spPr>
            <a:xfrm>
              <a:off x="3733400" y="4161400"/>
              <a:ext cx="1067825" cy="1067825"/>
            </a:xfrm>
            <a:prstGeom prst="rect">
              <a:avLst/>
            </a:prstGeom>
            <a:noFill/>
            <a:ln>
              <a:noFill/>
            </a:ln>
          </p:spPr>
        </p:pic>
        <p:sp>
          <p:nvSpPr>
            <p:cNvPr id="5882" name="Google Shape;5882;p456"/>
            <p:cNvSpPr/>
            <p:nvPr/>
          </p:nvSpPr>
          <p:spPr>
            <a:xfrm>
              <a:off x="4987000" y="4080800"/>
              <a:ext cx="80100" cy="123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83" name="Google Shape;5883;p456"/>
          <p:cNvCxnSpPr/>
          <p:nvPr/>
        </p:nvCxnSpPr>
        <p:spPr>
          <a:xfrm flipH="1" rot="10800000">
            <a:off x="5132760" y="3587525"/>
            <a:ext cx="915600" cy="1295400"/>
          </a:xfrm>
          <a:prstGeom prst="curvedConnector3">
            <a:avLst>
              <a:gd fmla="val 50000" name="adj1"/>
            </a:avLst>
          </a:prstGeom>
          <a:noFill/>
          <a:ln cap="flat" cmpd="sng" w="152400">
            <a:solidFill>
              <a:schemeClr val="dk2"/>
            </a:solidFill>
            <a:prstDash val="solid"/>
            <a:round/>
            <a:headEnd len="med" w="med" type="none"/>
            <a:tailEnd len="med" w="med" type="none"/>
          </a:ln>
        </p:spPr>
      </p:cxnSp>
      <p:grpSp>
        <p:nvGrpSpPr>
          <p:cNvPr id="5884" name="Google Shape;5884;p456"/>
          <p:cNvGrpSpPr/>
          <p:nvPr/>
        </p:nvGrpSpPr>
        <p:grpSpPr>
          <a:xfrm>
            <a:off x="5918388" y="2967725"/>
            <a:ext cx="424500" cy="1239600"/>
            <a:chOff x="7447825" y="2709200"/>
            <a:chExt cx="424500" cy="1239600"/>
          </a:xfrm>
        </p:grpSpPr>
        <p:sp>
          <p:nvSpPr>
            <p:cNvPr id="5885" name="Google Shape;5885;p456"/>
            <p:cNvSpPr/>
            <p:nvPr/>
          </p:nvSpPr>
          <p:spPr>
            <a:xfrm>
              <a:off x="7577800" y="2709200"/>
              <a:ext cx="80100" cy="1239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456"/>
            <p:cNvSpPr/>
            <p:nvPr/>
          </p:nvSpPr>
          <p:spPr>
            <a:xfrm>
              <a:off x="7447825" y="3186113"/>
              <a:ext cx="424500" cy="285600"/>
            </a:xfrm>
            <a:prstGeom prst="rightArrow">
              <a:avLst>
                <a:gd fmla="val 50000" name="adj1"/>
                <a:gd fmla="val 9654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7" name="Google Shape;5887;p456"/>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Clr>
                <a:schemeClr val="dk1"/>
              </a:buClr>
              <a:buSzPts val="1100"/>
              <a:buFont typeface="Arial"/>
              <a:buNone/>
            </a:pPr>
            <a:r>
              <a:rPr lang="en"/>
              <a:t>APPLICATION FOUNDATIONS</a:t>
            </a:r>
            <a:endParaRPr/>
          </a:p>
        </p:txBody>
      </p:sp>
      <p:pic>
        <p:nvPicPr>
          <p:cNvPr id="5888" name="Google Shape;5888;p456"/>
          <p:cNvPicPr preferRelativeResize="0"/>
          <p:nvPr/>
        </p:nvPicPr>
        <p:blipFill>
          <a:blip r:embed="rId3">
            <a:alphaModFix/>
          </a:blip>
          <a:stretch>
            <a:fillRect/>
          </a:stretch>
        </p:blipFill>
        <p:spPr>
          <a:xfrm>
            <a:off x="3750112" y="1872661"/>
            <a:ext cx="1175927" cy="117595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92" name="Shape 5892"/>
        <p:cNvGrpSpPr/>
        <p:nvPr/>
      </p:nvGrpSpPr>
      <p:grpSpPr>
        <a:xfrm>
          <a:off x="0" y="0"/>
          <a:ext cx="0" cy="0"/>
          <a:chOff x="0" y="0"/>
          <a:chExt cx="0" cy="0"/>
        </a:xfrm>
      </p:grpSpPr>
      <p:sp>
        <p:nvSpPr>
          <p:cNvPr id="5893" name="Google Shape;5893;p457"/>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CAMEL DEV TOOLS</a:t>
            </a:r>
            <a:endParaRPr/>
          </a:p>
        </p:txBody>
      </p:sp>
      <p:sp>
        <p:nvSpPr>
          <p:cNvPr id="5894" name="Google Shape;5894;p45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895" name="Google Shape;5895;p45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for simple creation and testing of Camel routes</a:t>
            </a:r>
            <a:endParaRPr/>
          </a:p>
        </p:txBody>
      </p:sp>
      <p:sp>
        <p:nvSpPr>
          <p:cNvPr id="5896" name="Google Shape;5896;p457"/>
          <p:cNvSpPr txBox="1"/>
          <p:nvPr>
            <p:ph idx="4" type="body"/>
          </p:nvPr>
        </p:nvSpPr>
        <p:spPr>
          <a:xfrm>
            <a:off x="2408950" y="2331750"/>
            <a:ext cx="4506000" cy="35022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a:t>VS Code extensions</a:t>
            </a:r>
            <a:endParaRPr/>
          </a:p>
          <a:p>
            <a:pPr indent="-304800" lvl="1" marL="914400" rtl="0" algn="l">
              <a:spcBef>
                <a:spcPts val="0"/>
              </a:spcBef>
              <a:spcAft>
                <a:spcPts val="0"/>
              </a:spcAft>
              <a:buSzPts val="1200"/>
              <a:buChar char="･"/>
            </a:pPr>
            <a:r>
              <a:rPr lang="en" u="sng">
                <a:solidFill>
                  <a:schemeClr val="hlink"/>
                </a:solidFill>
                <a:hlinkClick r:id="rId3"/>
              </a:rPr>
              <a:t>Language Support for Apache Camel by Red Hat</a:t>
            </a:r>
            <a:endParaRPr/>
          </a:p>
          <a:p>
            <a:pPr indent="-304800" lvl="1" marL="914400" rtl="0" algn="l">
              <a:spcBef>
                <a:spcPts val="0"/>
              </a:spcBef>
              <a:spcAft>
                <a:spcPts val="0"/>
              </a:spcAft>
              <a:buSzPts val="1200"/>
              <a:buChar char="･"/>
            </a:pPr>
            <a:r>
              <a:rPr lang="en" u="sng">
                <a:solidFill>
                  <a:schemeClr val="hlink"/>
                </a:solidFill>
                <a:hlinkClick r:id="rId4"/>
              </a:rPr>
              <a:t>Debug Adapter for Apache Camel by Red Hat</a:t>
            </a:r>
            <a:endParaRPr/>
          </a:p>
          <a:p>
            <a:pPr indent="-317500" lvl="0" marL="457200" rtl="0" algn="l">
              <a:spcBef>
                <a:spcPts val="0"/>
              </a:spcBef>
              <a:spcAft>
                <a:spcPts val="0"/>
              </a:spcAft>
              <a:buSzPts val="1400"/>
              <a:buChar char="▸"/>
            </a:pPr>
            <a:r>
              <a:rPr lang="en"/>
              <a:t>Camel CLI for rapid integration prototyping</a:t>
            </a:r>
            <a:endParaRPr/>
          </a:p>
          <a:p>
            <a:pPr indent="-317500" lvl="0" marL="457200" rtl="0" algn="l">
              <a:spcBef>
                <a:spcPts val="0"/>
              </a:spcBef>
              <a:spcAft>
                <a:spcPts val="0"/>
              </a:spcAft>
              <a:buSzPts val="1400"/>
              <a:buChar char="▸"/>
            </a:pPr>
            <a:r>
              <a:rPr lang="en"/>
              <a:t>Camel REST DSL OpenApi Maven Plugin</a:t>
            </a:r>
            <a:br>
              <a:rPr lang="en"/>
            </a:br>
            <a:r>
              <a:rPr lang="en" sz="1200"/>
              <a:t>generates REST DSL source code from OpenAPI specification</a:t>
            </a:r>
            <a:endParaRPr sz="1200"/>
          </a:p>
          <a:p>
            <a:pPr indent="-317500" lvl="0" marL="457200" rtl="0" algn="l">
              <a:spcBef>
                <a:spcPts val="0"/>
              </a:spcBef>
              <a:spcAft>
                <a:spcPts val="0"/>
              </a:spcAft>
              <a:buSzPts val="1400"/>
              <a:buChar char="▸"/>
            </a:pPr>
            <a:r>
              <a:rPr lang="en"/>
              <a:t>CXF SOAP Development Tools</a:t>
            </a:r>
            <a:br>
              <a:rPr lang="en"/>
            </a:br>
            <a:r>
              <a:rPr lang="en" sz="1200"/>
              <a:t>Java to WSDL, WSDL to Java, WSDL Validator</a:t>
            </a:r>
            <a:endParaRPr/>
          </a:p>
          <a:p>
            <a:pPr indent="-317500" lvl="0" marL="457200" rtl="0" algn="l">
              <a:spcBef>
                <a:spcPts val="0"/>
              </a:spcBef>
              <a:spcAft>
                <a:spcPts val="0"/>
              </a:spcAft>
              <a:buSzPts val="1400"/>
              <a:buChar char="▸"/>
            </a:pPr>
            <a:r>
              <a:rPr lang="en" u="sng">
                <a:solidFill>
                  <a:schemeClr val="hlink"/>
                </a:solidFill>
                <a:hlinkClick r:id="rId5"/>
              </a:rPr>
              <a:t>Development support</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00" name="Shape 5900"/>
        <p:cNvGrpSpPr/>
        <p:nvPr/>
      </p:nvGrpSpPr>
      <p:grpSpPr>
        <a:xfrm>
          <a:off x="0" y="0"/>
          <a:ext cx="0" cy="0"/>
          <a:chOff x="0" y="0"/>
          <a:chExt cx="0" cy="0"/>
        </a:xfrm>
      </p:grpSpPr>
      <p:sp>
        <p:nvSpPr>
          <p:cNvPr id="5901" name="Google Shape;5901;p458"/>
          <p:cNvSpPr txBox="1"/>
          <p:nvPr>
            <p:ph type="title"/>
          </p:nvPr>
        </p:nvSpPr>
        <p:spPr>
          <a:xfrm>
            <a:off x="885050" y="4145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Developing Camel integration routes</a:t>
            </a:r>
            <a:endParaRPr/>
          </a:p>
        </p:txBody>
      </p:sp>
      <p:sp>
        <p:nvSpPr>
          <p:cNvPr id="5902" name="Google Shape;5902;p458"/>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03" name="Google Shape;5903;p458"/>
          <p:cNvSpPr txBox="1"/>
          <p:nvPr>
            <p:ph idx="2" type="subTitle"/>
          </p:nvPr>
        </p:nvSpPr>
        <p:spPr>
          <a:xfrm>
            <a:off x="885125" y="9677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using Kaoto visual designer in VS Code</a:t>
            </a:r>
            <a:endParaRPr/>
          </a:p>
        </p:txBody>
      </p:sp>
      <p:sp>
        <p:nvSpPr>
          <p:cNvPr id="5904" name="Google Shape;5904;p458"/>
          <p:cNvSpPr txBox="1"/>
          <p:nvPr>
            <p:ph idx="4" type="body"/>
          </p:nvPr>
        </p:nvSpPr>
        <p:spPr>
          <a:xfrm>
            <a:off x="557225" y="1879925"/>
            <a:ext cx="4819200" cy="22482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a:solidFill>
                  <a:schemeClr val="dk1"/>
                </a:solidFill>
                <a:latin typeface="Red Hat Text Medium"/>
                <a:ea typeface="Red Hat Text Medium"/>
                <a:cs typeface="Red Hat Text Medium"/>
                <a:sym typeface="Red Hat Text Medium"/>
              </a:rPr>
              <a:t>Focus on solving integration business problems</a:t>
            </a:r>
            <a:br>
              <a:rPr lang="en">
                <a:solidFill>
                  <a:schemeClr val="dk1"/>
                </a:solidFill>
              </a:rPr>
            </a:br>
            <a:endParaRPr/>
          </a:p>
          <a:p>
            <a:pPr indent="-317500" lvl="0" marL="457200" rtl="0" algn="l">
              <a:spcBef>
                <a:spcPts val="0"/>
              </a:spcBef>
              <a:spcAft>
                <a:spcPts val="0"/>
              </a:spcAft>
              <a:buSzPts val="1400"/>
              <a:buChar char="▸"/>
            </a:pPr>
            <a:r>
              <a:rPr lang="en"/>
              <a:t>Access to catalog of Camel components and patterns</a:t>
            </a:r>
            <a:endParaRPr/>
          </a:p>
          <a:p>
            <a:pPr indent="-317500" lvl="0" marL="457200" rtl="0" algn="l">
              <a:spcBef>
                <a:spcPts val="0"/>
              </a:spcBef>
              <a:spcAft>
                <a:spcPts val="0"/>
              </a:spcAft>
              <a:buSzPts val="1400"/>
              <a:buChar char="▸"/>
            </a:pPr>
            <a:r>
              <a:rPr lang="en"/>
              <a:t>Features like auto-completion, configuration forms, and interactive feedback to speed up development.</a:t>
            </a:r>
            <a:endParaRPr/>
          </a:p>
          <a:p>
            <a:pPr indent="0" lvl="0" marL="0" rtl="0" algn="l">
              <a:spcBef>
                <a:spcPts val="1000"/>
              </a:spcBef>
              <a:spcAft>
                <a:spcPts val="1000"/>
              </a:spcAft>
              <a:buNone/>
            </a:pPr>
            <a:r>
              <a:t/>
            </a:r>
            <a:endParaRPr/>
          </a:p>
        </p:txBody>
      </p:sp>
      <p:pic>
        <p:nvPicPr>
          <p:cNvPr id="5905" name="Google Shape;5905;p458"/>
          <p:cNvPicPr preferRelativeResize="0"/>
          <p:nvPr/>
        </p:nvPicPr>
        <p:blipFill>
          <a:blip r:embed="rId3">
            <a:alphaModFix/>
          </a:blip>
          <a:stretch>
            <a:fillRect/>
          </a:stretch>
        </p:blipFill>
        <p:spPr>
          <a:xfrm>
            <a:off x="5713925" y="1618866"/>
            <a:ext cx="6478073" cy="4322084"/>
          </a:xfrm>
          <a:prstGeom prst="rect">
            <a:avLst/>
          </a:prstGeom>
          <a:noFill/>
          <a:ln>
            <a:noFill/>
          </a:ln>
          <a:effectLst>
            <a:outerShdw blurRad="57150" rotWithShape="0" algn="bl" dir="5400000" dist="19050">
              <a:srgbClr val="000000">
                <a:alpha val="50000"/>
              </a:srgbClr>
            </a:outerShdw>
          </a:effectLst>
        </p:spPr>
      </p:pic>
      <p:pic>
        <p:nvPicPr>
          <p:cNvPr id="5906" name="Google Shape;5906;p458"/>
          <p:cNvPicPr preferRelativeResize="0"/>
          <p:nvPr/>
        </p:nvPicPr>
        <p:blipFill>
          <a:blip r:embed="rId4">
            <a:alphaModFix/>
          </a:blip>
          <a:stretch>
            <a:fillRect/>
          </a:stretch>
        </p:blipFill>
        <p:spPr>
          <a:xfrm>
            <a:off x="2297125" y="4128175"/>
            <a:ext cx="1626800" cy="1626800"/>
          </a:xfrm>
          <a:prstGeom prst="rect">
            <a:avLst/>
          </a:prstGeom>
          <a:noFill/>
          <a:ln>
            <a:noFill/>
          </a:ln>
        </p:spPr>
      </p:pic>
      <p:sp>
        <p:nvSpPr>
          <p:cNvPr id="5907" name="Google Shape;5907;p458"/>
          <p:cNvSpPr txBox="1"/>
          <p:nvPr/>
        </p:nvSpPr>
        <p:spPr>
          <a:xfrm>
            <a:off x="1958525" y="5692950"/>
            <a:ext cx="2304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Red Hat Text"/>
                <a:ea typeface="Red Hat Text"/>
                <a:cs typeface="Red Hat Text"/>
                <a:sym typeface="Red Hat Text"/>
              </a:rPr>
              <a:t>Kaoto guide to install and get started with</a:t>
            </a:r>
            <a:endParaRPr>
              <a:latin typeface="Red Hat Text"/>
              <a:ea typeface="Red Hat Text"/>
              <a:cs typeface="Red Hat Text"/>
              <a:sym typeface="Red Hat Text"/>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11" name="Shape 5911"/>
        <p:cNvGrpSpPr/>
        <p:nvPr/>
      </p:nvGrpSpPr>
      <p:grpSpPr>
        <a:xfrm>
          <a:off x="0" y="0"/>
          <a:ext cx="0" cy="0"/>
          <a:chOff x="0" y="0"/>
          <a:chExt cx="0" cy="0"/>
        </a:xfrm>
      </p:grpSpPr>
      <p:sp>
        <p:nvSpPr>
          <p:cNvPr id="5912" name="Google Shape;5912;p459"/>
          <p:cNvSpPr txBox="1"/>
          <p:nvPr>
            <p:ph type="title"/>
          </p:nvPr>
        </p:nvSpPr>
        <p:spPr>
          <a:xfrm>
            <a:off x="0" y="414550"/>
            <a:ext cx="102402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Kaoto in Visual Studio Code</a:t>
            </a:r>
            <a:endParaRPr/>
          </a:p>
        </p:txBody>
      </p:sp>
      <p:sp>
        <p:nvSpPr>
          <p:cNvPr id="5913" name="Google Shape;5913;p459"/>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14" name="Google Shape;5914;p459"/>
          <p:cNvSpPr txBox="1"/>
          <p:nvPr>
            <p:ph idx="2" type="subTitle"/>
          </p:nvPr>
        </p:nvSpPr>
        <p:spPr>
          <a:xfrm>
            <a:off x="74" y="967750"/>
            <a:ext cx="102402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Visual Designer for Camel</a:t>
            </a:r>
            <a:endParaRPr/>
          </a:p>
        </p:txBody>
      </p:sp>
      <p:pic>
        <p:nvPicPr>
          <p:cNvPr id="5915" name="Google Shape;5915;p459"/>
          <p:cNvPicPr preferRelativeResize="0"/>
          <p:nvPr/>
        </p:nvPicPr>
        <p:blipFill rotWithShape="1">
          <a:blip r:embed="rId3">
            <a:alphaModFix/>
          </a:blip>
          <a:srcRect b="0" l="15818" r="0" t="0"/>
          <a:stretch/>
        </p:blipFill>
        <p:spPr>
          <a:xfrm>
            <a:off x="6842450" y="2341300"/>
            <a:ext cx="5349552" cy="3316425"/>
          </a:xfrm>
          <a:prstGeom prst="rect">
            <a:avLst/>
          </a:prstGeom>
          <a:noFill/>
          <a:ln>
            <a:noFill/>
          </a:ln>
        </p:spPr>
      </p:pic>
      <p:sp>
        <p:nvSpPr>
          <p:cNvPr id="5916" name="Google Shape;5916;p459"/>
          <p:cNvSpPr txBox="1"/>
          <p:nvPr>
            <p:ph idx="4" type="body"/>
          </p:nvPr>
        </p:nvSpPr>
        <p:spPr>
          <a:xfrm>
            <a:off x="8151500" y="495850"/>
            <a:ext cx="3170700" cy="16494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a:t>Run with Camel CLI</a:t>
            </a:r>
            <a:endParaRPr/>
          </a:p>
          <a:p>
            <a:pPr indent="-317500" lvl="0" marL="457200" rtl="0" algn="l">
              <a:spcBef>
                <a:spcPts val="0"/>
              </a:spcBef>
              <a:spcAft>
                <a:spcPts val="0"/>
              </a:spcAft>
              <a:buSzPts val="1400"/>
              <a:buChar char="▸"/>
            </a:pPr>
            <a:r>
              <a:rPr lang="en"/>
              <a:t>Debug with Debug Adapter</a:t>
            </a:r>
            <a:endParaRPr/>
          </a:p>
          <a:p>
            <a:pPr indent="-317500" lvl="0" marL="457200" rtl="0" algn="l">
              <a:spcBef>
                <a:spcPts val="0"/>
              </a:spcBef>
              <a:spcAft>
                <a:spcPts val="0"/>
              </a:spcAft>
              <a:buSzPts val="1400"/>
              <a:buChar char="▸"/>
            </a:pPr>
            <a:r>
              <a:rPr lang="en"/>
              <a:t>Language support for syntax highlighting and autocompletion</a:t>
            </a:r>
            <a:endParaRPr/>
          </a:p>
        </p:txBody>
      </p:sp>
      <p:pic>
        <p:nvPicPr>
          <p:cNvPr id="5917" name="Google Shape;5917;p459"/>
          <p:cNvPicPr preferRelativeResize="0"/>
          <p:nvPr/>
        </p:nvPicPr>
        <p:blipFill>
          <a:blip r:embed="rId4">
            <a:alphaModFix/>
          </a:blip>
          <a:stretch>
            <a:fillRect/>
          </a:stretch>
        </p:blipFill>
        <p:spPr>
          <a:xfrm>
            <a:off x="311850" y="1636291"/>
            <a:ext cx="6478073" cy="432208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21" name="Shape 5921"/>
        <p:cNvGrpSpPr/>
        <p:nvPr/>
      </p:nvGrpSpPr>
      <p:grpSpPr>
        <a:xfrm>
          <a:off x="0" y="0"/>
          <a:ext cx="0" cy="0"/>
          <a:chOff x="0" y="0"/>
          <a:chExt cx="0" cy="0"/>
        </a:xfrm>
      </p:grpSpPr>
      <p:sp>
        <p:nvSpPr>
          <p:cNvPr id="5922" name="Google Shape;5922;p460"/>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Iterative development for integration solutions</a:t>
            </a:r>
            <a:endParaRPr/>
          </a:p>
        </p:txBody>
      </p:sp>
      <p:sp>
        <p:nvSpPr>
          <p:cNvPr id="5923" name="Google Shape;5923;p46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24" name="Google Shape;5924;p460"/>
          <p:cNvSpPr txBox="1"/>
          <p:nvPr>
            <p:ph idx="4" type="body"/>
          </p:nvPr>
        </p:nvSpPr>
        <p:spPr>
          <a:xfrm>
            <a:off x="2057400" y="1981200"/>
            <a:ext cx="8582700" cy="1196400"/>
          </a:xfrm>
          <a:prstGeom prst="rect">
            <a:avLst/>
          </a:prstGeom>
        </p:spPr>
        <p:txBody>
          <a:bodyPr anchorCtr="0" anchor="t" bIns="0" lIns="0" spcFirstLastPara="1" rIns="0" wrap="square" tIns="0">
            <a:noAutofit/>
          </a:bodyPr>
          <a:lstStyle/>
          <a:p>
            <a:pPr indent="-330200" lvl="0" marL="457200" rtl="0" algn="l">
              <a:spcBef>
                <a:spcPts val="1000"/>
              </a:spcBef>
              <a:spcAft>
                <a:spcPts val="0"/>
              </a:spcAft>
              <a:buSzPts val="1600"/>
              <a:buChar char="▸"/>
            </a:pPr>
            <a:r>
              <a:rPr lang="en" sz="1600"/>
              <a:t>Start with defining integration without boilerplate code in editor or Kaoto visual designer</a:t>
            </a:r>
            <a:endParaRPr sz="1600"/>
          </a:p>
          <a:p>
            <a:pPr indent="-330200" lvl="0" marL="457200" rtl="0" algn="l">
              <a:spcBef>
                <a:spcPts val="0"/>
              </a:spcBef>
              <a:spcAft>
                <a:spcPts val="0"/>
              </a:spcAft>
              <a:buSzPts val="1600"/>
              <a:buChar char="▸"/>
            </a:pPr>
            <a:r>
              <a:rPr lang="en" sz="1600">
                <a:solidFill>
                  <a:schemeClr val="dk1"/>
                </a:solidFill>
              </a:rPr>
              <a:t>Run integration designs</a:t>
            </a:r>
            <a:endParaRPr sz="1600"/>
          </a:p>
          <a:p>
            <a:pPr indent="-330200" lvl="0" marL="457200" rtl="0" algn="l">
              <a:spcBef>
                <a:spcPts val="0"/>
              </a:spcBef>
              <a:spcAft>
                <a:spcPts val="0"/>
              </a:spcAft>
              <a:buSzPts val="1600"/>
              <a:buChar char="▸"/>
            </a:pPr>
            <a:r>
              <a:rPr lang="en" sz="1600"/>
              <a:t>Troubleshoot and refine integrations using Camel CLI, Debug adapter and HawtIO</a:t>
            </a:r>
            <a:endParaRPr sz="1600"/>
          </a:p>
        </p:txBody>
      </p:sp>
      <p:pic>
        <p:nvPicPr>
          <p:cNvPr id="5925" name="Google Shape;5925;p460"/>
          <p:cNvPicPr preferRelativeResize="0"/>
          <p:nvPr/>
        </p:nvPicPr>
        <p:blipFill rotWithShape="1">
          <a:blip r:embed="rId3">
            <a:alphaModFix/>
          </a:blip>
          <a:srcRect b="0" l="150" r="140" t="0"/>
          <a:stretch/>
        </p:blipFill>
        <p:spPr>
          <a:xfrm>
            <a:off x="1902536" y="4337437"/>
            <a:ext cx="410578" cy="553200"/>
          </a:xfrm>
          <a:prstGeom prst="rect">
            <a:avLst/>
          </a:prstGeom>
          <a:noFill/>
          <a:ln>
            <a:noFill/>
          </a:ln>
        </p:spPr>
      </p:pic>
      <p:pic>
        <p:nvPicPr>
          <p:cNvPr id="5926" name="Google Shape;5926;p460"/>
          <p:cNvPicPr preferRelativeResize="0"/>
          <p:nvPr/>
        </p:nvPicPr>
        <p:blipFill rotWithShape="1">
          <a:blip r:embed="rId4">
            <a:alphaModFix/>
          </a:blip>
          <a:srcRect b="0" l="0" r="0" t="0"/>
          <a:stretch/>
        </p:blipFill>
        <p:spPr>
          <a:xfrm>
            <a:off x="3991521" y="4129597"/>
            <a:ext cx="883249" cy="968851"/>
          </a:xfrm>
          <a:prstGeom prst="rect">
            <a:avLst/>
          </a:prstGeom>
          <a:noFill/>
          <a:ln>
            <a:noFill/>
          </a:ln>
        </p:spPr>
      </p:pic>
      <p:cxnSp>
        <p:nvCxnSpPr>
          <p:cNvPr id="5927" name="Google Shape;5927;p460"/>
          <p:cNvCxnSpPr/>
          <p:nvPr/>
        </p:nvCxnSpPr>
        <p:spPr>
          <a:xfrm rot="10800000">
            <a:off x="4689400" y="3748475"/>
            <a:ext cx="1593300" cy="592500"/>
          </a:xfrm>
          <a:prstGeom prst="bentConnector3">
            <a:avLst>
              <a:gd fmla="val 0" name="adj1"/>
            </a:avLst>
          </a:prstGeom>
          <a:noFill/>
          <a:ln cap="flat" cmpd="sng" w="19050">
            <a:solidFill>
              <a:schemeClr val="dk2"/>
            </a:solidFill>
            <a:prstDash val="solid"/>
            <a:round/>
            <a:headEnd len="med" w="med" type="none"/>
            <a:tailEnd len="med" w="med" type="triangle"/>
          </a:ln>
        </p:spPr>
      </p:cxnSp>
      <p:sp>
        <p:nvSpPr>
          <p:cNvPr id="5928" name="Google Shape;5928;p460"/>
          <p:cNvSpPr txBox="1"/>
          <p:nvPr/>
        </p:nvSpPr>
        <p:spPr>
          <a:xfrm>
            <a:off x="4724400" y="3321775"/>
            <a:ext cx="2339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latin typeface="Red Hat Text"/>
                <a:ea typeface="Red Hat Text"/>
                <a:cs typeface="Red Hat Text"/>
                <a:sym typeface="Red Hat Text"/>
              </a:rPr>
              <a:t>Iterate and experiment</a:t>
            </a:r>
            <a:endParaRPr i="1">
              <a:latin typeface="Red Hat Text"/>
              <a:ea typeface="Red Hat Text"/>
              <a:cs typeface="Red Hat Text"/>
              <a:sym typeface="Red Hat Text"/>
            </a:endParaRPr>
          </a:p>
        </p:txBody>
      </p:sp>
      <p:sp>
        <p:nvSpPr>
          <p:cNvPr id="5929" name="Google Shape;5929;p460"/>
          <p:cNvSpPr txBox="1"/>
          <p:nvPr/>
        </p:nvSpPr>
        <p:spPr>
          <a:xfrm>
            <a:off x="4765500" y="5541650"/>
            <a:ext cx="122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latin typeface="Red Hat Text"/>
                <a:ea typeface="Red Hat Text"/>
                <a:cs typeface="Red Hat Text"/>
                <a:sym typeface="Red Hat Text"/>
              </a:rPr>
              <a:t>hot reload</a:t>
            </a:r>
            <a:endParaRPr i="1">
              <a:latin typeface="Red Hat Text"/>
              <a:ea typeface="Red Hat Text"/>
              <a:cs typeface="Red Hat Text"/>
              <a:sym typeface="Red Hat Text"/>
            </a:endParaRPr>
          </a:p>
        </p:txBody>
      </p:sp>
      <p:sp>
        <p:nvSpPr>
          <p:cNvPr id="5930" name="Google Shape;5930;p460"/>
          <p:cNvSpPr txBox="1"/>
          <p:nvPr/>
        </p:nvSpPr>
        <p:spPr>
          <a:xfrm>
            <a:off x="6049300" y="4398025"/>
            <a:ext cx="2207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Log &amp; watch</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Debug</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Manage</a:t>
            </a:r>
            <a:endParaRPr>
              <a:latin typeface="Red Hat Text"/>
              <a:ea typeface="Red Hat Text"/>
              <a:cs typeface="Red Hat Text"/>
              <a:sym typeface="Red Hat Text"/>
            </a:endParaRPr>
          </a:p>
          <a:p>
            <a:pPr indent="0" lvl="0" marL="0" rtl="0" algn="l">
              <a:spcBef>
                <a:spcPts val="0"/>
              </a:spcBef>
              <a:spcAft>
                <a:spcPts val="0"/>
              </a:spcAft>
              <a:buNone/>
            </a:pPr>
            <a:r>
              <a:rPr lang="en">
                <a:latin typeface="Red Hat Text"/>
                <a:ea typeface="Red Hat Text"/>
                <a:cs typeface="Red Hat Text"/>
                <a:sym typeface="Red Hat Text"/>
              </a:rPr>
              <a:t>Monitor</a:t>
            </a:r>
            <a:endParaRPr>
              <a:latin typeface="Red Hat Text"/>
              <a:ea typeface="Red Hat Text"/>
              <a:cs typeface="Red Hat Text"/>
              <a:sym typeface="Red Hat Text"/>
            </a:endParaRPr>
          </a:p>
          <a:p>
            <a:pPr indent="0" lvl="0" marL="0" rtl="0" algn="l">
              <a:spcBef>
                <a:spcPts val="0"/>
              </a:spcBef>
              <a:spcAft>
                <a:spcPts val="0"/>
              </a:spcAft>
              <a:buNone/>
            </a:pPr>
            <a:r>
              <a:t/>
            </a:r>
            <a:endParaRPr>
              <a:latin typeface="Red Hat Text"/>
              <a:ea typeface="Red Hat Text"/>
              <a:cs typeface="Red Hat Text"/>
              <a:sym typeface="Red Hat Text"/>
            </a:endParaRPr>
          </a:p>
        </p:txBody>
      </p:sp>
      <p:pic>
        <p:nvPicPr>
          <p:cNvPr id="5931" name="Google Shape;5931;p460"/>
          <p:cNvPicPr preferRelativeResize="0"/>
          <p:nvPr/>
        </p:nvPicPr>
        <p:blipFill rotWithShape="1">
          <a:blip r:embed="rId5">
            <a:alphaModFix/>
          </a:blip>
          <a:srcRect b="0" l="0" r="0" t="0"/>
          <a:stretch/>
        </p:blipFill>
        <p:spPr>
          <a:xfrm>
            <a:off x="8955925" y="3301998"/>
            <a:ext cx="642850" cy="642850"/>
          </a:xfrm>
          <a:prstGeom prst="rect">
            <a:avLst/>
          </a:prstGeom>
          <a:noFill/>
          <a:ln>
            <a:noFill/>
          </a:ln>
        </p:spPr>
      </p:pic>
      <p:sp>
        <p:nvSpPr>
          <p:cNvPr id="5932" name="Google Shape;5932;p460"/>
          <p:cNvSpPr txBox="1"/>
          <p:nvPr/>
        </p:nvSpPr>
        <p:spPr>
          <a:xfrm>
            <a:off x="7533600" y="4026775"/>
            <a:ext cx="34875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oboto Mono"/>
                <a:ea typeface="Roboto Mono"/>
                <a:cs typeface="Roboto Mono"/>
                <a:sym typeface="Roboto Mono"/>
              </a:rPr>
              <a:t>camel export --runtime=quarkus --gav=com.foo:acme:1.0-SNAPSHOT</a:t>
            </a:r>
            <a:endParaRPr sz="1100">
              <a:latin typeface="Roboto Mono"/>
              <a:ea typeface="Roboto Mono"/>
              <a:cs typeface="Roboto Mono"/>
              <a:sym typeface="Roboto Mono"/>
            </a:endParaRPr>
          </a:p>
        </p:txBody>
      </p:sp>
      <p:cxnSp>
        <p:nvCxnSpPr>
          <p:cNvPr id="5933" name="Google Shape;5933;p460"/>
          <p:cNvCxnSpPr/>
          <p:nvPr/>
        </p:nvCxnSpPr>
        <p:spPr>
          <a:xfrm flipH="1" rot="10800000">
            <a:off x="7387325" y="3764100"/>
            <a:ext cx="938400" cy="841200"/>
          </a:xfrm>
          <a:prstGeom prst="straightConnector1">
            <a:avLst/>
          </a:prstGeom>
          <a:noFill/>
          <a:ln cap="flat" cmpd="sng" w="19050">
            <a:solidFill>
              <a:srgbClr val="595959"/>
            </a:solidFill>
            <a:prstDash val="solid"/>
            <a:round/>
            <a:headEnd len="med" w="med" type="none"/>
            <a:tailEnd len="med" w="med" type="triangle"/>
          </a:ln>
        </p:spPr>
      </p:cxnSp>
      <p:sp>
        <p:nvSpPr>
          <p:cNvPr id="5934" name="Google Shape;5934;p460"/>
          <p:cNvSpPr txBox="1"/>
          <p:nvPr/>
        </p:nvSpPr>
        <p:spPr>
          <a:xfrm>
            <a:off x="7208625" y="3809388"/>
            <a:ext cx="731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latin typeface="Red Hat Text"/>
                <a:ea typeface="Red Hat Text"/>
                <a:cs typeface="Red Hat Text"/>
                <a:sym typeface="Red Hat Text"/>
              </a:rPr>
              <a:t>create</a:t>
            </a:r>
            <a:endParaRPr i="1">
              <a:latin typeface="Red Hat Text"/>
              <a:ea typeface="Red Hat Text"/>
              <a:cs typeface="Red Hat Text"/>
              <a:sym typeface="Red Hat Text"/>
            </a:endParaRPr>
          </a:p>
        </p:txBody>
      </p:sp>
      <p:cxnSp>
        <p:nvCxnSpPr>
          <p:cNvPr id="5935" name="Google Shape;5935;p460"/>
          <p:cNvCxnSpPr/>
          <p:nvPr/>
        </p:nvCxnSpPr>
        <p:spPr>
          <a:xfrm>
            <a:off x="7342650" y="5098450"/>
            <a:ext cx="1124400" cy="392100"/>
          </a:xfrm>
          <a:prstGeom prst="straightConnector1">
            <a:avLst/>
          </a:prstGeom>
          <a:noFill/>
          <a:ln cap="flat" cmpd="sng" w="19050">
            <a:solidFill>
              <a:srgbClr val="595959"/>
            </a:solidFill>
            <a:prstDash val="solid"/>
            <a:round/>
            <a:headEnd len="med" w="med" type="none"/>
            <a:tailEnd len="med" w="med" type="triangle"/>
          </a:ln>
        </p:spPr>
      </p:cxnSp>
      <p:sp>
        <p:nvSpPr>
          <p:cNvPr id="5936" name="Google Shape;5936;p460"/>
          <p:cNvSpPr txBox="1"/>
          <p:nvPr/>
        </p:nvSpPr>
        <p:spPr>
          <a:xfrm>
            <a:off x="7253300" y="5237800"/>
            <a:ext cx="8832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latin typeface="Red Hat Text"/>
                <a:ea typeface="Red Hat Text"/>
                <a:cs typeface="Red Hat Text"/>
                <a:sym typeface="Red Hat Text"/>
              </a:rPr>
              <a:t>commit</a:t>
            </a:r>
            <a:endParaRPr i="1">
              <a:latin typeface="Red Hat Text"/>
              <a:ea typeface="Red Hat Text"/>
              <a:cs typeface="Red Hat Text"/>
              <a:sym typeface="Red Hat Text"/>
            </a:endParaRPr>
          </a:p>
        </p:txBody>
      </p:sp>
      <p:pic>
        <p:nvPicPr>
          <p:cNvPr id="5937" name="Google Shape;5937;p460"/>
          <p:cNvPicPr preferRelativeResize="0"/>
          <p:nvPr/>
        </p:nvPicPr>
        <p:blipFill rotWithShape="1">
          <a:blip r:embed="rId6">
            <a:alphaModFix/>
          </a:blip>
          <a:srcRect b="0" l="0" r="0" t="0"/>
          <a:stretch/>
        </p:blipFill>
        <p:spPr>
          <a:xfrm>
            <a:off x="8656668" y="4890613"/>
            <a:ext cx="863988" cy="863986"/>
          </a:xfrm>
          <a:prstGeom prst="rect">
            <a:avLst/>
          </a:prstGeom>
          <a:noFill/>
          <a:ln>
            <a:noFill/>
          </a:ln>
        </p:spPr>
      </p:pic>
      <p:sp>
        <p:nvSpPr>
          <p:cNvPr id="5938" name="Google Shape;5938;p460"/>
          <p:cNvSpPr txBox="1"/>
          <p:nvPr/>
        </p:nvSpPr>
        <p:spPr>
          <a:xfrm>
            <a:off x="9567400" y="5122513"/>
            <a:ext cx="79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ed Hat Text"/>
                <a:ea typeface="Red Hat Text"/>
                <a:cs typeface="Red Hat Text"/>
                <a:sym typeface="Red Hat Text"/>
              </a:rPr>
              <a:t>CI/CD</a:t>
            </a:r>
            <a:endParaRPr>
              <a:latin typeface="Red Hat Text"/>
              <a:ea typeface="Red Hat Text"/>
              <a:cs typeface="Red Hat Text"/>
              <a:sym typeface="Red Hat Text"/>
            </a:endParaRPr>
          </a:p>
        </p:txBody>
      </p:sp>
      <p:sp>
        <p:nvSpPr>
          <p:cNvPr id="5939" name="Google Shape;5939;p460"/>
          <p:cNvSpPr txBox="1"/>
          <p:nvPr/>
        </p:nvSpPr>
        <p:spPr>
          <a:xfrm>
            <a:off x="1039475" y="5017375"/>
            <a:ext cx="21165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oboto Mono"/>
                <a:ea typeface="Roboto Mono"/>
                <a:cs typeface="Roboto Mono"/>
                <a:sym typeface="Roboto Mono"/>
              </a:rPr>
              <a:t>camel init routesA.xml</a:t>
            </a:r>
            <a:endParaRPr sz="1100">
              <a:latin typeface="Roboto Mono"/>
              <a:ea typeface="Roboto Mono"/>
              <a:cs typeface="Roboto Mono"/>
              <a:sym typeface="Roboto Mono"/>
            </a:endParaRPr>
          </a:p>
        </p:txBody>
      </p:sp>
      <p:sp>
        <p:nvSpPr>
          <p:cNvPr id="5940" name="Google Shape;5940;p460"/>
          <p:cNvSpPr txBox="1"/>
          <p:nvPr/>
        </p:nvSpPr>
        <p:spPr>
          <a:xfrm>
            <a:off x="3437450" y="5237800"/>
            <a:ext cx="1991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Roboto Mono"/>
                <a:ea typeface="Roboto Mono"/>
                <a:cs typeface="Roboto Mono"/>
                <a:sym typeface="Roboto Mono"/>
              </a:rPr>
              <a:t>camel run * --dev</a:t>
            </a:r>
            <a:endParaRPr sz="1100">
              <a:latin typeface="Roboto Mono"/>
              <a:ea typeface="Roboto Mono"/>
              <a:cs typeface="Roboto Mono"/>
              <a:sym typeface="Roboto Mono"/>
            </a:endParaRPr>
          </a:p>
        </p:txBody>
      </p:sp>
      <p:sp>
        <p:nvSpPr>
          <p:cNvPr id="5941" name="Google Shape;5941;p46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From prototype to a full Camel java-based project</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45" name="Shape 5945"/>
        <p:cNvGrpSpPr/>
        <p:nvPr/>
      </p:nvGrpSpPr>
      <p:grpSpPr>
        <a:xfrm>
          <a:off x="0" y="0"/>
          <a:ext cx="0" cy="0"/>
          <a:chOff x="0" y="0"/>
          <a:chExt cx="0" cy="0"/>
        </a:xfrm>
      </p:grpSpPr>
      <p:sp>
        <p:nvSpPr>
          <p:cNvPr id="5946" name="Google Shape;5946;p461"/>
          <p:cNvSpPr txBox="1"/>
          <p:nvPr>
            <p:ph idx="4294967295" type="body"/>
          </p:nvPr>
        </p:nvSpPr>
        <p:spPr>
          <a:xfrm>
            <a:off x="1733650" y="2089725"/>
            <a:ext cx="8354700" cy="2654700"/>
          </a:xfrm>
          <a:prstGeom prst="rect">
            <a:avLst/>
          </a:prstGeom>
        </p:spPr>
        <p:txBody>
          <a:bodyPr anchorCtr="0" anchor="t" bIns="0" lIns="0" spcFirstLastPara="1" rIns="0" wrap="square" tIns="0">
            <a:noAutofit/>
          </a:bodyPr>
          <a:lstStyle/>
          <a:p>
            <a:pPr indent="-393700" lvl="0" marL="609600" rtl="0" algn="l">
              <a:spcBef>
                <a:spcPts val="1000"/>
              </a:spcBef>
              <a:spcAft>
                <a:spcPts val="0"/>
              </a:spcAft>
              <a:buSzPts val="1400"/>
              <a:buChar char="▸"/>
            </a:pPr>
            <a:r>
              <a:rPr lang="en" sz="1400">
                <a:solidFill>
                  <a:schemeClr val="dk1"/>
                </a:solidFill>
              </a:rPr>
              <a:t>Some components (S3) contribute to the readiness status of application - if a connection is not established, the pod becomes “not ready”</a:t>
            </a:r>
            <a:endParaRPr sz="1400"/>
          </a:p>
          <a:p>
            <a:pPr indent="0" lvl="0" marL="0" rtl="0" algn="l">
              <a:spcBef>
                <a:spcPts val="1000"/>
              </a:spcBef>
              <a:spcAft>
                <a:spcPts val="500"/>
              </a:spcAft>
              <a:buNone/>
            </a:pPr>
            <a:r>
              <a:t/>
            </a:r>
            <a:endParaRPr sz="1400"/>
          </a:p>
        </p:txBody>
      </p:sp>
      <p:sp>
        <p:nvSpPr>
          <p:cNvPr id="5947" name="Google Shape;5947;p46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48" name="Google Shape;5948;p461"/>
          <p:cNvSpPr txBox="1"/>
          <p:nvPr>
            <p:ph idx="4294967295" type="title"/>
          </p:nvPr>
        </p:nvSpPr>
        <p:spPr>
          <a:xfrm>
            <a:off x="885050" y="871750"/>
            <a:ext cx="10422000" cy="553200"/>
          </a:xfrm>
          <a:prstGeom prst="rect">
            <a:avLst/>
          </a:prstGeom>
        </p:spPr>
        <p:txBody>
          <a:bodyPr anchorCtr="0" anchor="t" bIns="0" lIns="0" spcFirstLastPara="1" rIns="0" wrap="square" tIns="0">
            <a:noAutofit/>
          </a:bodyPr>
          <a:lstStyle/>
          <a:p>
            <a:pPr indent="0" lvl="0" marL="0" marR="0" rtl="0" algn="ctr">
              <a:lnSpc>
                <a:spcPct val="130000"/>
              </a:lnSpc>
              <a:spcBef>
                <a:spcPts val="0"/>
              </a:spcBef>
              <a:spcAft>
                <a:spcPts val="0"/>
              </a:spcAft>
              <a:buNone/>
            </a:pPr>
            <a:r>
              <a:rPr lang="en" sz="2600"/>
              <a:t>Camel on OpenShift</a:t>
            </a:r>
            <a:endParaRPr sz="260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52" name="Shape 5952"/>
        <p:cNvGrpSpPr/>
        <p:nvPr/>
      </p:nvGrpSpPr>
      <p:grpSpPr>
        <a:xfrm>
          <a:off x="0" y="0"/>
          <a:ext cx="0" cy="0"/>
          <a:chOff x="0" y="0"/>
          <a:chExt cx="0" cy="0"/>
        </a:xfrm>
      </p:grpSpPr>
      <p:sp>
        <p:nvSpPr>
          <p:cNvPr id="5953" name="Google Shape;5953;p462"/>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HawtIO diagnostic console</a:t>
            </a:r>
            <a:endParaRPr/>
          </a:p>
        </p:txBody>
      </p:sp>
      <p:sp>
        <p:nvSpPr>
          <p:cNvPr id="5954" name="Google Shape;5954;p46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55" name="Google Shape;5955;p462"/>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f</a:t>
            </a:r>
            <a:r>
              <a:rPr lang="en"/>
              <a:t>or troubleshooting and debugging Camel routes</a:t>
            </a:r>
            <a:endParaRPr/>
          </a:p>
        </p:txBody>
      </p:sp>
      <p:sp>
        <p:nvSpPr>
          <p:cNvPr id="5956" name="Google Shape;5956;p462"/>
          <p:cNvSpPr txBox="1"/>
          <p:nvPr>
            <p:ph idx="4" type="body"/>
          </p:nvPr>
        </p:nvSpPr>
        <p:spPr>
          <a:xfrm>
            <a:off x="862025" y="1956125"/>
            <a:ext cx="3746400" cy="40266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a:t>React + PatternFly v4</a:t>
            </a:r>
            <a:endParaRPr/>
          </a:p>
          <a:p>
            <a:pPr indent="-317500" lvl="0" marL="457200" rtl="0" algn="l">
              <a:spcBef>
                <a:spcPts val="0"/>
              </a:spcBef>
              <a:spcAft>
                <a:spcPts val="0"/>
              </a:spcAft>
              <a:buSzPts val="1400"/>
              <a:buChar char="▸"/>
            </a:pPr>
            <a:r>
              <a:rPr lang="en"/>
              <a:t>New plugin mechanism</a:t>
            </a:r>
            <a:endParaRPr/>
          </a:p>
          <a:p>
            <a:pPr indent="-317500" lvl="0" marL="457200" rtl="0" algn="l">
              <a:spcBef>
                <a:spcPts val="0"/>
              </a:spcBef>
              <a:spcAft>
                <a:spcPts val="0"/>
              </a:spcAft>
              <a:buSzPts val="1400"/>
              <a:buChar char="▸"/>
            </a:pPr>
            <a:r>
              <a:rPr lang="en"/>
              <a:t>Standalone -&gt; Hawtio v4</a:t>
            </a:r>
            <a:endParaRPr/>
          </a:p>
          <a:p>
            <a:pPr indent="-317500" lvl="0" marL="457200" rtl="0" algn="l">
              <a:spcBef>
                <a:spcPts val="0"/>
              </a:spcBef>
              <a:spcAft>
                <a:spcPts val="0"/>
              </a:spcAft>
              <a:buSzPts val="1400"/>
              <a:buChar char="▸"/>
            </a:pPr>
            <a:r>
              <a:rPr lang="en"/>
              <a:t>OpenShift -&gt; Hawtio Online v2</a:t>
            </a:r>
            <a:endParaRPr/>
          </a:p>
          <a:p>
            <a:pPr indent="-317500" lvl="0" marL="457200" rtl="0" algn="l">
              <a:spcBef>
                <a:spcPts val="0"/>
              </a:spcBef>
              <a:spcAft>
                <a:spcPts val="0"/>
              </a:spcAft>
              <a:buSzPts val="1400"/>
              <a:buChar char="▸"/>
            </a:pPr>
            <a:r>
              <a:rPr lang="en"/>
              <a:t>Camel plugin</a:t>
            </a:r>
            <a:endParaRPr/>
          </a:p>
          <a:p>
            <a:pPr indent="-304800" lvl="1" marL="914400" rtl="0" algn="l">
              <a:spcBef>
                <a:spcPts val="0"/>
              </a:spcBef>
              <a:spcAft>
                <a:spcPts val="0"/>
              </a:spcAft>
              <a:buSzPts val="1200"/>
              <a:buChar char="･"/>
            </a:pPr>
            <a:r>
              <a:rPr lang="en"/>
              <a:t>Contexts/Routes/Endpoints</a:t>
            </a:r>
            <a:endParaRPr/>
          </a:p>
          <a:p>
            <a:pPr indent="-304800" lvl="1" marL="914400" rtl="0" algn="l">
              <a:spcBef>
                <a:spcPts val="0"/>
              </a:spcBef>
              <a:spcAft>
                <a:spcPts val="0"/>
              </a:spcAft>
              <a:buSzPts val="1200"/>
              <a:buChar char="･"/>
            </a:pPr>
            <a:r>
              <a:rPr lang="en"/>
              <a:t>Route diagram</a:t>
            </a:r>
            <a:endParaRPr/>
          </a:p>
          <a:p>
            <a:pPr indent="-304800" lvl="1" marL="914400" rtl="0" algn="l">
              <a:spcBef>
                <a:spcPts val="0"/>
              </a:spcBef>
              <a:spcAft>
                <a:spcPts val="0"/>
              </a:spcAft>
              <a:buSzPts val="1200"/>
              <a:buChar char="･"/>
            </a:pPr>
            <a:r>
              <a:rPr lang="en"/>
              <a:t>Trace/Debug</a:t>
            </a:r>
            <a:endParaRPr/>
          </a:p>
          <a:p>
            <a:pPr indent="-304800" lvl="1" marL="914400" rtl="0" algn="l">
              <a:spcBef>
                <a:spcPts val="0"/>
              </a:spcBef>
              <a:spcAft>
                <a:spcPts val="0"/>
              </a:spcAft>
              <a:buSzPts val="1200"/>
              <a:buChar char="･"/>
            </a:pPr>
            <a:r>
              <a:rPr lang="en"/>
              <a:t>Source</a:t>
            </a:r>
            <a:endParaRPr/>
          </a:p>
          <a:p>
            <a:pPr indent="-304800" lvl="1" marL="914400" rtl="0" algn="l">
              <a:spcBef>
                <a:spcPts val="0"/>
              </a:spcBef>
              <a:spcAft>
                <a:spcPts val="0"/>
              </a:spcAft>
              <a:buSzPts val="1200"/>
              <a:buChar char="･"/>
            </a:pPr>
            <a:r>
              <a:rPr lang="en"/>
              <a:t>Simple statistics</a:t>
            </a:r>
            <a:endParaRPr/>
          </a:p>
          <a:p>
            <a:pPr indent="-317500" lvl="0" marL="457200" rtl="0" algn="l">
              <a:spcBef>
                <a:spcPts val="0"/>
              </a:spcBef>
              <a:spcAft>
                <a:spcPts val="0"/>
              </a:spcAft>
              <a:buSzPts val="1400"/>
              <a:buChar char="▸"/>
            </a:pPr>
            <a:r>
              <a:rPr lang="en"/>
              <a:t>Other plugins - Connect, JMX, OAuth (Keycloak), Artemis</a:t>
            </a:r>
            <a:endParaRPr/>
          </a:p>
          <a:p>
            <a:pPr indent="-317500" lvl="0" marL="457200" rtl="0" algn="l">
              <a:spcBef>
                <a:spcPts val="0"/>
              </a:spcBef>
              <a:spcAft>
                <a:spcPts val="0"/>
              </a:spcAft>
              <a:buSzPts val="1400"/>
              <a:buChar char="▸"/>
            </a:pPr>
            <a:r>
              <a:rPr lang="en"/>
              <a:t>Quarkus (JVM only) and SpringBoot</a:t>
            </a:r>
            <a:endParaRPr/>
          </a:p>
        </p:txBody>
      </p:sp>
      <p:pic>
        <p:nvPicPr>
          <p:cNvPr id="5957" name="Google Shape;5957;p462"/>
          <p:cNvPicPr preferRelativeResize="0"/>
          <p:nvPr/>
        </p:nvPicPr>
        <p:blipFill>
          <a:blip r:embed="rId3">
            <a:alphaModFix/>
          </a:blip>
          <a:stretch>
            <a:fillRect/>
          </a:stretch>
        </p:blipFill>
        <p:spPr>
          <a:xfrm>
            <a:off x="5116400" y="2026628"/>
            <a:ext cx="7075594" cy="3885599"/>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61" name="Shape 5961"/>
        <p:cNvGrpSpPr/>
        <p:nvPr/>
      </p:nvGrpSpPr>
      <p:grpSpPr>
        <a:xfrm>
          <a:off x="0" y="0"/>
          <a:ext cx="0" cy="0"/>
          <a:chOff x="0" y="0"/>
          <a:chExt cx="0" cy="0"/>
        </a:xfrm>
      </p:grpSpPr>
      <p:sp>
        <p:nvSpPr>
          <p:cNvPr id="5962" name="Google Shape;5962;p463"/>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5963" name="Google Shape;5963;p463"/>
          <p:cNvSpPr txBox="1"/>
          <p:nvPr>
            <p:ph type="title"/>
          </p:nvPr>
        </p:nvSpPr>
        <p:spPr>
          <a:xfrm>
            <a:off x="447775" y="1084561"/>
            <a:ext cx="6825000" cy="2105100"/>
          </a:xfrm>
          <a:prstGeom prst="rect">
            <a:avLst/>
          </a:prstGeom>
        </p:spPr>
        <p:txBody>
          <a:bodyPr anchorCtr="0" anchor="t" bIns="91425" lIns="438900" spcFirstLastPara="1" rIns="91425" wrap="square" tIns="91425">
            <a:noAutofit/>
          </a:bodyPr>
          <a:lstStyle/>
          <a:p>
            <a:pPr indent="0" lvl="0" marL="0" rtl="0" algn="l">
              <a:spcBef>
                <a:spcPts val="0"/>
              </a:spcBef>
              <a:spcAft>
                <a:spcPts val="0"/>
              </a:spcAft>
              <a:buNone/>
            </a:pPr>
            <a:r>
              <a:rPr lang="en"/>
              <a:t>Migration from Fuse to Camel</a:t>
            </a:r>
            <a:endParaRPr/>
          </a:p>
        </p:txBody>
      </p:sp>
      <p:sp>
        <p:nvSpPr>
          <p:cNvPr id="5964" name="Google Shape;5964;p463"/>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5965" name="Google Shape;5965;p463"/>
          <p:cNvSpPr txBox="1"/>
          <p:nvPr>
            <p:ph idx="2" type="subTitle"/>
          </p:nvPr>
        </p:nvSpPr>
        <p:spPr>
          <a:xfrm>
            <a:off x="9251450" y="1743719"/>
            <a:ext cx="2124300" cy="3309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3F3F3"/>
        </a:solidFill>
      </p:bgPr>
    </p:bg>
    <p:spTree>
      <p:nvGrpSpPr>
        <p:cNvPr id="5969" name="Shape 5969"/>
        <p:cNvGrpSpPr/>
        <p:nvPr/>
      </p:nvGrpSpPr>
      <p:grpSpPr>
        <a:xfrm>
          <a:off x="0" y="0"/>
          <a:ext cx="0" cy="0"/>
          <a:chOff x="0" y="0"/>
          <a:chExt cx="0" cy="0"/>
        </a:xfrm>
      </p:grpSpPr>
      <p:sp>
        <p:nvSpPr>
          <p:cNvPr id="5970" name="Google Shape;5970;p464"/>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COMMON MIGRATION PATHS</a:t>
            </a:r>
            <a:endParaRPr/>
          </a:p>
        </p:txBody>
      </p:sp>
      <p:sp>
        <p:nvSpPr>
          <p:cNvPr id="5971" name="Google Shape;5971;p464"/>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72" name="Google Shape;5972;p464"/>
          <p:cNvSpPr/>
          <p:nvPr/>
        </p:nvSpPr>
        <p:spPr>
          <a:xfrm>
            <a:off x="1688600" y="2130550"/>
            <a:ext cx="2300100" cy="3410400"/>
          </a:xfrm>
          <a:prstGeom prst="rect">
            <a:avLst/>
          </a:prstGeom>
          <a:solidFill>
            <a:srgbClr val="FFFFFF"/>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73" name="Google Shape;5973;p464"/>
          <p:cNvPicPr preferRelativeResize="0"/>
          <p:nvPr/>
        </p:nvPicPr>
        <p:blipFill>
          <a:blip r:embed="rId3">
            <a:alphaModFix/>
          </a:blip>
          <a:stretch>
            <a:fillRect/>
          </a:stretch>
        </p:blipFill>
        <p:spPr>
          <a:xfrm>
            <a:off x="1821500" y="2293013"/>
            <a:ext cx="1344250" cy="488825"/>
          </a:xfrm>
          <a:prstGeom prst="rect">
            <a:avLst/>
          </a:prstGeom>
          <a:noFill/>
          <a:ln>
            <a:noFill/>
          </a:ln>
        </p:spPr>
      </p:pic>
      <p:sp>
        <p:nvSpPr>
          <p:cNvPr id="5974" name="Google Shape;5974;p464"/>
          <p:cNvSpPr txBox="1"/>
          <p:nvPr/>
        </p:nvSpPr>
        <p:spPr>
          <a:xfrm>
            <a:off x="2349025" y="3024778"/>
            <a:ext cx="202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ed Hat Text"/>
              <a:ea typeface="Red Hat Text"/>
              <a:cs typeface="Red Hat Text"/>
              <a:sym typeface="Red Hat Text"/>
            </a:endParaRPr>
          </a:p>
        </p:txBody>
      </p:sp>
      <p:sp>
        <p:nvSpPr>
          <p:cNvPr id="5975" name="Google Shape;5975;p464"/>
          <p:cNvSpPr/>
          <p:nvPr/>
        </p:nvSpPr>
        <p:spPr>
          <a:xfrm>
            <a:off x="5519387" y="4271700"/>
            <a:ext cx="683400" cy="553200"/>
          </a:xfrm>
          <a:prstGeom prst="stripedRightArrow">
            <a:avLst>
              <a:gd fmla="val 50000" name="adj1"/>
              <a:gd fmla="val 50000" name="adj2"/>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6" name="Google Shape;5976;p464"/>
          <p:cNvSpPr/>
          <p:nvPr/>
        </p:nvSpPr>
        <p:spPr>
          <a:xfrm>
            <a:off x="7517200" y="2130550"/>
            <a:ext cx="2986200" cy="3869100"/>
          </a:xfrm>
          <a:prstGeom prst="rect">
            <a:avLst/>
          </a:prstGeom>
          <a:solidFill>
            <a:srgbClr val="FFFFFF"/>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77" name="Google Shape;5977;p464"/>
          <p:cNvPicPr preferRelativeResize="0"/>
          <p:nvPr/>
        </p:nvPicPr>
        <p:blipFill>
          <a:blip r:embed="rId4">
            <a:alphaModFix/>
          </a:blip>
          <a:stretch>
            <a:fillRect/>
          </a:stretch>
        </p:blipFill>
        <p:spPr>
          <a:xfrm>
            <a:off x="7653811" y="2293025"/>
            <a:ext cx="2735124" cy="488800"/>
          </a:xfrm>
          <a:prstGeom prst="rect">
            <a:avLst/>
          </a:prstGeom>
          <a:noFill/>
          <a:ln>
            <a:noFill/>
          </a:ln>
        </p:spPr>
      </p:pic>
      <p:sp>
        <p:nvSpPr>
          <p:cNvPr id="5978" name="Google Shape;5978;p464"/>
          <p:cNvSpPr/>
          <p:nvPr/>
        </p:nvSpPr>
        <p:spPr>
          <a:xfrm>
            <a:off x="1950827" y="2933925"/>
            <a:ext cx="1775700" cy="2382600"/>
          </a:xfrm>
          <a:prstGeom prst="rect">
            <a:avLst/>
          </a:prstGeom>
          <a:solidFill>
            <a:srgbClr val="EE0000"/>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ed Hat Text"/>
                <a:ea typeface="Red Hat Text"/>
                <a:cs typeface="Red Hat Text"/>
                <a:sym typeface="Red Hat Text"/>
              </a:rPr>
              <a:t>Red Hat Fuse 7</a:t>
            </a:r>
            <a:endParaRPr sz="1000">
              <a:solidFill>
                <a:srgbClr val="FFFFFF"/>
              </a:solidFill>
              <a:latin typeface="Red Hat Text"/>
              <a:ea typeface="Red Hat Text"/>
              <a:cs typeface="Red Hat Text"/>
              <a:sym typeface="Red Hat Text"/>
            </a:endParaRPr>
          </a:p>
        </p:txBody>
      </p:sp>
      <p:sp>
        <p:nvSpPr>
          <p:cNvPr id="5979" name="Google Shape;5979;p464"/>
          <p:cNvSpPr/>
          <p:nvPr/>
        </p:nvSpPr>
        <p:spPr>
          <a:xfrm>
            <a:off x="1999478" y="3305625"/>
            <a:ext cx="1775700" cy="3003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Fuse on </a:t>
            </a:r>
            <a:r>
              <a:rPr b="1" lang="en" sz="1000">
                <a:latin typeface="Red Hat Text"/>
                <a:ea typeface="Red Hat Text"/>
                <a:cs typeface="Red Hat Text"/>
                <a:sym typeface="Red Hat Text"/>
              </a:rPr>
              <a:t>EAP</a:t>
            </a:r>
            <a:endParaRPr b="1" sz="1000">
              <a:latin typeface="Red Hat Text"/>
              <a:ea typeface="Red Hat Text"/>
              <a:cs typeface="Red Hat Text"/>
              <a:sym typeface="Red Hat Text"/>
            </a:endParaRPr>
          </a:p>
        </p:txBody>
      </p:sp>
      <p:sp>
        <p:nvSpPr>
          <p:cNvPr id="5980" name="Google Shape;5980;p464"/>
          <p:cNvSpPr/>
          <p:nvPr/>
        </p:nvSpPr>
        <p:spPr>
          <a:xfrm>
            <a:off x="7759575" y="2928225"/>
            <a:ext cx="1944000" cy="2836800"/>
          </a:xfrm>
          <a:prstGeom prst="rect">
            <a:avLst/>
          </a:prstGeom>
          <a:solidFill>
            <a:srgbClr val="EE0000"/>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rgbClr val="FFFFFF"/>
                </a:solidFill>
                <a:latin typeface="Red Hat Text"/>
                <a:ea typeface="Red Hat Text"/>
                <a:cs typeface="Red Hat Text"/>
                <a:sym typeface="Red Hat Text"/>
              </a:rPr>
              <a:t>Enterprise Integration</a:t>
            </a:r>
            <a:endParaRPr sz="1000">
              <a:solidFill>
                <a:srgbClr val="FFFFFF"/>
              </a:solidFill>
              <a:latin typeface="Red Hat Text"/>
              <a:ea typeface="Red Hat Text"/>
              <a:cs typeface="Red Hat Text"/>
              <a:sym typeface="Red Hat Text"/>
            </a:endParaRPr>
          </a:p>
        </p:txBody>
      </p:sp>
      <p:sp>
        <p:nvSpPr>
          <p:cNvPr id="5981" name="Google Shape;5981;p464"/>
          <p:cNvSpPr/>
          <p:nvPr/>
        </p:nvSpPr>
        <p:spPr>
          <a:xfrm>
            <a:off x="7733527" y="3458025"/>
            <a:ext cx="1344300" cy="8391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Red Hat build of Apache Camel 4 for </a:t>
            </a:r>
            <a:r>
              <a:rPr b="1" lang="en" sz="1000">
                <a:latin typeface="Red Hat Text"/>
                <a:ea typeface="Red Hat Text"/>
                <a:cs typeface="Red Hat Text"/>
                <a:sym typeface="Red Hat Text"/>
              </a:rPr>
              <a:t>Quarkus 3</a:t>
            </a:r>
            <a:endParaRPr b="1" sz="1000">
              <a:latin typeface="Red Hat Text"/>
              <a:ea typeface="Red Hat Text"/>
              <a:cs typeface="Red Hat Text"/>
              <a:sym typeface="Red Hat Text"/>
            </a:endParaRPr>
          </a:p>
        </p:txBody>
      </p:sp>
      <p:sp>
        <p:nvSpPr>
          <p:cNvPr id="5982" name="Google Shape;5982;p464"/>
          <p:cNvSpPr/>
          <p:nvPr/>
        </p:nvSpPr>
        <p:spPr>
          <a:xfrm rot="-5400000">
            <a:off x="8453800" y="4244325"/>
            <a:ext cx="1994400" cy="3888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Camel Operator</a:t>
            </a:r>
            <a:endParaRPr sz="1000">
              <a:latin typeface="Red Hat Text"/>
              <a:ea typeface="Red Hat Text"/>
              <a:cs typeface="Red Hat Text"/>
              <a:sym typeface="Red Hat Text"/>
            </a:endParaRPr>
          </a:p>
        </p:txBody>
      </p:sp>
      <p:sp>
        <p:nvSpPr>
          <p:cNvPr id="5983" name="Google Shape;5983;p464"/>
          <p:cNvSpPr/>
          <p:nvPr/>
        </p:nvSpPr>
        <p:spPr>
          <a:xfrm>
            <a:off x="1999478" y="4033975"/>
            <a:ext cx="1775700" cy="3003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Fuse on </a:t>
            </a:r>
            <a:r>
              <a:rPr b="1" lang="en" sz="1000">
                <a:latin typeface="Red Hat Text"/>
                <a:ea typeface="Red Hat Text"/>
                <a:cs typeface="Red Hat Text"/>
                <a:sym typeface="Red Hat Text"/>
              </a:rPr>
              <a:t>Karaf</a:t>
            </a:r>
            <a:endParaRPr b="1" sz="1000">
              <a:latin typeface="Red Hat Text"/>
              <a:ea typeface="Red Hat Text"/>
              <a:cs typeface="Red Hat Text"/>
              <a:sym typeface="Red Hat Text"/>
            </a:endParaRPr>
          </a:p>
        </p:txBody>
      </p:sp>
      <p:sp>
        <p:nvSpPr>
          <p:cNvPr id="5984" name="Google Shape;5984;p464"/>
          <p:cNvSpPr/>
          <p:nvPr/>
        </p:nvSpPr>
        <p:spPr>
          <a:xfrm>
            <a:off x="1999478" y="4762325"/>
            <a:ext cx="1775700" cy="3003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Fuse on </a:t>
            </a:r>
            <a:r>
              <a:rPr b="1" lang="en" sz="1000">
                <a:latin typeface="Red Hat Text"/>
                <a:ea typeface="Red Hat Text"/>
                <a:cs typeface="Red Hat Text"/>
                <a:sym typeface="Red Hat Text"/>
              </a:rPr>
              <a:t>Spring Boot 2</a:t>
            </a:r>
            <a:endParaRPr b="1" sz="1000">
              <a:latin typeface="Red Hat Text"/>
              <a:ea typeface="Red Hat Text"/>
              <a:cs typeface="Red Hat Text"/>
              <a:sym typeface="Red Hat Text"/>
            </a:endParaRPr>
          </a:p>
        </p:txBody>
      </p:sp>
      <p:sp>
        <p:nvSpPr>
          <p:cNvPr id="5985" name="Google Shape;5985;p464"/>
          <p:cNvSpPr/>
          <p:nvPr/>
        </p:nvSpPr>
        <p:spPr>
          <a:xfrm>
            <a:off x="7733477" y="4586575"/>
            <a:ext cx="1344300" cy="839100"/>
          </a:xfrm>
          <a:prstGeom prst="rect">
            <a:avLst/>
          </a:prstGeom>
          <a:solidFill>
            <a:srgbClr val="EEEEE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ed Hat Text"/>
                <a:ea typeface="Red Hat Text"/>
                <a:cs typeface="Red Hat Text"/>
                <a:sym typeface="Red Hat Text"/>
              </a:rPr>
              <a:t>Red Hat build of Apache Camel 4 for </a:t>
            </a:r>
            <a:r>
              <a:rPr b="1" lang="en" sz="1000">
                <a:latin typeface="Red Hat Text"/>
                <a:ea typeface="Red Hat Text"/>
                <a:cs typeface="Red Hat Text"/>
                <a:sym typeface="Red Hat Text"/>
              </a:rPr>
              <a:t>Spring Boot 3</a:t>
            </a:r>
            <a:endParaRPr b="1" sz="1000">
              <a:latin typeface="Red Hat Text"/>
              <a:ea typeface="Red Hat Text"/>
              <a:cs typeface="Red Hat Text"/>
              <a:sym typeface="Red Hat Text"/>
            </a:endParaRPr>
          </a:p>
        </p:txBody>
      </p:sp>
      <p:cxnSp>
        <p:nvCxnSpPr>
          <p:cNvPr id="5986" name="Google Shape;5986;p464"/>
          <p:cNvCxnSpPr>
            <a:stCxn id="5979" idx="3"/>
          </p:cNvCxnSpPr>
          <p:nvPr/>
        </p:nvCxnSpPr>
        <p:spPr>
          <a:xfrm>
            <a:off x="3775178" y="3455775"/>
            <a:ext cx="3976500" cy="208200"/>
          </a:xfrm>
          <a:prstGeom prst="straightConnector1">
            <a:avLst/>
          </a:prstGeom>
          <a:noFill/>
          <a:ln cap="flat" cmpd="sng" w="28575">
            <a:solidFill>
              <a:srgbClr val="353535"/>
            </a:solidFill>
            <a:prstDash val="solid"/>
            <a:round/>
            <a:headEnd len="med" w="med" type="none"/>
            <a:tailEnd len="med" w="med" type="triangle"/>
          </a:ln>
        </p:spPr>
      </p:cxnSp>
      <p:cxnSp>
        <p:nvCxnSpPr>
          <p:cNvPr id="5987" name="Google Shape;5987;p464"/>
          <p:cNvCxnSpPr>
            <a:stCxn id="5983" idx="3"/>
          </p:cNvCxnSpPr>
          <p:nvPr/>
        </p:nvCxnSpPr>
        <p:spPr>
          <a:xfrm flipH="1" rot="10800000">
            <a:off x="3775178" y="4122625"/>
            <a:ext cx="3987300" cy="61500"/>
          </a:xfrm>
          <a:prstGeom prst="straightConnector1">
            <a:avLst/>
          </a:prstGeom>
          <a:noFill/>
          <a:ln cap="flat" cmpd="sng" w="28575">
            <a:solidFill>
              <a:schemeClr val="dk2"/>
            </a:solidFill>
            <a:prstDash val="solid"/>
            <a:round/>
            <a:headEnd len="med" w="med" type="none"/>
            <a:tailEnd len="med" w="med" type="triangle"/>
          </a:ln>
        </p:spPr>
      </p:cxnSp>
      <p:cxnSp>
        <p:nvCxnSpPr>
          <p:cNvPr id="5988" name="Google Shape;5988;p464"/>
          <p:cNvCxnSpPr>
            <a:stCxn id="5984" idx="3"/>
            <a:endCxn id="5985" idx="1"/>
          </p:cNvCxnSpPr>
          <p:nvPr/>
        </p:nvCxnSpPr>
        <p:spPr>
          <a:xfrm>
            <a:off x="3775178" y="4912475"/>
            <a:ext cx="3958200" cy="93600"/>
          </a:xfrm>
          <a:prstGeom prst="straightConnector1">
            <a:avLst/>
          </a:prstGeom>
          <a:noFill/>
          <a:ln cap="flat" cmpd="sng" w="28575">
            <a:solidFill>
              <a:schemeClr val="dk2"/>
            </a:solidFill>
            <a:prstDash val="solid"/>
            <a:round/>
            <a:headEnd len="med" w="med" type="none"/>
            <a:tailEnd len="med" w="med" type="triangle"/>
          </a:ln>
        </p:spPr>
      </p:cxnSp>
      <p:sp>
        <p:nvSpPr>
          <p:cNvPr id="5989" name="Google Shape;5989;p464"/>
          <p:cNvSpPr txBox="1"/>
          <p:nvPr/>
        </p:nvSpPr>
        <p:spPr>
          <a:xfrm>
            <a:off x="4219963" y="2503650"/>
            <a:ext cx="3086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Quarkus ecosystem includes many of libraries and services common in JBoss</a:t>
            </a:r>
            <a:endParaRPr sz="1600">
              <a:latin typeface="Red Hat Text"/>
              <a:ea typeface="Red Hat Text"/>
              <a:cs typeface="Red Hat Text"/>
              <a:sym typeface="Red Hat Text"/>
            </a:endParaRPr>
          </a:p>
        </p:txBody>
      </p:sp>
      <p:sp>
        <p:nvSpPr>
          <p:cNvPr id="5990" name="Google Shape;5990;p464"/>
          <p:cNvSpPr txBox="1"/>
          <p:nvPr/>
        </p:nvSpPr>
        <p:spPr>
          <a:xfrm>
            <a:off x="4234325" y="5158475"/>
            <a:ext cx="34341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Effortless integration with Camel context and Camel SpringBoot starters</a:t>
            </a:r>
            <a:endParaRPr sz="1600">
              <a:latin typeface="Red Hat Text"/>
              <a:ea typeface="Red Hat Text"/>
              <a:cs typeface="Red Hat Text"/>
              <a:sym typeface="Red Hat Text"/>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94" name="Shape 5994"/>
        <p:cNvGrpSpPr/>
        <p:nvPr/>
      </p:nvGrpSpPr>
      <p:grpSpPr>
        <a:xfrm>
          <a:off x="0" y="0"/>
          <a:ext cx="0" cy="0"/>
          <a:chOff x="0" y="0"/>
          <a:chExt cx="0" cy="0"/>
        </a:xfrm>
      </p:grpSpPr>
      <p:sp>
        <p:nvSpPr>
          <p:cNvPr id="5995" name="Google Shape;5995;p465"/>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Fuse to Camel</a:t>
            </a:r>
            <a:endParaRPr/>
          </a:p>
        </p:txBody>
      </p:sp>
      <p:sp>
        <p:nvSpPr>
          <p:cNvPr id="5996" name="Google Shape;5996;p465"/>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997" name="Google Shape;5997;p465"/>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rPr lang="en"/>
              <a:t>Service Offering</a:t>
            </a:r>
            <a:endParaRPr/>
          </a:p>
        </p:txBody>
      </p:sp>
      <p:sp>
        <p:nvSpPr>
          <p:cNvPr id="5998" name="Google Shape;5998;p465"/>
          <p:cNvSpPr/>
          <p:nvPr/>
        </p:nvSpPr>
        <p:spPr>
          <a:xfrm>
            <a:off x="8288045" y="3403401"/>
            <a:ext cx="3253200" cy="810300"/>
          </a:xfrm>
          <a:prstGeom prst="chevron">
            <a:avLst>
              <a:gd fmla="val 50000" name="adj"/>
            </a:avLst>
          </a:prstGeom>
          <a:noFill/>
          <a:ln cap="flat" cmpd="sng" w="28575">
            <a:solidFill>
              <a:srgbClr val="820000"/>
            </a:solidFill>
            <a:prstDash val="solid"/>
            <a:round/>
            <a:headEnd len="sm" w="sm" type="none"/>
            <a:tailEnd len="sm" w="sm" type="none"/>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5999" name="Google Shape;5999;p465"/>
          <p:cNvSpPr/>
          <p:nvPr/>
        </p:nvSpPr>
        <p:spPr>
          <a:xfrm>
            <a:off x="4514387" y="3405067"/>
            <a:ext cx="4035900" cy="810300"/>
          </a:xfrm>
          <a:prstGeom prst="chevron">
            <a:avLst>
              <a:gd fmla="val 50000" name="adj"/>
            </a:avLst>
          </a:prstGeom>
          <a:solidFill>
            <a:srgbClr val="FFFFFF"/>
          </a:solidFill>
          <a:ln cap="flat" cmpd="sng" w="28575">
            <a:solidFill>
              <a:srgbClr val="820000"/>
            </a:solidFill>
            <a:prstDash val="solid"/>
            <a:round/>
            <a:headEnd len="sm" w="sm" type="none"/>
            <a:tailEnd len="sm" w="sm" type="none"/>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6000" name="Google Shape;6000;p465"/>
          <p:cNvSpPr txBox="1"/>
          <p:nvPr/>
        </p:nvSpPr>
        <p:spPr>
          <a:xfrm>
            <a:off x="4203218" y="2405446"/>
            <a:ext cx="3513300" cy="473700"/>
          </a:xfrm>
          <a:prstGeom prst="rect">
            <a:avLst/>
          </a:prstGeom>
          <a:noFill/>
          <a:ln>
            <a:noFill/>
          </a:ln>
        </p:spPr>
        <p:txBody>
          <a:bodyPr anchorCtr="0" anchor="ctr" bIns="162525" lIns="162525" spcFirstLastPara="1" rIns="162525" wrap="square" tIns="162525">
            <a:noAutofit/>
          </a:bodyPr>
          <a:lstStyle/>
          <a:p>
            <a:pPr indent="0" lvl="0" marL="0" marR="0" rtl="0" algn="ctr">
              <a:lnSpc>
                <a:spcPct val="100000"/>
              </a:lnSpc>
              <a:spcBef>
                <a:spcPts val="0"/>
              </a:spcBef>
              <a:spcAft>
                <a:spcPts val="0"/>
              </a:spcAft>
              <a:buNone/>
            </a:pPr>
            <a:r>
              <a:rPr lang="en" sz="2400">
                <a:latin typeface="Red Hat Display"/>
                <a:ea typeface="Red Hat Display"/>
                <a:cs typeface="Red Hat Display"/>
                <a:sym typeface="Red Hat Display"/>
              </a:rPr>
              <a:t>Collaboration</a:t>
            </a:r>
            <a:endParaRPr sz="3200">
              <a:latin typeface="Red Hat Display"/>
              <a:ea typeface="Red Hat Display"/>
              <a:cs typeface="Red Hat Display"/>
              <a:sym typeface="Red Hat Display"/>
            </a:endParaRPr>
          </a:p>
        </p:txBody>
      </p:sp>
      <p:sp>
        <p:nvSpPr>
          <p:cNvPr id="6001" name="Google Shape;6001;p465"/>
          <p:cNvSpPr/>
          <p:nvPr/>
        </p:nvSpPr>
        <p:spPr>
          <a:xfrm>
            <a:off x="2203129" y="3405067"/>
            <a:ext cx="2573700" cy="810300"/>
          </a:xfrm>
          <a:prstGeom prst="chevron">
            <a:avLst>
              <a:gd fmla="val 50000" name="adj"/>
            </a:avLst>
          </a:prstGeom>
          <a:solidFill>
            <a:srgbClr val="FFFFFF"/>
          </a:solidFill>
          <a:ln cap="flat" cmpd="sng" w="28575">
            <a:solidFill>
              <a:srgbClr val="EE0000"/>
            </a:solidFill>
            <a:prstDash val="solid"/>
            <a:round/>
            <a:headEnd len="sm" w="sm" type="none"/>
            <a:tailEnd len="sm" w="sm" type="none"/>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pic>
        <p:nvPicPr>
          <p:cNvPr id="6002" name="Google Shape;6002;p465"/>
          <p:cNvPicPr preferRelativeResize="0"/>
          <p:nvPr/>
        </p:nvPicPr>
        <p:blipFill rotWithShape="1">
          <a:blip r:embed="rId3">
            <a:alphaModFix/>
          </a:blip>
          <a:srcRect b="1728" l="0" r="0" t="1719"/>
          <a:stretch/>
        </p:blipFill>
        <p:spPr>
          <a:xfrm>
            <a:off x="4126283" y="2237325"/>
            <a:ext cx="810825" cy="785125"/>
          </a:xfrm>
          <a:prstGeom prst="rect">
            <a:avLst/>
          </a:prstGeom>
          <a:noFill/>
          <a:ln>
            <a:noFill/>
          </a:ln>
        </p:spPr>
      </p:pic>
      <p:sp>
        <p:nvSpPr>
          <p:cNvPr id="6003" name="Google Shape;6003;p465"/>
          <p:cNvSpPr txBox="1"/>
          <p:nvPr/>
        </p:nvSpPr>
        <p:spPr>
          <a:xfrm>
            <a:off x="3107167" y="3489067"/>
            <a:ext cx="1346100" cy="648900"/>
          </a:xfrm>
          <a:prstGeom prst="rect">
            <a:avLst/>
          </a:prstGeom>
          <a:noFill/>
          <a:ln>
            <a:noFill/>
          </a:ln>
        </p:spPr>
        <p:txBody>
          <a:bodyPr anchorCtr="0" anchor="ctr" bIns="162525" lIns="162525" spcFirstLastPara="1" rIns="162525" wrap="square" tIns="162525">
            <a:noAutofit/>
          </a:bodyPr>
          <a:lstStyle/>
          <a:p>
            <a:pPr indent="0" lvl="0" marL="0" rtl="0" algn="l">
              <a:spcBef>
                <a:spcPts val="0"/>
              </a:spcBef>
              <a:spcAft>
                <a:spcPts val="0"/>
              </a:spcAft>
              <a:buNone/>
            </a:pPr>
            <a:r>
              <a:rPr b="1" lang="en" sz="1200">
                <a:latin typeface="Red Hat Display"/>
                <a:ea typeface="Red Hat Display"/>
                <a:cs typeface="Red Hat Display"/>
                <a:sym typeface="Red Hat Display"/>
              </a:rPr>
              <a:t>Navigate and Sketch</a:t>
            </a:r>
            <a:endParaRPr b="1" sz="1200">
              <a:latin typeface="Red Hat Display"/>
              <a:ea typeface="Red Hat Display"/>
              <a:cs typeface="Red Hat Display"/>
              <a:sym typeface="Red Hat Display"/>
            </a:endParaRPr>
          </a:p>
          <a:p>
            <a:pPr indent="0" lvl="0" marL="0" rtl="0" algn="l">
              <a:spcBef>
                <a:spcPts val="0"/>
              </a:spcBef>
              <a:spcAft>
                <a:spcPts val="0"/>
              </a:spcAft>
              <a:buClr>
                <a:srgbClr val="000000"/>
              </a:buClr>
              <a:buSzPts val="2000"/>
              <a:buFont typeface="Arial"/>
              <a:buNone/>
            </a:pPr>
            <a:r>
              <a:rPr lang="en" sz="1100">
                <a:latin typeface="Red Hat Display"/>
                <a:ea typeface="Red Hat Display"/>
                <a:cs typeface="Red Hat Display"/>
                <a:sym typeface="Red Hat Display"/>
              </a:rPr>
              <a:t>2 Weeks</a:t>
            </a:r>
            <a:endParaRPr sz="1100">
              <a:latin typeface="Red Hat Display"/>
              <a:ea typeface="Red Hat Display"/>
              <a:cs typeface="Red Hat Display"/>
              <a:sym typeface="Red Hat Display"/>
            </a:endParaRPr>
          </a:p>
        </p:txBody>
      </p:sp>
      <p:pic>
        <p:nvPicPr>
          <p:cNvPr id="6004" name="Google Shape;6004;p465"/>
          <p:cNvPicPr preferRelativeResize="0"/>
          <p:nvPr/>
        </p:nvPicPr>
        <p:blipFill rotWithShape="1">
          <a:blip r:embed="rId4">
            <a:alphaModFix/>
          </a:blip>
          <a:srcRect b="1588" l="0" r="0" t="1578"/>
          <a:stretch/>
        </p:blipFill>
        <p:spPr>
          <a:xfrm>
            <a:off x="5027795" y="3420920"/>
            <a:ext cx="810829" cy="785167"/>
          </a:xfrm>
          <a:prstGeom prst="rect">
            <a:avLst/>
          </a:prstGeom>
          <a:noFill/>
          <a:ln>
            <a:noFill/>
          </a:ln>
        </p:spPr>
      </p:pic>
      <p:sp>
        <p:nvSpPr>
          <p:cNvPr id="6005" name="Google Shape;6005;p465"/>
          <p:cNvSpPr txBox="1"/>
          <p:nvPr/>
        </p:nvSpPr>
        <p:spPr>
          <a:xfrm>
            <a:off x="5757266" y="3489067"/>
            <a:ext cx="2264400" cy="648900"/>
          </a:xfrm>
          <a:prstGeom prst="rect">
            <a:avLst/>
          </a:prstGeom>
          <a:noFill/>
          <a:ln>
            <a:noFill/>
          </a:ln>
        </p:spPr>
        <p:txBody>
          <a:bodyPr anchorCtr="0" anchor="ctr" bIns="162525" lIns="162525" spcFirstLastPara="1" rIns="162525" wrap="square" tIns="162525">
            <a:noAutofit/>
          </a:bodyPr>
          <a:lstStyle/>
          <a:p>
            <a:pPr indent="0" lvl="0" marL="0" rtl="0" algn="l">
              <a:spcBef>
                <a:spcPts val="0"/>
              </a:spcBef>
              <a:spcAft>
                <a:spcPts val="0"/>
              </a:spcAft>
              <a:buNone/>
            </a:pPr>
            <a:r>
              <a:rPr b="1" lang="en" sz="1200">
                <a:solidFill>
                  <a:srgbClr val="000000"/>
                </a:solidFill>
                <a:latin typeface="Red Hat Display"/>
                <a:ea typeface="Red Hat Display"/>
                <a:cs typeface="Red Hat Display"/>
                <a:sym typeface="Red Hat Display"/>
              </a:rPr>
              <a:t>MVP Solution &amp; Validation</a:t>
            </a:r>
            <a:endParaRPr b="1" sz="1200">
              <a:latin typeface="Red Hat Display"/>
              <a:ea typeface="Red Hat Display"/>
              <a:cs typeface="Red Hat Display"/>
              <a:sym typeface="Red Hat Display"/>
            </a:endParaRPr>
          </a:p>
          <a:p>
            <a:pPr indent="0" lvl="0" marL="0" rtl="0" algn="l">
              <a:spcBef>
                <a:spcPts val="0"/>
              </a:spcBef>
              <a:spcAft>
                <a:spcPts val="0"/>
              </a:spcAft>
              <a:buClr>
                <a:srgbClr val="000000"/>
              </a:buClr>
              <a:buSzPts val="2000"/>
              <a:buFont typeface="Arial"/>
              <a:buNone/>
            </a:pPr>
            <a:r>
              <a:rPr lang="en" sz="1100">
                <a:latin typeface="Red Hat Display"/>
                <a:ea typeface="Red Hat Display"/>
                <a:cs typeface="Red Hat Display"/>
                <a:sym typeface="Red Hat Display"/>
              </a:rPr>
              <a:t>10-12 Weeks</a:t>
            </a:r>
            <a:endParaRPr sz="1100">
              <a:latin typeface="Red Hat Display"/>
              <a:ea typeface="Red Hat Display"/>
              <a:cs typeface="Red Hat Display"/>
              <a:sym typeface="Red Hat Display"/>
            </a:endParaRPr>
          </a:p>
        </p:txBody>
      </p:sp>
      <p:pic>
        <p:nvPicPr>
          <p:cNvPr id="6006" name="Google Shape;6006;p465"/>
          <p:cNvPicPr preferRelativeResize="0"/>
          <p:nvPr/>
        </p:nvPicPr>
        <p:blipFill rotWithShape="1">
          <a:blip r:embed="rId5">
            <a:alphaModFix/>
          </a:blip>
          <a:srcRect b="1588" l="0" r="0" t="1578"/>
          <a:stretch/>
        </p:blipFill>
        <p:spPr>
          <a:xfrm>
            <a:off x="8784485" y="3420919"/>
            <a:ext cx="810829" cy="785170"/>
          </a:xfrm>
          <a:prstGeom prst="rect">
            <a:avLst/>
          </a:prstGeom>
          <a:noFill/>
          <a:ln>
            <a:noFill/>
          </a:ln>
        </p:spPr>
      </p:pic>
      <p:sp>
        <p:nvSpPr>
          <p:cNvPr id="6007" name="Google Shape;6007;p465"/>
          <p:cNvSpPr/>
          <p:nvPr/>
        </p:nvSpPr>
        <p:spPr>
          <a:xfrm>
            <a:off x="475071" y="3397650"/>
            <a:ext cx="1990500" cy="810300"/>
          </a:xfrm>
          <a:prstGeom prst="homePlate">
            <a:avLst>
              <a:gd fmla="val 50000" name="adj"/>
            </a:avLst>
          </a:prstGeom>
          <a:noFill/>
          <a:ln cap="flat" cmpd="sng" w="28575">
            <a:solidFill>
              <a:srgbClr val="595959"/>
            </a:solidFill>
            <a:prstDash val="solid"/>
            <a:round/>
            <a:headEnd len="sm" w="sm" type="none"/>
            <a:tailEnd len="sm" w="sm" type="none"/>
          </a:ln>
        </p:spPr>
        <p:txBody>
          <a:bodyPr anchorCtr="0" anchor="ctr" bIns="162525" lIns="162525" spcFirstLastPara="1" rIns="162525" wrap="square" tIns="162525">
            <a:noAutofit/>
          </a:bodyPr>
          <a:lstStyle/>
          <a:p>
            <a:pPr indent="0" lvl="0" marL="0" rtl="0" algn="l">
              <a:spcBef>
                <a:spcPts val="0"/>
              </a:spcBef>
              <a:spcAft>
                <a:spcPts val="0"/>
              </a:spcAft>
              <a:buNone/>
            </a:pPr>
            <a:r>
              <a:t/>
            </a:r>
            <a:endParaRPr sz="1500">
              <a:latin typeface="Red Hat Display"/>
              <a:ea typeface="Red Hat Display"/>
              <a:cs typeface="Red Hat Display"/>
              <a:sym typeface="Red Hat Display"/>
            </a:endParaRPr>
          </a:p>
        </p:txBody>
      </p:sp>
      <p:sp>
        <p:nvSpPr>
          <p:cNvPr id="6008" name="Google Shape;6008;p465"/>
          <p:cNvSpPr txBox="1"/>
          <p:nvPr/>
        </p:nvSpPr>
        <p:spPr>
          <a:xfrm>
            <a:off x="962826" y="3453500"/>
            <a:ext cx="1346100" cy="720000"/>
          </a:xfrm>
          <a:prstGeom prst="rect">
            <a:avLst/>
          </a:prstGeom>
          <a:noFill/>
          <a:ln>
            <a:noFill/>
          </a:ln>
        </p:spPr>
        <p:txBody>
          <a:bodyPr anchorCtr="0" anchor="ctr" bIns="162525" lIns="162525" spcFirstLastPara="1" rIns="162525" wrap="square" tIns="162525">
            <a:noAutofit/>
          </a:bodyPr>
          <a:lstStyle/>
          <a:p>
            <a:pPr indent="0" lvl="0" marL="0" rtl="0" algn="ctr">
              <a:spcBef>
                <a:spcPts val="0"/>
              </a:spcBef>
              <a:spcAft>
                <a:spcPts val="0"/>
              </a:spcAft>
              <a:buNone/>
            </a:pPr>
            <a:r>
              <a:rPr b="1" lang="en" sz="1200">
                <a:latin typeface="Red Hat Display"/>
                <a:ea typeface="Red Hat Display"/>
                <a:cs typeface="Red Hat Display"/>
                <a:sym typeface="Red Hat Display"/>
              </a:rPr>
              <a:t>Proof of Value</a:t>
            </a:r>
            <a:endParaRPr b="1" sz="1200">
              <a:latin typeface="Red Hat Display"/>
              <a:ea typeface="Red Hat Display"/>
              <a:cs typeface="Red Hat Display"/>
              <a:sym typeface="Red Hat Display"/>
            </a:endParaRPr>
          </a:p>
          <a:p>
            <a:pPr indent="0" lvl="0" marL="0" rtl="0" algn="ctr">
              <a:spcBef>
                <a:spcPts val="0"/>
              </a:spcBef>
              <a:spcAft>
                <a:spcPts val="0"/>
              </a:spcAft>
              <a:buNone/>
            </a:pPr>
            <a:r>
              <a:rPr lang="en" sz="1300">
                <a:latin typeface="Red Hat Display"/>
                <a:ea typeface="Red Hat Display"/>
                <a:cs typeface="Red Hat Display"/>
                <a:sym typeface="Red Hat Display"/>
              </a:rPr>
              <a:t>1 Week</a:t>
            </a:r>
            <a:endParaRPr sz="1300">
              <a:latin typeface="Red Hat Display"/>
              <a:ea typeface="Red Hat Display"/>
              <a:cs typeface="Red Hat Display"/>
              <a:sym typeface="Red Hat Display"/>
            </a:endParaRPr>
          </a:p>
        </p:txBody>
      </p:sp>
      <p:sp>
        <p:nvSpPr>
          <p:cNvPr id="6009" name="Google Shape;6009;p465"/>
          <p:cNvSpPr/>
          <p:nvPr/>
        </p:nvSpPr>
        <p:spPr>
          <a:xfrm>
            <a:off x="445600" y="4650238"/>
            <a:ext cx="1757700" cy="305700"/>
          </a:xfrm>
          <a:prstGeom prst="parallelogram">
            <a:avLst>
              <a:gd fmla="val 25000" name="adj"/>
            </a:avLst>
          </a:prstGeom>
          <a:solidFill>
            <a:srgbClr val="EBEBEB"/>
          </a:solidFill>
          <a:ln>
            <a:noFill/>
          </a:ln>
        </p:spPr>
        <p:txBody>
          <a:bodyPr anchorCtr="0" anchor="ctr" bIns="121900" lIns="0" spcFirstLastPara="1" rIns="0" wrap="square" tIns="121900">
            <a:noAutofit/>
          </a:bodyPr>
          <a:lstStyle/>
          <a:p>
            <a:pPr indent="0" lvl="0" marL="0" rtl="0" algn="ctr">
              <a:spcBef>
                <a:spcPts val="0"/>
              </a:spcBef>
              <a:spcAft>
                <a:spcPts val="0"/>
              </a:spcAft>
              <a:buNone/>
            </a:pPr>
            <a:r>
              <a:rPr b="1" lang="en" sz="1300">
                <a:latin typeface="Red Hat Display"/>
                <a:ea typeface="Red Hat Display"/>
                <a:cs typeface="Red Hat Display"/>
                <a:sym typeface="Red Hat Display"/>
              </a:rPr>
              <a:t>Pre-sales</a:t>
            </a:r>
            <a:endParaRPr b="1" sz="1300">
              <a:latin typeface="Red Hat Display"/>
              <a:ea typeface="Red Hat Display"/>
              <a:cs typeface="Red Hat Display"/>
              <a:sym typeface="Red Hat Display"/>
            </a:endParaRPr>
          </a:p>
        </p:txBody>
      </p:sp>
      <p:pic>
        <p:nvPicPr>
          <p:cNvPr id="6010" name="Google Shape;6010;p465"/>
          <p:cNvPicPr preferRelativeResize="0"/>
          <p:nvPr/>
        </p:nvPicPr>
        <p:blipFill rotWithShape="1">
          <a:blip r:embed="rId6">
            <a:alphaModFix/>
          </a:blip>
          <a:srcRect b="2893" l="0" r="0" t="2883"/>
          <a:stretch/>
        </p:blipFill>
        <p:spPr>
          <a:xfrm>
            <a:off x="610112" y="3489025"/>
            <a:ext cx="686802" cy="648956"/>
          </a:xfrm>
          <a:prstGeom prst="rect">
            <a:avLst/>
          </a:prstGeom>
          <a:noFill/>
          <a:ln>
            <a:noFill/>
          </a:ln>
        </p:spPr>
      </p:pic>
      <p:sp>
        <p:nvSpPr>
          <p:cNvPr id="6011" name="Google Shape;6011;p465"/>
          <p:cNvSpPr txBox="1"/>
          <p:nvPr/>
        </p:nvSpPr>
        <p:spPr>
          <a:xfrm>
            <a:off x="3136540" y="5472767"/>
            <a:ext cx="2790300" cy="4056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2400">
                <a:latin typeface="Red Hat Display"/>
                <a:ea typeface="Red Hat Display"/>
                <a:cs typeface="Red Hat Display"/>
                <a:sym typeface="Red Hat Display"/>
              </a:rPr>
              <a:t>Red Hat leads</a:t>
            </a:r>
            <a:endParaRPr sz="2400">
              <a:latin typeface="Red Hat Display"/>
              <a:ea typeface="Red Hat Display"/>
              <a:cs typeface="Red Hat Display"/>
              <a:sym typeface="Red Hat Display"/>
            </a:endParaRPr>
          </a:p>
        </p:txBody>
      </p:sp>
      <p:sp>
        <p:nvSpPr>
          <p:cNvPr id="6012" name="Google Shape;6012;p465"/>
          <p:cNvSpPr txBox="1"/>
          <p:nvPr/>
        </p:nvSpPr>
        <p:spPr>
          <a:xfrm>
            <a:off x="8437287" y="5472767"/>
            <a:ext cx="2954700" cy="4056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2400">
                <a:latin typeface="Red Hat Display"/>
                <a:ea typeface="Red Hat Display"/>
                <a:cs typeface="Red Hat Display"/>
                <a:sym typeface="Red Hat Display"/>
              </a:rPr>
              <a:t>Customer leads</a:t>
            </a:r>
            <a:endParaRPr sz="2400">
              <a:latin typeface="Red Hat Display"/>
              <a:ea typeface="Red Hat Display"/>
              <a:cs typeface="Red Hat Display"/>
              <a:sym typeface="Red Hat Display"/>
            </a:endParaRPr>
          </a:p>
        </p:txBody>
      </p:sp>
      <p:pic>
        <p:nvPicPr>
          <p:cNvPr id="6013" name="Google Shape;6013;p465"/>
          <p:cNvPicPr preferRelativeResize="0"/>
          <p:nvPr/>
        </p:nvPicPr>
        <p:blipFill rotWithShape="1">
          <a:blip r:embed="rId7">
            <a:alphaModFix/>
          </a:blip>
          <a:srcRect b="1588" l="0" r="0" t="1578"/>
          <a:stretch/>
        </p:blipFill>
        <p:spPr>
          <a:xfrm>
            <a:off x="7882962" y="5231999"/>
            <a:ext cx="810834" cy="785159"/>
          </a:xfrm>
          <a:prstGeom prst="rect">
            <a:avLst/>
          </a:prstGeom>
          <a:noFill/>
          <a:ln>
            <a:noFill/>
          </a:ln>
        </p:spPr>
      </p:pic>
      <p:sp>
        <p:nvSpPr>
          <p:cNvPr id="6014" name="Google Shape;6014;p465"/>
          <p:cNvSpPr txBox="1"/>
          <p:nvPr/>
        </p:nvSpPr>
        <p:spPr>
          <a:xfrm>
            <a:off x="3760312" y="4257558"/>
            <a:ext cx="1923300" cy="4056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1300">
                <a:latin typeface="Red Hat Display"/>
                <a:ea typeface="Red Hat Display"/>
                <a:cs typeface="Red Hat Display"/>
                <a:sym typeface="Red Hat Display"/>
              </a:rPr>
              <a:t>Pilot Engagement</a:t>
            </a:r>
            <a:endParaRPr sz="1300">
              <a:latin typeface="Red Hat Display"/>
              <a:ea typeface="Red Hat Display"/>
              <a:cs typeface="Red Hat Display"/>
              <a:sym typeface="Red Hat Display"/>
            </a:endParaRPr>
          </a:p>
        </p:txBody>
      </p:sp>
      <p:sp>
        <p:nvSpPr>
          <p:cNvPr id="6015" name="Google Shape;6015;p465"/>
          <p:cNvSpPr txBox="1"/>
          <p:nvPr/>
        </p:nvSpPr>
        <p:spPr>
          <a:xfrm>
            <a:off x="8389000" y="4264179"/>
            <a:ext cx="2954700" cy="405600"/>
          </a:xfrm>
          <a:prstGeom prst="rect">
            <a:avLst/>
          </a:prstGeom>
          <a:no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 sz="1300">
                <a:latin typeface="Red Hat Display"/>
                <a:ea typeface="Red Hat Display"/>
                <a:cs typeface="Red Hat Display"/>
                <a:sym typeface="Red Hat Display"/>
              </a:rPr>
              <a:t>Increment 2 and beyond</a:t>
            </a:r>
            <a:endParaRPr sz="1300">
              <a:latin typeface="Red Hat Display"/>
              <a:ea typeface="Red Hat Display"/>
              <a:cs typeface="Red Hat Display"/>
              <a:sym typeface="Red Hat Display"/>
            </a:endParaRPr>
          </a:p>
        </p:txBody>
      </p:sp>
      <p:pic>
        <p:nvPicPr>
          <p:cNvPr id="6016" name="Google Shape;6016;p465"/>
          <p:cNvPicPr preferRelativeResize="0"/>
          <p:nvPr/>
        </p:nvPicPr>
        <p:blipFill>
          <a:blip r:embed="rId8">
            <a:alphaModFix/>
          </a:blip>
          <a:stretch>
            <a:fillRect/>
          </a:stretch>
        </p:blipFill>
        <p:spPr>
          <a:xfrm>
            <a:off x="2702527" y="5401550"/>
            <a:ext cx="627337" cy="473700"/>
          </a:xfrm>
          <a:prstGeom prst="rect">
            <a:avLst/>
          </a:prstGeom>
          <a:noFill/>
          <a:ln>
            <a:noFill/>
          </a:ln>
        </p:spPr>
      </p:pic>
      <p:sp>
        <p:nvSpPr>
          <p:cNvPr id="6017" name="Google Shape;6017;p465"/>
          <p:cNvSpPr/>
          <p:nvPr/>
        </p:nvSpPr>
        <p:spPr>
          <a:xfrm>
            <a:off x="475071" y="2944025"/>
            <a:ext cx="11067126" cy="283000"/>
          </a:xfrm>
          <a:custGeom>
            <a:rect b="b" l="l" r="r" t="t"/>
            <a:pathLst>
              <a:path extrusionOk="0" h="11320" w="422611">
                <a:moveTo>
                  <a:pt x="0" y="11320"/>
                </a:moveTo>
                <a:lnTo>
                  <a:pt x="0" y="5660"/>
                </a:lnTo>
                <a:lnTo>
                  <a:pt x="211305" y="5660"/>
                </a:lnTo>
                <a:lnTo>
                  <a:pt x="211305" y="0"/>
                </a:lnTo>
                <a:lnTo>
                  <a:pt x="211305" y="5660"/>
                </a:lnTo>
                <a:lnTo>
                  <a:pt x="422611" y="5660"/>
                </a:lnTo>
                <a:lnTo>
                  <a:pt x="422611" y="11320"/>
                </a:lnTo>
              </a:path>
            </a:pathLst>
          </a:custGeom>
          <a:noFill/>
          <a:ln cap="flat" cmpd="sng" w="19050">
            <a:solidFill>
              <a:srgbClr val="999999"/>
            </a:solidFill>
            <a:prstDash val="solid"/>
            <a:round/>
            <a:headEnd len="med" w="med" type="none"/>
            <a:tailEnd len="med" w="med" type="none"/>
          </a:ln>
        </p:spPr>
      </p:sp>
      <p:sp>
        <p:nvSpPr>
          <p:cNvPr id="6018" name="Google Shape;6018;p465"/>
          <p:cNvSpPr/>
          <p:nvPr/>
        </p:nvSpPr>
        <p:spPr>
          <a:xfrm rot="10800000">
            <a:off x="475307" y="5001425"/>
            <a:ext cx="7763364" cy="283000"/>
          </a:xfrm>
          <a:custGeom>
            <a:rect b="b" l="l" r="r" t="t"/>
            <a:pathLst>
              <a:path extrusionOk="0" h="11320" w="422611">
                <a:moveTo>
                  <a:pt x="0" y="11320"/>
                </a:moveTo>
                <a:lnTo>
                  <a:pt x="0" y="5660"/>
                </a:lnTo>
                <a:lnTo>
                  <a:pt x="211305" y="5660"/>
                </a:lnTo>
                <a:lnTo>
                  <a:pt x="211305" y="0"/>
                </a:lnTo>
                <a:lnTo>
                  <a:pt x="211305" y="5660"/>
                </a:lnTo>
                <a:lnTo>
                  <a:pt x="422611" y="5660"/>
                </a:lnTo>
                <a:lnTo>
                  <a:pt x="422611" y="11320"/>
                </a:lnTo>
              </a:path>
            </a:pathLst>
          </a:custGeom>
          <a:noFill/>
          <a:ln cap="flat" cmpd="sng" w="19050">
            <a:solidFill>
              <a:srgbClr val="999999"/>
            </a:solidFill>
            <a:prstDash val="solid"/>
            <a:round/>
            <a:headEnd len="med" w="med" type="none"/>
            <a:tailEnd len="med" w="med" type="none"/>
          </a:ln>
        </p:spPr>
      </p:sp>
      <p:sp>
        <p:nvSpPr>
          <p:cNvPr id="6019" name="Google Shape;6019;p465"/>
          <p:cNvSpPr/>
          <p:nvPr/>
        </p:nvSpPr>
        <p:spPr>
          <a:xfrm rot="10800000">
            <a:off x="8342081" y="5001425"/>
            <a:ext cx="3199165" cy="283000"/>
          </a:xfrm>
          <a:custGeom>
            <a:rect b="b" l="l" r="r" t="t"/>
            <a:pathLst>
              <a:path extrusionOk="0" h="11320" w="422611">
                <a:moveTo>
                  <a:pt x="0" y="11320"/>
                </a:moveTo>
                <a:lnTo>
                  <a:pt x="0" y="5660"/>
                </a:lnTo>
                <a:lnTo>
                  <a:pt x="211305" y="5660"/>
                </a:lnTo>
                <a:lnTo>
                  <a:pt x="211305" y="0"/>
                </a:lnTo>
                <a:lnTo>
                  <a:pt x="211305" y="5660"/>
                </a:lnTo>
                <a:lnTo>
                  <a:pt x="422611" y="5660"/>
                </a:lnTo>
                <a:lnTo>
                  <a:pt x="422611" y="11320"/>
                </a:lnTo>
              </a:path>
            </a:pathLst>
          </a:custGeom>
          <a:noFill/>
          <a:ln cap="flat" cmpd="sng" w="19050">
            <a:solidFill>
              <a:srgbClr val="999999"/>
            </a:solidFill>
            <a:prstDash val="solid"/>
            <a:round/>
            <a:headEnd len="med" w="med" type="none"/>
            <a:tailEnd len="med" w="med" type="none"/>
          </a:ln>
        </p:spPr>
      </p:sp>
      <p:sp>
        <p:nvSpPr>
          <p:cNvPr id="6020" name="Google Shape;6020;p465"/>
          <p:cNvSpPr/>
          <p:nvPr/>
        </p:nvSpPr>
        <p:spPr>
          <a:xfrm>
            <a:off x="2203133" y="4650204"/>
            <a:ext cx="9338100" cy="305700"/>
          </a:xfrm>
          <a:prstGeom prst="parallelogram">
            <a:avLst>
              <a:gd fmla="val 25000" name="adj"/>
            </a:avLst>
          </a:prstGeom>
          <a:solidFill>
            <a:srgbClr val="EBEBEB"/>
          </a:solidFill>
          <a:ln>
            <a:noFill/>
          </a:ln>
        </p:spPr>
        <p:txBody>
          <a:bodyPr anchorCtr="0" anchor="ctr" bIns="121900" lIns="0" spcFirstLastPara="1" rIns="0" wrap="square" tIns="121900">
            <a:noAutofit/>
          </a:bodyPr>
          <a:lstStyle/>
          <a:p>
            <a:pPr indent="0" lvl="0" marL="0" rtl="0" algn="ctr">
              <a:spcBef>
                <a:spcPts val="0"/>
              </a:spcBef>
              <a:spcAft>
                <a:spcPts val="0"/>
              </a:spcAft>
              <a:buNone/>
            </a:pPr>
            <a:r>
              <a:rPr b="1" lang="en" sz="1300">
                <a:latin typeface="Red Hat Display"/>
                <a:ea typeface="Red Hat Display"/>
                <a:cs typeface="Red Hat Display"/>
                <a:sym typeface="Red Hat Display"/>
              </a:rPr>
              <a:t>Consulting</a:t>
            </a:r>
            <a:endParaRPr b="1" sz="1300">
              <a:latin typeface="Red Hat Display"/>
              <a:ea typeface="Red Hat Display"/>
              <a:cs typeface="Red Hat Display"/>
              <a:sym typeface="Red Hat Display"/>
            </a:endParaRPr>
          </a:p>
        </p:txBody>
      </p:sp>
      <p:sp>
        <p:nvSpPr>
          <p:cNvPr id="6021" name="Google Shape;6021;p465"/>
          <p:cNvSpPr txBox="1"/>
          <p:nvPr/>
        </p:nvSpPr>
        <p:spPr>
          <a:xfrm>
            <a:off x="9325673" y="3489075"/>
            <a:ext cx="1757700" cy="648900"/>
          </a:xfrm>
          <a:prstGeom prst="rect">
            <a:avLst/>
          </a:prstGeom>
          <a:noFill/>
          <a:ln>
            <a:noFill/>
          </a:ln>
        </p:spPr>
        <p:txBody>
          <a:bodyPr anchorCtr="0" anchor="ctr" bIns="162525" lIns="162525" spcFirstLastPara="1" rIns="162525" wrap="square" tIns="162525">
            <a:noAutofit/>
          </a:bodyPr>
          <a:lstStyle/>
          <a:p>
            <a:pPr indent="0" lvl="0" marL="0" rtl="0" algn="l">
              <a:spcBef>
                <a:spcPts val="0"/>
              </a:spcBef>
              <a:spcAft>
                <a:spcPts val="0"/>
              </a:spcAft>
              <a:buClr>
                <a:srgbClr val="000000"/>
              </a:buClr>
              <a:buSzPts val="1100"/>
              <a:buFont typeface="Arial"/>
              <a:buNone/>
            </a:pPr>
            <a:r>
              <a:rPr b="1" lang="en" sz="1200">
                <a:latin typeface="Red Hat Display"/>
                <a:ea typeface="Red Hat Display"/>
                <a:cs typeface="Red Hat Display"/>
                <a:sym typeface="Red Hat Display"/>
              </a:rPr>
              <a:t>Scaled delivery</a:t>
            </a:r>
            <a:endParaRPr b="1" sz="1200">
              <a:latin typeface="Red Hat Display"/>
              <a:ea typeface="Red Hat Display"/>
              <a:cs typeface="Red Hat Display"/>
              <a:sym typeface="Red Hat Display"/>
            </a:endParaRPr>
          </a:p>
          <a:p>
            <a:pPr indent="0" lvl="0" marL="0" rtl="0" algn="l">
              <a:spcBef>
                <a:spcPts val="0"/>
              </a:spcBef>
              <a:spcAft>
                <a:spcPts val="0"/>
              </a:spcAft>
              <a:buClr>
                <a:srgbClr val="000000"/>
              </a:buClr>
              <a:buSzPts val="1100"/>
              <a:buFont typeface="Arial"/>
              <a:buNone/>
            </a:pPr>
            <a:r>
              <a:rPr lang="en" sz="1200">
                <a:latin typeface="Red Hat Display"/>
                <a:ea typeface="Red Hat Display"/>
                <a:cs typeface="Red Hat Display"/>
                <a:sym typeface="Red Hat Display"/>
              </a:rPr>
              <a:t>varies by customer</a:t>
            </a:r>
            <a:endParaRPr sz="1200">
              <a:latin typeface="Red Hat Display"/>
              <a:ea typeface="Red Hat Display"/>
              <a:cs typeface="Red Hat Display"/>
              <a:sym typeface="Red Hat Display"/>
            </a:endParaRPr>
          </a:p>
        </p:txBody>
      </p:sp>
      <p:sp>
        <p:nvSpPr>
          <p:cNvPr id="6022" name="Google Shape;6022;p465"/>
          <p:cNvSpPr/>
          <p:nvPr/>
        </p:nvSpPr>
        <p:spPr>
          <a:xfrm>
            <a:off x="11242742" y="3408366"/>
            <a:ext cx="402583" cy="810244"/>
          </a:xfrm>
          <a:custGeom>
            <a:rect b="b" l="l" r="r" t="t"/>
            <a:pathLst>
              <a:path extrusionOk="0" h="32073" w="16225">
                <a:moveTo>
                  <a:pt x="0" y="0"/>
                </a:moveTo>
                <a:lnTo>
                  <a:pt x="16225" y="16225"/>
                </a:lnTo>
                <a:lnTo>
                  <a:pt x="377" y="32073"/>
                </a:lnTo>
              </a:path>
            </a:pathLst>
          </a:custGeom>
          <a:noFill/>
          <a:ln cap="flat" cmpd="sng" w="28575">
            <a:solidFill>
              <a:srgbClr val="820000"/>
            </a:solidFill>
            <a:prstDash val="solid"/>
            <a:round/>
            <a:headEnd len="sm" w="sm" type="none"/>
            <a:tailEnd len="sm" w="sm" type="none"/>
          </a:ln>
        </p:spPr>
      </p:sp>
      <p:sp>
        <p:nvSpPr>
          <p:cNvPr id="6023" name="Google Shape;6023;p465"/>
          <p:cNvSpPr/>
          <p:nvPr/>
        </p:nvSpPr>
        <p:spPr>
          <a:xfrm>
            <a:off x="11343807" y="3408366"/>
            <a:ext cx="402583" cy="810244"/>
          </a:xfrm>
          <a:custGeom>
            <a:rect b="b" l="l" r="r" t="t"/>
            <a:pathLst>
              <a:path extrusionOk="0" h="32073" w="16225">
                <a:moveTo>
                  <a:pt x="0" y="0"/>
                </a:moveTo>
                <a:lnTo>
                  <a:pt x="16225" y="16225"/>
                </a:lnTo>
                <a:lnTo>
                  <a:pt x="377" y="32073"/>
                </a:lnTo>
              </a:path>
            </a:pathLst>
          </a:custGeom>
          <a:noFill/>
          <a:ln cap="flat" cmpd="sng" w="28575">
            <a:solidFill>
              <a:srgbClr val="820000"/>
            </a:solidFill>
            <a:prstDash val="solid"/>
            <a:round/>
            <a:headEnd len="sm" w="sm" type="none"/>
            <a:tailEnd len="sm" w="sm" type="none"/>
          </a:ln>
        </p:spPr>
      </p:sp>
      <p:pic>
        <p:nvPicPr>
          <p:cNvPr id="6024" name="Google Shape;6024;p465"/>
          <p:cNvPicPr preferRelativeResize="0"/>
          <p:nvPr/>
        </p:nvPicPr>
        <p:blipFill>
          <a:blip r:embed="rId9">
            <a:alphaModFix/>
          </a:blip>
          <a:stretch>
            <a:fillRect/>
          </a:stretch>
        </p:blipFill>
        <p:spPr>
          <a:xfrm>
            <a:off x="2604771" y="3470875"/>
            <a:ext cx="686799" cy="686799"/>
          </a:xfrm>
          <a:prstGeom prst="rect">
            <a:avLst/>
          </a:prstGeom>
          <a:noFill/>
          <a:ln>
            <a:noFill/>
          </a:ln>
        </p:spPr>
      </p:pic>
      <p:sp>
        <p:nvSpPr>
          <p:cNvPr id="6025" name="Google Shape;6025;p465"/>
          <p:cNvSpPr txBox="1"/>
          <p:nvPr/>
        </p:nvSpPr>
        <p:spPr>
          <a:xfrm>
            <a:off x="483299" y="104775"/>
            <a:ext cx="4752300" cy="612300"/>
          </a:xfrm>
          <a:prstGeom prst="rect">
            <a:avLst/>
          </a:prstGeom>
          <a:noFill/>
          <a:ln>
            <a:noFill/>
          </a:ln>
        </p:spPr>
        <p:txBody>
          <a:bodyPr anchorCtr="0" anchor="ctr" bIns="68575" lIns="329175" spcFirstLastPara="1" rIns="68575" wrap="square" tIns="68575">
            <a:noAutofit/>
          </a:bodyPr>
          <a:lstStyle/>
          <a:p>
            <a:pPr indent="0" lvl="0" marL="0" rtl="0" algn="l">
              <a:spcBef>
                <a:spcPts val="0"/>
              </a:spcBef>
              <a:spcAft>
                <a:spcPts val="0"/>
              </a:spcAft>
              <a:buNone/>
            </a:pPr>
            <a:r>
              <a:rPr lang="en" sz="900">
                <a:solidFill>
                  <a:srgbClr val="EE0000"/>
                </a:solidFill>
                <a:latin typeface="Red Hat Display Medium"/>
                <a:ea typeface="Red Hat Display Medium"/>
                <a:cs typeface="Red Hat Display Medium"/>
                <a:sym typeface="Red Hat Display Medium"/>
              </a:rPr>
              <a:t>RED HAT SERVICES SOLUTION: FUSE TO CAMEL MODERNIZATION</a:t>
            </a:r>
            <a:endParaRPr sz="900">
              <a:solidFill>
                <a:srgbClr val="EE0000"/>
              </a:solidFill>
              <a:latin typeface="Red Hat Display Medium"/>
              <a:ea typeface="Red Hat Display Medium"/>
              <a:cs typeface="Red Hat Display Medium"/>
              <a:sym typeface="Red Hat Display Medium"/>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29" name="Shape 6029"/>
        <p:cNvGrpSpPr/>
        <p:nvPr/>
      </p:nvGrpSpPr>
      <p:grpSpPr>
        <a:xfrm>
          <a:off x="0" y="0"/>
          <a:ext cx="0" cy="0"/>
          <a:chOff x="0" y="0"/>
          <a:chExt cx="0" cy="0"/>
        </a:xfrm>
      </p:grpSpPr>
      <p:sp>
        <p:nvSpPr>
          <p:cNvPr id="6030" name="Google Shape;6030;p466"/>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Deprecated and discouraged Camel components</a:t>
            </a:r>
            <a:endParaRPr/>
          </a:p>
        </p:txBody>
      </p:sp>
      <p:sp>
        <p:nvSpPr>
          <p:cNvPr id="6031" name="Google Shape;6031;p466"/>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6032" name="Google Shape;6032;p466"/>
          <p:cNvGraphicFramePr/>
          <p:nvPr/>
        </p:nvGraphicFramePr>
        <p:xfrm>
          <a:off x="794913" y="1606600"/>
          <a:ext cx="3000000" cy="3000000"/>
        </p:xfrm>
        <a:graphic>
          <a:graphicData uri="http://schemas.openxmlformats.org/drawingml/2006/table">
            <a:tbl>
              <a:tblPr>
                <a:noFill/>
                <a:tableStyleId>{95FCCA32-EB7B-440F-B020-37AF4B710CAA}</a:tableStyleId>
              </a:tblPr>
              <a:tblGrid>
                <a:gridCol w="2574450"/>
                <a:gridCol w="2574450"/>
              </a:tblGrid>
              <a:tr h="396200">
                <a:tc>
                  <a:txBody>
                    <a:bodyPr/>
                    <a:lstStyle/>
                    <a:p>
                      <a:pPr indent="0" lvl="0" marL="0" rtl="0" algn="ctr">
                        <a:spcBef>
                          <a:spcPts val="0"/>
                        </a:spcBef>
                        <a:spcAft>
                          <a:spcPts val="0"/>
                        </a:spcAft>
                        <a:buNone/>
                      </a:pPr>
                      <a:r>
                        <a:rPr lang="en">
                          <a:solidFill>
                            <a:schemeClr val="lt1"/>
                          </a:solidFill>
                          <a:latin typeface="Red Hat Text"/>
                          <a:ea typeface="Red Hat Text"/>
                          <a:cs typeface="Red Hat Text"/>
                          <a:sym typeface="Red Hat Text"/>
                        </a:rPr>
                        <a:t>Deprecated / discouraged component</a:t>
                      </a:r>
                      <a:endParaRPr>
                        <a:solidFill>
                          <a:schemeClr val="lt1"/>
                        </a:solidFill>
                        <a:latin typeface="Red Hat Text"/>
                        <a:ea typeface="Red Hat Text"/>
                        <a:cs typeface="Red Hat Text"/>
                        <a:sym typeface="Red Hat Text"/>
                      </a:endParaRPr>
                    </a:p>
                  </a:txBody>
                  <a:tcPr marT="91425" marB="91425" marR="91425" marL="91425">
                    <a:solidFill>
                      <a:schemeClr val="dk2"/>
                    </a:solidFill>
                  </a:tcPr>
                </a:tc>
                <a:tc>
                  <a:txBody>
                    <a:bodyPr/>
                    <a:lstStyle/>
                    <a:p>
                      <a:pPr indent="0" lvl="0" marL="0" rtl="0" algn="ctr">
                        <a:spcBef>
                          <a:spcPts val="0"/>
                        </a:spcBef>
                        <a:spcAft>
                          <a:spcPts val="0"/>
                        </a:spcAft>
                        <a:buNone/>
                      </a:pPr>
                      <a:r>
                        <a:rPr lang="en">
                          <a:solidFill>
                            <a:schemeClr val="lt1"/>
                          </a:solidFill>
                          <a:latin typeface="Red Hat Text"/>
                          <a:ea typeface="Red Hat Text"/>
                          <a:cs typeface="Red Hat Text"/>
                          <a:sym typeface="Red Hat Text"/>
                        </a:rPr>
                        <a:t>Recommendation</a:t>
                      </a:r>
                      <a:endParaRPr>
                        <a:solidFill>
                          <a:schemeClr val="lt1"/>
                        </a:solidFill>
                        <a:latin typeface="Red Hat Text"/>
                        <a:ea typeface="Red Hat Text"/>
                        <a:cs typeface="Red Hat Text"/>
                        <a:sym typeface="Red Hat Text"/>
                      </a:endParaRPr>
                    </a:p>
                  </a:txBody>
                  <a:tcPr marT="91425" marB="91425" marR="91425" marL="91425">
                    <a:solidFill>
                      <a:schemeClr val="dk2"/>
                    </a:solidFill>
                  </a:tcPr>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Spring XML DSL</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XML IO DSL for much higher performance</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ActiveMQ</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JMS, AMQP</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Undertow</a:t>
                      </a:r>
                      <a:endParaRPr sz="1200">
                        <a:solidFill>
                          <a:schemeClr val="dk1"/>
                        </a:solidFill>
                        <a:latin typeface="Red Hat Text"/>
                        <a:ea typeface="Red Hat Text"/>
                        <a:cs typeface="Red Hat Text"/>
                        <a:sym typeface="Red Hat Tex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Red Hat Text"/>
                          <a:ea typeface="Red Hat Text"/>
                          <a:cs typeface="Red Hat Text"/>
                          <a:sym typeface="Red Hat Text"/>
                        </a:rPr>
                        <a:t>HTTP</a:t>
                      </a:r>
                      <a:endParaRPr sz="1200">
                        <a:solidFill>
                          <a:schemeClr val="dk1"/>
                        </a:solidFill>
                        <a:latin typeface="Red Hat Text"/>
                        <a:ea typeface="Red Hat Text"/>
                        <a:cs typeface="Red Hat Text"/>
                        <a:sym typeface="Red Hat Tex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Dozer</a:t>
                      </a:r>
                      <a:endParaRPr sz="1200">
                        <a:latin typeface="Red Hat Text"/>
                        <a:ea typeface="Red Hat Text"/>
                        <a:cs typeface="Red Hat Text"/>
                        <a:sym typeface="Red Hat Text"/>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latin typeface="Red Hat Text"/>
                          <a:ea typeface="Red Hat Text"/>
                          <a:cs typeface="Red Hat Text"/>
                          <a:sym typeface="Red Hat Text"/>
                        </a:rPr>
                        <a:t>Mapstruct</a:t>
                      </a:r>
                      <a:endParaRPr sz="1200">
                        <a:latin typeface="Red Hat Text"/>
                        <a:ea typeface="Red Hat Text"/>
                        <a:cs typeface="Red Hat Text"/>
                        <a:sym typeface="Red Hat Text"/>
                      </a:endParaRPr>
                    </a:p>
                  </a:txBody>
                  <a:tcPr marT="91425" marB="91425" marR="91425" marL="91425">
                    <a:lnT cap="flat" cmpd="sng" w="9525">
                      <a:solidFill>
                        <a:srgbClr val="9E9E9E"/>
                      </a:solidFill>
                      <a:prstDash val="solid"/>
                      <a:round/>
                      <a:headEnd len="sm" w="sm" type="none"/>
                      <a:tailEnd len="sm" w="sm" type="none"/>
                    </a:lnT>
                  </a:tcPr>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AtlasMap</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JQ, JSLT, XJ, XSLT</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Ehcache</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Infinispan</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OpenTracing</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OpenTelemetry</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Metrics, Microprofile-metrics</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Micrometer</a:t>
                      </a:r>
                      <a:endParaRPr sz="1200">
                        <a:latin typeface="Red Hat Text"/>
                        <a:ea typeface="Red Hat Text"/>
                        <a:cs typeface="Red Hat Text"/>
                        <a:sym typeface="Red Hat Text"/>
                      </a:endParaRPr>
                    </a:p>
                  </a:txBody>
                  <a:tcPr marT="91425" marB="91425" marR="91425" marL="91425"/>
                </a:tc>
              </a:tr>
            </a:tbl>
          </a:graphicData>
        </a:graphic>
      </p:graphicFrame>
      <p:graphicFrame>
        <p:nvGraphicFramePr>
          <p:cNvPr id="6033" name="Google Shape;6033;p466"/>
          <p:cNvGraphicFramePr/>
          <p:nvPr/>
        </p:nvGraphicFramePr>
        <p:xfrm>
          <a:off x="6248188" y="1606600"/>
          <a:ext cx="3000000" cy="3000000"/>
        </p:xfrm>
        <a:graphic>
          <a:graphicData uri="http://schemas.openxmlformats.org/drawingml/2006/table">
            <a:tbl>
              <a:tblPr>
                <a:noFill/>
                <a:tableStyleId>{95FCCA32-EB7B-440F-B020-37AF4B710CAA}</a:tableStyleId>
              </a:tblPr>
              <a:tblGrid>
                <a:gridCol w="2574450"/>
                <a:gridCol w="2574450"/>
              </a:tblGrid>
              <a:tr h="396200">
                <a:tc>
                  <a:txBody>
                    <a:bodyPr/>
                    <a:lstStyle/>
                    <a:p>
                      <a:pPr indent="0" lvl="0" marL="0" rtl="0" algn="ctr">
                        <a:spcBef>
                          <a:spcPts val="0"/>
                        </a:spcBef>
                        <a:spcAft>
                          <a:spcPts val="0"/>
                        </a:spcAft>
                        <a:buNone/>
                      </a:pPr>
                      <a:r>
                        <a:rPr lang="en">
                          <a:solidFill>
                            <a:schemeClr val="lt1"/>
                          </a:solidFill>
                          <a:latin typeface="Red Hat Text"/>
                          <a:ea typeface="Red Hat Text"/>
                          <a:cs typeface="Red Hat Text"/>
                          <a:sym typeface="Red Hat Text"/>
                        </a:rPr>
                        <a:t>Deprecated / discouraged component</a:t>
                      </a:r>
                      <a:endParaRPr>
                        <a:solidFill>
                          <a:schemeClr val="lt1"/>
                        </a:solidFill>
                        <a:latin typeface="Red Hat Text"/>
                        <a:ea typeface="Red Hat Text"/>
                        <a:cs typeface="Red Hat Text"/>
                        <a:sym typeface="Red Hat Text"/>
                      </a:endParaRPr>
                    </a:p>
                  </a:txBody>
                  <a:tcPr marT="91425" marB="91425" marR="91425" marL="91425">
                    <a:solidFill>
                      <a:schemeClr val="dk2"/>
                    </a:solidFill>
                  </a:tcPr>
                </a:tc>
                <a:tc>
                  <a:txBody>
                    <a:bodyPr/>
                    <a:lstStyle/>
                    <a:p>
                      <a:pPr indent="0" lvl="0" marL="0" rtl="0" algn="ctr">
                        <a:spcBef>
                          <a:spcPts val="0"/>
                        </a:spcBef>
                        <a:spcAft>
                          <a:spcPts val="0"/>
                        </a:spcAft>
                        <a:buNone/>
                      </a:pPr>
                      <a:r>
                        <a:rPr lang="en">
                          <a:solidFill>
                            <a:schemeClr val="lt1"/>
                          </a:solidFill>
                          <a:latin typeface="Red Hat Text"/>
                          <a:ea typeface="Red Hat Text"/>
                          <a:cs typeface="Red Hat Text"/>
                          <a:sym typeface="Red Hat Text"/>
                        </a:rPr>
                        <a:t>Recommendation</a:t>
                      </a:r>
                      <a:endParaRPr>
                        <a:solidFill>
                          <a:schemeClr val="lt1"/>
                        </a:solidFill>
                        <a:latin typeface="Red Hat Text"/>
                        <a:ea typeface="Red Hat Text"/>
                        <a:cs typeface="Red Hat Text"/>
                        <a:sym typeface="Red Hat Text"/>
                      </a:endParaRPr>
                    </a:p>
                  </a:txBody>
                  <a:tcPr marT="91425" marB="91425" marR="91425" marL="91425">
                    <a:solidFill>
                      <a:schemeClr val="dk2"/>
                    </a:solidFill>
                  </a:tcPr>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AHC-WS</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VertX Websocket</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Exec</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A custom Processor, due to security reasons</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CDI</a:t>
                      </a:r>
                      <a:endParaRPr sz="1200">
                        <a:solidFill>
                          <a:schemeClr val="dk1"/>
                        </a:solidFill>
                        <a:latin typeface="Red Hat Text"/>
                        <a:ea typeface="Red Hat Text"/>
                        <a:cs typeface="Red Hat Text"/>
                        <a:sym typeface="Red Hat Tex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Red Hat Text"/>
                          <a:ea typeface="Red Hat Text"/>
                          <a:cs typeface="Red Hat Text"/>
                          <a:sym typeface="Red Hat Text"/>
                        </a:rPr>
                        <a:t>Quarkus CDI, Spring annotations</a:t>
                      </a:r>
                      <a:endParaRPr sz="1200">
                        <a:solidFill>
                          <a:schemeClr val="dk1"/>
                        </a:solidFill>
                        <a:latin typeface="Red Hat Text"/>
                        <a:ea typeface="Red Hat Text"/>
                        <a:cs typeface="Red Hat Text"/>
                        <a:sym typeface="Red Hat Text"/>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B cap="flat" cmpd="sng" w="9525">
                      <a:solidFill>
                        <a:srgbClr val="9E9E9E"/>
                      </a:solidFill>
                      <a:prstDash val="solid"/>
                      <a:round/>
                      <a:headEnd len="sm" w="sm" type="none"/>
                      <a:tailEnd len="sm" w="sm" type="none"/>
                    </a:lnB>
                  </a:tcPr>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DirectVM, VM</a:t>
                      </a:r>
                      <a:endParaRPr sz="1200">
                        <a:latin typeface="Red Hat Text"/>
                        <a:ea typeface="Red Hat Text"/>
                        <a:cs typeface="Red Hat Text"/>
                        <a:sym typeface="Red Hat Text"/>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 sz="1200">
                          <a:latin typeface="Red Hat Text"/>
                          <a:ea typeface="Red Hat Text"/>
                          <a:cs typeface="Red Hat Text"/>
                          <a:sym typeface="Red Hat Text"/>
                        </a:rPr>
                        <a:t>Direct, only 1 Camel context</a:t>
                      </a:r>
                      <a:endParaRPr sz="1200">
                        <a:latin typeface="Red Hat Text"/>
                        <a:ea typeface="Red Hat Text"/>
                        <a:cs typeface="Red Hat Text"/>
                        <a:sym typeface="Red Hat Text"/>
                      </a:endParaRPr>
                    </a:p>
                  </a:txBody>
                  <a:tcPr marT="91425" marB="91425" marR="91425" marL="91425">
                    <a:lnT cap="flat" cmpd="sng" w="9525">
                      <a:solidFill>
                        <a:srgbClr val="9E9E9E"/>
                      </a:solidFill>
                      <a:prstDash val="solid"/>
                      <a:round/>
                      <a:headEnd len="sm" w="sm" type="none"/>
                      <a:tailEnd len="sm" w="sm" type="none"/>
                    </a:lnT>
                  </a:tcPr>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ElasticSearch-REST</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ElasticSearch</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REST-Swagger, Swagger-Java</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OpenAPI-Java</a:t>
                      </a:r>
                      <a:endParaRPr sz="1200">
                        <a:latin typeface="Red Hat Text"/>
                        <a:ea typeface="Red Hat Text"/>
                        <a:cs typeface="Red Hat Text"/>
                        <a:sym typeface="Red Hat Text"/>
                      </a:endParaRPr>
                    </a:p>
                  </a:txBody>
                  <a:tcPr marT="91425" marB="91425" marR="91425" marL="91425"/>
                </a:tc>
              </a:tr>
              <a:tr h="396200">
                <a:tc>
                  <a:txBody>
                    <a:bodyPr/>
                    <a:lstStyle/>
                    <a:p>
                      <a:pPr indent="0" lvl="0" marL="0" rtl="0" algn="l">
                        <a:spcBef>
                          <a:spcPts val="0"/>
                        </a:spcBef>
                        <a:spcAft>
                          <a:spcPts val="0"/>
                        </a:spcAft>
                        <a:buNone/>
                      </a:pPr>
                      <a:r>
                        <a:rPr lang="en" sz="1200">
                          <a:latin typeface="Red Hat Text"/>
                          <a:ea typeface="Red Hat Text"/>
                          <a:cs typeface="Red Hat Text"/>
                          <a:sym typeface="Red Hat Text"/>
                        </a:rPr>
                        <a:t>BeanIO, CSV</a:t>
                      </a:r>
                      <a:endParaRPr sz="1200">
                        <a:latin typeface="Red Hat Text"/>
                        <a:ea typeface="Red Hat Text"/>
                        <a:cs typeface="Red Hat Text"/>
                        <a:sym typeface="Red Hat Text"/>
                      </a:endParaRPr>
                    </a:p>
                  </a:txBody>
                  <a:tcPr marT="91425" marB="91425" marR="91425" marL="91425"/>
                </a:tc>
                <a:tc>
                  <a:txBody>
                    <a:bodyPr/>
                    <a:lstStyle/>
                    <a:p>
                      <a:pPr indent="0" lvl="0" marL="0" rtl="0" algn="l">
                        <a:spcBef>
                          <a:spcPts val="0"/>
                        </a:spcBef>
                        <a:spcAft>
                          <a:spcPts val="0"/>
                        </a:spcAft>
                        <a:buNone/>
                      </a:pPr>
                      <a:r>
                        <a:rPr lang="en" sz="1200">
                          <a:latin typeface="Red Hat Text"/>
                          <a:ea typeface="Red Hat Text"/>
                          <a:cs typeface="Red Hat Text"/>
                          <a:sym typeface="Red Hat Text"/>
                        </a:rPr>
                        <a:t>Bindy</a:t>
                      </a:r>
                      <a:endParaRPr sz="1200">
                        <a:latin typeface="Red Hat Text"/>
                        <a:ea typeface="Red Hat Text"/>
                        <a:cs typeface="Red Hat Text"/>
                        <a:sym typeface="Red Hat Text"/>
                      </a:endParaRPr>
                    </a:p>
                  </a:txBody>
                  <a:tcPr marT="91425" marB="91425" marR="91425" marL="91425"/>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37" name="Shape 6037"/>
        <p:cNvGrpSpPr/>
        <p:nvPr/>
      </p:nvGrpSpPr>
      <p:grpSpPr>
        <a:xfrm>
          <a:off x="0" y="0"/>
          <a:ext cx="0" cy="0"/>
          <a:chOff x="0" y="0"/>
          <a:chExt cx="0" cy="0"/>
        </a:xfrm>
      </p:grpSpPr>
      <p:sp>
        <p:nvSpPr>
          <p:cNvPr id="6038" name="Google Shape;6038;p467"/>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6039" name="Google Shape;6039;p467"/>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t/>
            </a:r>
            <a:endParaRPr/>
          </a:p>
        </p:txBody>
      </p:sp>
      <p:sp>
        <p:nvSpPr>
          <p:cNvPr id="6040" name="Google Shape;6040;p467"/>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041" name="Google Shape;6041;p467"/>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6042" name="Google Shape;6042;p467"/>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043" name="Google Shape;6043;p467"/>
          <p:cNvSpPr/>
          <p:nvPr/>
        </p:nvSpPr>
        <p:spPr>
          <a:xfrm>
            <a:off x="2400888" y="2987225"/>
            <a:ext cx="1541400" cy="8163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System A</a:t>
            </a:r>
            <a:endParaRPr>
              <a:latin typeface="Red Hat Text"/>
              <a:ea typeface="Red Hat Text"/>
              <a:cs typeface="Red Hat Text"/>
              <a:sym typeface="Red Hat Text"/>
            </a:endParaRPr>
          </a:p>
        </p:txBody>
      </p:sp>
      <p:sp>
        <p:nvSpPr>
          <p:cNvPr id="6044" name="Google Shape;6044;p467"/>
          <p:cNvSpPr/>
          <p:nvPr/>
        </p:nvSpPr>
        <p:spPr>
          <a:xfrm>
            <a:off x="8249713" y="2987225"/>
            <a:ext cx="1541400" cy="816300"/>
          </a:xfrm>
          <a:prstGeom prst="rect">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ed Hat Text"/>
                <a:ea typeface="Red Hat Text"/>
                <a:cs typeface="Red Hat Text"/>
                <a:sym typeface="Red Hat Text"/>
              </a:rPr>
              <a:t>System B</a:t>
            </a:r>
            <a:endParaRPr>
              <a:latin typeface="Red Hat Text"/>
              <a:ea typeface="Red Hat Text"/>
              <a:cs typeface="Red Hat Text"/>
              <a:sym typeface="Red Hat Text"/>
            </a:endParaRPr>
          </a:p>
        </p:txBody>
      </p:sp>
      <p:pic>
        <p:nvPicPr>
          <p:cNvPr id="6045" name="Google Shape;6045;p467"/>
          <p:cNvPicPr preferRelativeResize="0"/>
          <p:nvPr/>
        </p:nvPicPr>
        <p:blipFill rotWithShape="1">
          <a:blip r:embed="rId3">
            <a:alphaModFix/>
          </a:blip>
          <a:srcRect b="0" l="0" r="0" t="0"/>
          <a:stretch/>
        </p:blipFill>
        <p:spPr>
          <a:xfrm>
            <a:off x="5795249" y="3094625"/>
            <a:ext cx="601500" cy="601500"/>
          </a:xfrm>
          <a:prstGeom prst="rect">
            <a:avLst/>
          </a:prstGeom>
          <a:noFill/>
          <a:ln>
            <a:noFill/>
          </a:ln>
        </p:spPr>
      </p:pic>
      <p:sp>
        <p:nvSpPr>
          <p:cNvPr id="6046" name="Google Shape;6046;p467"/>
          <p:cNvSpPr txBox="1"/>
          <p:nvPr/>
        </p:nvSpPr>
        <p:spPr>
          <a:xfrm>
            <a:off x="5705088" y="3590375"/>
            <a:ext cx="7818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Data</a:t>
            </a:r>
            <a:endParaRPr sz="1600">
              <a:latin typeface="Red Hat Text"/>
              <a:ea typeface="Red Hat Text"/>
              <a:cs typeface="Red Hat Text"/>
              <a:sym typeface="Red Hat Text"/>
            </a:endParaRPr>
          </a:p>
        </p:txBody>
      </p:sp>
      <p:cxnSp>
        <p:nvCxnSpPr>
          <p:cNvPr id="6047" name="Google Shape;6047;p467"/>
          <p:cNvCxnSpPr>
            <a:stCxn id="6043" idx="3"/>
            <a:endCxn id="6045" idx="1"/>
          </p:cNvCxnSpPr>
          <p:nvPr/>
        </p:nvCxnSpPr>
        <p:spPr>
          <a:xfrm>
            <a:off x="3942288" y="3395375"/>
            <a:ext cx="1853100" cy="0"/>
          </a:xfrm>
          <a:prstGeom prst="straightConnector1">
            <a:avLst/>
          </a:prstGeom>
          <a:noFill/>
          <a:ln cap="flat" cmpd="sng" w="9525">
            <a:solidFill>
              <a:schemeClr val="dk2"/>
            </a:solidFill>
            <a:prstDash val="solid"/>
            <a:round/>
            <a:headEnd len="med" w="med" type="none"/>
            <a:tailEnd len="med" w="med" type="none"/>
          </a:ln>
        </p:spPr>
      </p:cxnSp>
      <p:cxnSp>
        <p:nvCxnSpPr>
          <p:cNvPr id="6048" name="Google Shape;6048;p467"/>
          <p:cNvCxnSpPr>
            <a:stCxn id="6045" idx="3"/>
            <a:endCxn id="6044" idx="1"/>
          </p:cNvCxnSpPr>
          <p:nvPr/>
        </p:nvCxnSpPr>
        <p:spPr>
          <a:xfrm>
            <a:off x="6396748" y="3395375"/>
            <a:ext cx="1853100" cy="0"/>
          </a:xfrm>
          <a:prstGeom prst="straightConnector1">
            <a:avLst/>
          </a:prstGeom>
          <a:noFill/>
          <a:ln cap="flat" cmpd="sng" w="9525">
            <a:solidFill>
              <a:schemeClr val="dk2"/>
            </a:solidFill>
            <a:prstDash val="solid"/>
            <a:round/>
            <a:headEnd len="med" w="med" type="none"/>
            <a:tailEnd len="med" w="med" type="triangle"/>
          </a:ln>
        </p:spPr>
      </p:cxnSp>
      <p:sp>
        <p:nvSpPr>
          <p:cNvPr id="6049" name="Google Shape;6049;p467"/>
          <p:cNvSpPr txBox="1"/>
          <p:nvPr/>
        </p:nvSpPr>
        <p:spPr>
          <a:xfrm>
            <a:off x="4076313" y="2971100"/>
            <a:ext cx="139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Transport A</a:t>
            </a:r>
            <a:endParaRPr sz="1600">
              <a:latin typeface="Red Hat Text"/>
              <a:ea typeface="Red Hat Text"/>
              <a:cs typeface="Red Hat Text"/>
              <a:sym typeface="Red Hat Text"/>
            </a:endParaRPr>
          </a:p>
        </p:txBody>
      </p:sp>
      <p:sp>
        <p:nvSpPr>
          <p:cNvPr id="6050" name="Google Shape;6050;p467"/>
          <p:cNvSpPr txBox="1"/>
          <p:nvPr/>
        </p:nvSpPr>
        <p:spPr>
          <a:xfrm>
            <a:off x="6723663" y="2971100"/>
            <a:ext cx="139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Red Hat Text"/>
                <a:ea typeface="Red Hat Text"/>
                <a:cs typeface="Red Hat Text"/>
                <a:sym typeface="Red Hat Text"/>
              </a:rPr>
              <a:t>Transport B</a:t>
            </a:r>
            <a:endParaRPr sz="1600">
              <a:latin typeface="Red Hat Text"/>
              <a:ea typeface="Red Hat Text"/>
              <a:cs typeface="Red Hat Text"/>
              <a:sym typeface="Red Hat Text"/>
            </a:endParaRPr>
          </a:p>
        </p:txBody>
      </p:sp>
      <p:sp>
        <p:nvSpPr>
          <p:cNvPr id="6051" name="Google Shape;6051;p467"/>
          <p:cNvSpPr txBox="1"/>
          <p:nvPr/>
        </p:nvSpPr>
        <p:spPr>
          <a:xfrm>
            <a:off x="3951438" y="4348775"/>
            <a:ext cx="42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Red Hat Text"/>
                <a:ea typeface="Red Hat Text"/>
                <a:cs typeface="Red Hat Text"/>
                <a:sym typeface="Red Hat Text"/>
              </a:rPr>
              <a:t>Route</a:t>
            </a:r>
            <a:endParaRPr sz="1600">
              <a:latin typeface="Red Hat Text"/>
              <a:ea typeface="Red Hat Text"/>
              <a:cs typeface="Red Hat Text"/>
              <a:sym typeface="Red Hat Text"/>
            </a:endParaRPr>
          </a:p>
        </p:txBody>
      </p:sp>
      <p:sp>
        <p:nvSpPr>
          <p:cNvPr id="6052" name="Google Shape;6052;p467"/>
          <p:cNvSpPr/>
          <p:nvPr/>
        </p:nvSpPr>
        <p:spPr>
          <a:xfrm rot="10800000">
            <a:off x="3950977" y="4084750"/>
            <a:ext cx="4292671" cy="283000"/>
          </a:xfrm>
          <a:custGeom>
            <a:rect b="b" l="l" r="r" t="t"/>
            <a:pathLst>
              <a:path extrusionOk="0" h="11320" w="422611">
                <a:moveTo>
                  <a:pt x="0" y="11320"/>
                </a:moveTo>
                <a:lnTo>
                  <a:pt x="0" y="5660"/>
                </a:lnTo>
                <a:lnTo>
                  <a:pt x="211305" y="5660"/>
                </a:lnTo>
                <a:lnTo>
                  <a:pt x="211305" y="0"/>
                </a:lnTo>
                <a:lnTo>
                  <a:pt x="211305" y="5660"/>
                </a:lnTo>
                <a:lnTo>
                  <a:pt x="422611" y="5660"/>
                </a:lnTo>
                <a:lnTo>
                  <a:pt x="422611" y="11320"/>
                </a:lnTo>
              </a:path>
            </a:pathLst>
          </a:custGeom>
          <a:noFill/>
          <a:ln cap="flat" cmpd="sng" w="9525">
            <a:solidFill>
              <a:srgbClr val="999999"/>
            </a:solidFill>
            <a:prstDash val="dash"/>
            <a:round/>
            <a:headEnd len="med" w="med" type="none"/>
            <a:tailEnd len="med" w="med" type="none"/>
          </a:ln>
        </p:spPr>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56" name="Shape 6056"/>
        <p:cNvGrpSpPr/>
        <p:nvPr/>
      </p:nvGrpSpPr>
      <p:grpSpPr>
        <a:xfrm>
          <a:off x="0" y="0"/>
          <a:ext cx="0" cy="0"/>
          <a:chOff x="0" y="0"/>
          <a:chExt cx="0" cy="0"/>
        </a:xfrm>
      </p:grpSpPr>
      <p:sp>
        <p:nvSpPr>
          <p:cNvPr id="6057" name="Google Shape;6057;p46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Integration Architectures</a:t>
            </a:r>
            <a:endParaRPr/>
          </a:p>
        </p:txBody>
      </p:sp>
      <p:pic>
        <p:nvPicPr>
          <p:cNvPr id="6058" name="Google Shape;6058;p468"/>
          <p:cNvPicPr preferRelativeResize="0"/>
          <p:nvPr/>
        </p:nvPicPr>
        <p:blipFill rotWithShape="1">
          <a:blip r:embed="rId3">
            <a:alphaModFix/>
          </a:blip>
          <a:srcRect b="0" l="0" r="63403" t="0"/>
          <a:stretch/>
        </p:blipFill>
        <p:spPr>
          <a:xfrm>
            <a:off x="87133" y="2071467"/>
            <a:ext cx="4461668" cy="4104633"/>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62" name="Shape 6062"/>
        <p:cNvGrpSpPr/>
        <p:nvPr/>
      </p:nvGrpSpPr>
      <p:grpSpPr>
        <a:xfrm>
          <a:off x="0" y="0"/>
          <a:ext cx="0" cy="0"/>
          <a:chOff x="0" y="0"/>
          <a:chExt cx="0" cy="0"/>
        </a:xfrm>
      </p:grpSpPr>
      <p:sp>
        <p:nvSpPr>
          <p:cNvPr id="6063" name="Google Shape;6063;p46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Very old SOA/ESB Architecture</a:t>
            </a:r>
            <a:endParaRPr/>
          </a:p>
        </p:txBody>
      </p:sp>
      <p:pic>
        <p:nvPicPr>
          <p:cNvPr id="6064" name="Google Shape;6064;p469"/>
          <p:cNvPicPr preferRelativeResize="0"/>
          <p:nvPr/>
        </p:nvPicPr>
        <p:blipFill rotWithShape="1">
          <a:blip r:embed="rId3">
            <a:alphaModFix/>
          </a:blip>
          <a:srcRect b="0" l="0" r="0" t="0"/>
          <a:stretch/>
        </p:blipFill>
        <p:spPr>
          <a:xfrm>
            <a:off x="2506067" y="1457267"/>
            <a:ext cx="7179877" cy="5094632"/>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68" name="Shape 6068"/>
        <p:cNvGrpSpPr/>
        <p:nvPr/>
      </p:nvGrpSpPr>
      <p:grpSpPr>
        <a:xfrm>
          <a:off x="0" y="0"/>
          <a:ext cx="0" cy="0"/>
          <a:chOff x="0" y="0"/>
          <a:chExt cx="0" cy="0"/>
        </a:xfrm>
      </p:grpSpPr>
      <p:sp>
        <p:nvSpPr>
          <p:cNvPr id="6069" name="Google Shape;6069;p47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Today's ESB Architecture</a:t>
            </a:r>
            <a:endParaRPr/>
          </a:p>
        </p:txBody>
      </p:sp>
      <p:sp>
        <p:nvSpPr>
          <p:cNvPr id="6070" name="Google Shape;6070;p470"/>
          <p:cNvSpPr/>
          <p:nvPr/>
        </p:nvSpPr>
        <p:spPr>
          <a:xfrm>
            <a:off x="3904200" y="1418367"/>
            <a:ext cx="4383600" cy="503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071" name="Google Shape;6071;p470"/>
          <p:cNvSpPr/>
          <p:nvPr/>
        </p:nvSpPr>
        <p:spPr>
          <a:xfrm>
            <a:off x="3996933" y="3722751"/>
            <a:ext cx="1218300" cy="84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Apache</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a:t>
            </a:r>
            <a:endParaRPr b="0" i="0" sz="1900" u="none" cap="none" strike="noStrike">
              <a:solidFill>
                <a:srgbClr val="000000"/>
              </a:solidFill>
              <a:latin typeface="Arial"/>
              <a:ea typeface="Arial"/>
              <a:cs typeface="Arial"/>
              <a:sym typeface="Arial"/>
            </a:endParaRPr>
          </a:p>
        </p:txBody>
      </p:sp>
      <p:sp>
        <p:nvSpPr>
          <p:cNvPr id="6072" name="Google Shape;6072;p470"/>
          <p:cNvSpPr/>
          <p:nvPr/>
        </p:nvSpPr>
        <p:spPr>
          <a:xfrm>
            <a:off x="3986800" y="5732400"/>
            <a:ext cx="4218300" cy="5700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OSGi Framework</a:t>
            </a:r>
            <a:endParaRPr b="0" i="0" sz="1900" u="none" cap="none" strike="noStrike">
              <a:solidFill>
                <a:srgbClr val="000000"/>
              </a:solidFill>
              <a:latin typeface="Arial"/>
              <a:ea typeface="Arial"/>
              <a:cs typeface="Arial"/>
              <a:sym typeface="Arial"/>
            </a:endParaRPr>
          </a:p>
        </p:txBody>
      </p:sp>
      <p:sp>
        <p:nvSpPr>
          <p:cNvPr id="6073" name="Google Shape;6073;p470"/>
          <p:cNvSpPr/>
          <p:nvPr/>
        </p:nvSpPr>
        <p:spPr>
          <a:xfrm>
            <a:off x="5404184" y="3722767"/>
            <a:ext cx="1218300" cy="84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Apache</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CXF</a:t>
            </a:r>
            <a:endParaRPr b="0" i="0" sz="1900" u="none" cap="none" strike="noStrike">
              <a:solidFill>
                <a:srgbClr val="000000"/>
              </a:solidFill>
              <a:latin typeface="Arial"/>
              <a:ea typeface="Arial"/>
              <a:cs typeface="Arial"/>
              <a:sym typeface="Arial"/>
            </a:endParaRPr>
          </a:p>
        </p:txBody>
      </p:sp>
      <p:sp>
        <p:nvSpPr>
          <p:cNvPr id="6074" name="Google Shape;6074;p470"/>
          <p:cNvSpPr/>
          <p:nvPr/>
        </p:nvSpPr>
        <p:spPr>
          <a:xfrm>
            <a:off x="6811433" y="3722751"/>
            <a:ext cx="1369200" cy="84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Apache ActiveMQ</a:t>
            </a:r>
            <a:endParaRPr b="0" i="0" sz="1900" u="none" cap="none" strike="noStrike">
              <a:solidFill>
                <a:srgbClr val="000000"/>
              </a:solidFill>
              <a:latin typeface="Arial"/>
              <a:ea typeface="Arial"/>
              <a:cs typeface="Arial"/>
              <a:sym typeface="Arial"/>
            </a:endParaRPr>
          </a:p>
        </p:txBody>
      </p:sp>
      <p:sp>
        <p:nvSpPr>
          <p:cNvPr id="6075" name="Google Shape;6075;p470"/>
          <p:cNvSpPr/>
          <p:nvPr/>
        </p:nvSpPr>
        <p:spPr>
          <a:xfrm>
            <a:off x="3996917" y="1694433"/>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76" name="Google Shape;6076;p470"/>
          <p:cNvSpPr/>
          <p:nvPr/>
        </p:nvSpPr>
        <p:spPr>
          <a:xfrm>
            <a:off x="5070417" y="1694433"/>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77" name="Google Shape;6077;p470"/>
          <p:cNvSpPr/>
          <p:nvPr/>
        </p:nvSpPr>
        <p:spPr>
          <a:xfrm>
            <a:off x="6143917" y="1694433"/>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78" name="Google Shape;6078;p470"/>
          <p:cNvSpPr/>
          <p:nvPr/>
        </p:nvSpPr>
        <p:spPr>
          <a:xfrm>
            <a:off x="7217417" y="1694433"/>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79" name="Google Shape;6079;p470"/>
          <p:cNvSpPr/>
          <p:nvPr/>
        </p:nvSpPr>
        <p:spPr>
          <a:xfrm>
            <a:off x="3996917" y="2350167"/>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0" name="Google Shape;6080;p470"/>
          <p:cNvSpPr/>
          <p:nvPr/>
        </p:nvSpPr>
        <p:spPr>
          <a:xfrm>
            <a:off x="5070417" y="2350167"/>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1" name="Google Shape;6081;p470"/>
          <p:cNvSpPr/>
          <p:nvPr/>
        </p:nvSpPr>
        <p:spPr>
          <a:xfrm>
            <a:off x="6143917" y="2350167"/>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2" name="Google Shape;6082;p470"/>
          <p:cNvSpPr/>
          <p:nvPr/>
        </p:nvSpPr>
        <p:spPr>
          <a:xfrm>
            <a:off x="7217417" y="2350167"/>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3" name="Google Shape;6083;p470"/>
          <p:cNvSpPr/>
          <p:nvPr/>
        </p:nvSpPr>
        <p:spPr>
          <a:xfrm>
            <a:off x="3996917" y="3005884"/>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4" name="Google Shape;6084;p470"/>
          <p:cNvSpPr/>
          <p:nvPr/>
        </p:nvSpPr>
        <p:spPr>
          <a:xfrm>
            <a:off x="5070417" y="3005884"/>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5" name="Google Shape;6085;p470"/>
          <p:cNvSpPr/>
          <p:nvPr/>
        </p:nvSpPr>
        <p:spPr>
          <a:xfrm>
            <a:off x="6143917" y="3005884"/>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6" name="Google Shape;6086;p470"/>
          <p:cNvSpPr/>
          <p:nvPr/>
        </p:nvSpPr>
        <p:spPr>
          <a:xfrm>
            <a:off x="7217417" y="3005884"/>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087" name="Google Shape;6087;p470"/>
          <p:cNvSpPr/>
          <p:nvPr/>
        </p:nvSpPr>
        <p:spPr>
          <a:xfrm>
            <a:off x="3996933" y="5210233"/>
            <a:ext cx="1218300" cy="3441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Deployer</a:t>
            </a:r>
            <a:endParaRPr b="0" i="0" sz="1900" u="none" cap="none" strike="noStrike">
              <a:solidFill>
                <a:srgbClr val="000000"/>
              </a:solidFill>
              <a:latin typeface="Arial"/>
              <a:ea typeface="Arial"/>
              <a:cs typeface="Arial"/>
              <a:sym typeface="Arial"/>
            </a:endParaRPr>
          </a:p>
        </p:txBody>
      </p:sp>
      <p:sp>
        <p:nvSpPr>
          <p:cNvPr id="6088" name="Google Shape;6088;p470"/>
          <p:cNvSpPr/>
          <p:nvPr/>
        </p:nvSpPr>
        <p:spPr>
          <a:xfrm>
            <a:off x="5404200" y="5210067"/>
            <a:ext cx="1218300" cy="3441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Shell</a:t>
            </a:r>
            <a:endParaRPr b="0" i="0" sz="1900" u="none" cap="none" strike="noStrike">
              <a:solidFill>
                <a:srgbClr val="000000"/>
              </a:solidFill>
              <a:latin typeface="Arial"/>
              <a:ea typeface="Arial"/>
              <a:cs typeface="Arial"/>
              <a:sym typeface="Arial"/>
            </a:endParaRPr>
          </a:p>
        </p:txBody>
      </p:sp>
      <p:sp>
        <p:nvSpPr>
          <p:cNvPr id="6089" name="Google Shape;6089;p470"/>
          <p:cNvSpPr/>
          <p:nvPr/>
        </p:nvSpPr>
        <p:spPr>
          <a:xfrm>
            <a:off x="6811467" y="5210233"/>
            <a:ext cx="1369200" cy="3441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Config</a:t>
            </a:r>
            <a:endParaRPr b="0" i="0" sz="1900" u="none" cap="none" strike="noStrike">
              <a:solidFill>
                <a:srgbClr val="000000"/>
              </a:solidFill>
              <a:latin typeface="Arial"/>
              <a:ea typeface="Arial"/>
              <a:cs typeface="Arial"/>
              <a:sym typeface="Arial"/>
            </a:endParaRPr>
          </a:p>
        </p:txBody>
      </p:sp>
      <p:sp>
        <p:nvSpPr>
          <p:cNvPr id="6090" name="Google Shape;6090;p470"/>
          <p:cNvSpPr/>
          <p:nvPr/>
        </p:nvSpPr>
        <p:spPr>
          <a:xfrm>
            <a:off x="3996933" y="4687733"/>
            <a:ext cx="1218300" cy="3441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Manage</a:t>
            </a:r>
            <a:endParaRPr b="0" i="0" sz="1900" u="none" cap="none" strike="noStrike">
              <a:solidFill>
                <a:srgbClr val="000000"/>
              </a:solidFill>
              <a:latin typeface="Arial"/>
              <a:ea typeface="Arial"/>
              <a:cs typeface="Arial"/>
              <a:sym typeface="Arial"/>
            </a:endParaRPr>
          </a:p>
        </p:txBody>
      </p:sp>
      <p:sp>
        <p:nvSpPr>
          <p:cNvPr id="6091" name="Google Shape;6091;p470"/>
          <p:cNvSpPr/>
          <p:nvPr/>
        </p:nvSpPr>
        <p:spPr>
          <a:xfrm>
            <a:off x="5404200" y="4687567"/>
            <a:ext cx="1218300" cy="3441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Blueprint</a:t>
            </a:r>
            <a:endParaRPr b="0" i="0" sz="1900" u="none" cap="none" strike="noStrike">
              <a:solidFill>
                <a:srgbClr val="000000"/>
              </a:solidFill>
              <a:latin typeface="Arial"/>
              <a:ea typeface="Arial"/>
              <a:cs typeface="Arial"/>
              <a:sym typeface="Arial"/>
            </a:endParaRPr>
          </a:p>
        </p:txBody>
      </p:sp>
      <p:sp>
        <p:nvSpPr>
          <p:cNvPr id="6092" name="Google Shape;6092;p470"/>
          <p:cNvSpPr/>
          <p:nvPr/>
        </p:nvSpPr>
        <p:spPr>
          <a:xfrm>
            <a:off x="6811467" y="4687733"/>
            <a:ext cx="1369200" cy="3441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HTTP</a:t>
            </a:r>
            <a:endParaRPr b="0" i="0" sz="1900" u="none" cap="none" strike="noStrike">
              <a:solidFill>
                <a:srgbClr val="000000"/>
              </a:solidFill>
              <a:latin typeface="Arial"/>
              <a:ea typeface="Arial"/>
              <a:cs typeface="Arial"/>
              <a:sym typeface="Arial"/>
            </a:endParaRPr>
          </a:p>
        </p:txBody>
      </p:sp>
      <p:sp>
        <p:nvSpPr>
          <p:cNvPr id="6093" name="Google Shape;6093;p470"/>
          <p:cNvSpPr txBox="1"/>
          <p:nvPr/>
        </p:nvSpPr>
        <p:spPr>
          <a:xfrm>
            <a:off x="1632333" y="3828167"/>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Integration</a:t>
            </a:r>
            <a:endParaRPr b="0" i="0" sz="1900" u="none" cap="none" strike="noStrike">
              <a:solidFill>
                <a:srgbClr val="000000"/>
              </a:solidFill>
              <a:latin typeface="Arial"/>
              <a:ea typeface="Arial"/>
              <a:cs typeface="Arial"/>
              <a:sym typeface="Arial"/>
            </a:endParaRPr>
          </a:p>
        </p:txBody>
      </p:sp>
      <p:sp>
        <p:nvSpPr>
          <p:cNvPr id="6094" name="Google Shape;6094;p470"/>
          <p:cNvSpPr txBox="1"/>
          <p:nvPr/>
        </p:nvSpPr>
        <p:spPr>
          <a:xfrm>
            <a:off x="1632333" y="5063867"/>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Core</a:t>
            </a:r>
            <a:endParaRPr b="0" i="0" sz="1900" u="none" cap="none" strike="noStrike">
              <a:solidFill>
                <a:srgbClr val="000000"/>
              </a:solidFill>
              <a:latin typeface="Arial"/>
              <a:ea typeface="Arial"/>
              <a:cs typeface="Arial"/>
              <a:sym typeface="Arial"/>
            </a:endParaRPr>
          </a:p>
        </p:txBody>
      </p:sp>
      <p:sp>
        <p:nvSpPr>
          <p:cNvPr id="6095" name="Google Shape;6095;p470"/>
          <p:cNvSpPr txBox="1"/>
          <p:nvPr/>
        </p:nvSpPr>
        <p:spPr>
          <a:xfrm>
            <a:off x="1632333" y="2274367"/>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Application</a:t>
            </a:r>
            <a:endParaRPr b="0" i="0" sz="1900" u="none" cap="none" strike="noStrike">
              <a:solidFill>
                <a:srgbClr val="000000"/>
              </a:solidFill>
              <a:latin typeface="Arial"/>
              <a:ea typeface="Arial"/>
              <a:cs typeface="Arial"/>
              <a:sym typeface="Arial"/>
            </a:endParaRPr>
          </a:p>
        </p:txBody>
      </p:sp>
      <p:pic>
        <p:nvPicPr>
          <p:cNvPr id="6096" name="Google Shape;6096;p470"/>
          <p:cNvPicPr preferRelativeResize="0"/>
          <p:nvPr/>
        </p:nvPicPr>
        <p:blipFill rotWithShape="1">
          <a:blip r:embed="rId3">
            <a:alphaModFix/>
          </a:blip>
          <a:srcRect b="0" l="0" r="0" t="0"/>
          <a:stretch/>
        </p:blipFill>
        <p:spPr>
          <a:xfrm>
            <a:off x="8633267" y="5063867"/>
            <a:ext cx="1917700" cy="469900"/>
          </a:xfrm>
          <a:prstGeom prst="rect">
            <a:avLst/>
          </a:prstGeom>
          <a:noFill/>
          <a:ln>
            <a:noFill/>
          </a:ln>
        </p:spPr>
      </p:pic>
      <p:sp>
        <p:nvSpPr>
          <p:cNvPr id="6097" name="Google Shape;6097;p470"/>
          <p:cNvSpPr txBox="1"/>
          <p:nvPr/>
        </p:nvSpPr>
        <p:spPr>
          <a:xfrm>
            <a:off x="9123000" y="5049417"/>
            <a:ext cx="1834500" cy="49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Apache Karaf</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01" name="Shape 6101"/>
        <p:cNvGrpSpPr/>
        <p:nvPr/>
      </p:nvGrpSpPr>
      <p:grpSpPr>
        <a:xfrm>
          <a:off x="0" y="0"/>
          <a:ext cx="0" cy="0"/>
          <a:chOff x="0" y="0"/>
          <a:chExt cx="0" cy="0"/>
        </a:xfrm>
      </p:grpSpPr>
      <p:sp>
        <p:nvSpPr>
          <p:cNvPr id="6102" name="Google Shape;6102;p47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Integration Architectures</a:t>
            </a:r>
            <a:endParaRPr/>
          </a:p>
        </p:txBody>
      </p:sp>
      <p:pic>
        <p:nvPicPr>
          <p:cNvPr id="6103" name="Google Shape;6103;p471"/>
          <p:cNvPicPr preferRelativeResize="0"/>
          <p:nvPr/>
        </p:nvPicPr>
        <p:blipFill rotWithShape="1">
          <a:blip r:embed="rId3">
            <a:alphaModFix/>
          </a:blip>
          <a:srcRect b="0" l="0" r="35330" t="0"/>
          <a:stretch/>
        </p:blipFill>
        <p:spPr>
          <a:xfrm>
            <a:off x="87133" y="2071467"/>
            <a:ext cx="7884864" cy="4104633"/>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07" name="Shape 6107"/>
        <p:cNvGrpSpPr/>
        <p:nvPr/>
      </p:nvGrpSpPr>
      <p:grpSpPr>
        <a:xfrm>
          <a:off x="0" y="0"/>
          <a:ext cx="0" cy="0"/>
          <a:chOff x="0" y="0"/>
          <a:chExt cx="0" cy="0"/>
        </a:xfrm>
      </p:grpSpPr>
      <p:sp>
        <p:nvSpPr>
          <p:cNvPr id="6108" name="Google Shape;6108;p47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Microservice Architecture (MSA 1.0)</a:t>
            </a:r>
            <a:endParaRPr/>
          </a:p>
        </p:txBody>
      </p:sp>
      <p:grpSp>
        <p:nvGrpSpPr>
          <p:cNvPr id="6109" name="Google Shape;6109;p472"/>
          <p:cNvGrpSpPr/>
          <p:nvPr/>
        </p:nvGrpSpPr>
        <p:grpSpPr>
          <a:xfrm>
            <a:off x="2385910" y="2858122"/>
            <a:ext cx="2285191" cy="2053780"/>
            <a:chOff x="2858063" y="1497825"/>
            <a:chExt cx="2257425" cy="2028825"/>
          </a:xfrm>
        </p:grpSpPr>
        <p:pic>
          <p:nvPicPr>
            <p:cNvPr id="6110" name="Google Shape;6110;p472"/>
            <p:cNvPicPr preferRelativeResize="0"/>
            <p:nvPr/>
          </p:nvPicPr>
          <p:blipFill rotWithShape="1">
            <a:blip r:embed="rId3">
              <a:alphaModFix/>
            </a:blip>
            <a:srcRect b="0" l="0" r="0" t="0"/>
            <a:stretch/>
          </p:blipFill>
          <p:spPr>
            <a:xfrm>
              <a:off x="2858063" y="1497825"/>
              <a:ext cx="2257425" cy="2028825"/>
            </a:xfrm>
            <a:prstGeom prst="rect">
              <a:avLst/>
            </a:prstGeom>
            <a:noFill/>
            <a:ln>
              <a:noFill/>
            </a:ln>
          </p:spPr>
        </p:pic>
        <p:pic>
          <p:nvPicPr>
            <p:cNvPr id="6111" name="Google Shape;6111;p472"/>
            <p:cNvPicPr preferRelativeResize="0"/>
            <p:nvPr/>
          </p:nvPicPr>
          <p:blipFill rotWithShape="1">
            <a:blip r:embed="rId4">
              <a:alphaModFix/>
            </a:blip>
            <a:srcRect b="0" l="0" r="0" t="0"/>
            <a:stretch/>
          </p:blipFill>
          <p:spPr>
            <a:xfrm>
              <a:off x="3558975" y="2382808"/>
              <a:ext cx="855600" cy="855600"/>
            </a:xfrm>
            <a:prstGeom prst="rect">
              <a:avLst/>
            </a:prstGeom>
            <a:noFill/>
            <a:ln>
              <a:noFill/>
            </a:ln>
          </p:spPr>
        </p:pic>
      </p:grpSp>
      <p:grpSp>
        <p:nvGrpSpPr>
          <p:cNvPr id="6112" name="Google Shape;6112;p472"/>
          <p:cNvGrpSpPr/>
          <p:nvPr/>
        </p:nvGrpSpPr>
        <p:grpSpPr>
          <a:xfrm>
            <a:off x="6700744" y="1585289"/>
            <a:ext cx="2285191" cy="2053780"/>
            <a:chOff x="2858063" y="1497825"/>
            <a:chExt cx="2257425" cy="2028825"/>
          </a:xfrm>
        </p:grpSpPr>
        <p:pic>
          <p:nvPicPr>
            <p:cNvPr id="6113" name="Google Shape;6113;p472"/>
            <p:cNvPicPr preferRelativeResize="0"/>
            <p:nvPr/>
          </p:nvPicPr>
          <p:blipFill rotWithShape="1">
            <a:blip r:embed="rId3">
              <a:alphaModFix/>
            </a:blip>
            <a:srcRect b="0" l="0" r="0" t="0"/>
            <a:stretch/>
          </p:blipFill>
          <p:spPr>
            <a:xfrm>
              <a:off x="2858063" y="1497825"/>
              <a:ext cx="2257425" cy="2028825"/>
            </a:xfrm>
            <a:prstGeom prst="rect">
              <a:avLst/>
            </a:prstGeom>
            <a:noFill/>
            <a:ln>
              <a:noFill/>
            </a:ln>
          </p:spPr>
        </p:pic>
        <p:pic>
          <p:nvPicPr>
            <p:cNvPr id="6114" name="Google Shape;6114;p472"/>
            <p:cNvPicPr preferRelativeResize="0"/>
            <p:nvPr/>
          </p:nvPicPr>
          <p:blipFill rotWithShape="1">
            <a:blip r:embed="rId4">
              <a:alphaModFix/>
            </a:blip>
            <a:srcRect b="0" l="0" r="0" t="0"/>
            <a:stretch/>
          </p:blipFill>
          <p:spPr>
            <a:xfrm>
              <a:off x="3558975" y="2382808"/>
              <a:ext cx="855600" cy="855600"/>
            </a:xfrm>
            <a:prstGeom prst="rect">
              <a:avLst/>
            </a:prstGeom>
            <a:noFill/>
            <a:ln>
              <a:noFill/>
            </a:ln>
          </p:spPr>
        </p:pic>
      </p:grpSp>
      <p:grpSp>
        <p:nvGrpSpPr>
          <p:cNvPr id="6115" name="Google Shape;6115;p472"/>
          <p:cNvGrpSpPr/>
          <p:nvPr/>
        </p:nvGrpSpPr>
        <p:grpSpPr>
          <a:xfrm>
            <a:off x="5894644" y="4273455"/>
            <a:ext cx="2285191" cy="2053780"/>
            <a:chOff x="2858063" y="1497825"/>
            <a:chExt cx="2257425" cy="2028825"/>
          </a:xfrm>
        </p:grpSpPr>
        <p:pic>
          <p:nvPicPr>
            <p:cNvPr id="6116" name="Google Shape;6116;p472"/>
            <p:cNvPicPr preferRelativeResize="0"/>
            <p:nvPr/>
          </p:nvPicPr>
          <p:blipFill rotWithShape="1">
            <a:blip r:embed="rId3">
              <a:alphaModFix/>
            </a:blip>
            <a:srcRect b="0" l="0" r="0" t="0"/>
            <a:stretch/>
          </p:blipFill>
          <p:spPr>
            <a:xfrm>
              <a:off x="2858063" y="1497825"/>
              <a:ext cx="2257425" cy="2028825"/>
            </a:xfrm>
            <a:prstGeom prst="rect">
              <a:avLst/>
            </a:prstGeom>
            <a:noFill/>
            <a:ln>
              <a:noFill/>
            </a:ln>
          </p:spPr>
        </p:pic>
        <p:pic>
          <p:nvPicPr>
            <p:cNvPr id="6117" name="Google Shape;6117;p472"/>
            <p:cNvPicPr preferRelativeResize="0"/>
            <p:nvPr/>
          </p:nvPicPr>
          <p:blipFill rotWithShape="1">
            <a:blip r:embed="rId4">
              <a:alphaModFix/>
            </a:blip>
            <a:srcRect b="0" l="0" r="0" t="0"/>
            <a:stretch/>
          </p:blipFill>
          <p:spPr>
            <a:xfrm>
              <a:off x="3558975" y="2382808"/>
              <a:ext cx="855600" cy="855600"/>
            </a:xfrm>
            <a:prstGeom prst="rect">
              <a:avLst/>
            </a:prstGeom>
            <a:noFill/>
            <a:ln>
              <a:noFill/>
            </a:ln>
          </p:spPr>
        </p:pic>
      </p:grpSp>
      <p:sp>
        <p:nvSpPr>
          <p:cNvPr id="6118" name="Google Shape;6118;p472"/>
          <p:cNvSpPr/>
          <p:nvPr/>
        </p:nvSpPr>
        <p:spPr>
          <a:xfrm>
            <a:off x="10296418" y="1961900"/>
            <a:ext cx="987900" cy="1300500"/>
          </a:xfrm>
          <a:prstGeom prst="can">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Data</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store</a:t>
            </a:r>
            <a:endParaRPr b="0" i="0" sz="1900" u="none" cap="none" strike="noStrike">
              <a:solidFill>
                <a:srgbClr val="000000"/>
              </a:solidFill>
              <a:latin typeface="Arial"/>
              <a:ea typeface="Arial"/>
              <a:cs typeface="Arial"/>
              <a:sym typeface="Arial"/>
            </a:endParaRPr>
          </a:p>
        </p:txBody>
      </p:sp>
      <p:sp>
        <p:nvSpPr>
          <p:cNvPr id="6119" name="Google Shape;6119;p472"/>
          <p:cNvSpPr/>
          <p:nvPr/>
        </p:nvSpPr>
        <p:spPr>
          <a:xfrm>
            <a:off x="9987600" y="4507333"/>
            <a:ext cx="2051676" cy="1585872"/>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SaaS</a:t>
            </a:r>
            <a:endParaRPr b="0" i="0" sz="1900" u="none" cap="none" strike="noStrike">
              <a:solidFill>
                <a:srgbClr val="000000"/>
              </a:solidFill>
              <a:latin typeface="Arial"/>
              <a:ea typeface="Arial"/>
              <a:cs typeface="Arial"/>
              <a:sym typeface="Arial"/>
            </a:endParaRPr>
          </a:p>
        </p:txBody>
      </p:sp>
      <p:sp>
        <p:nvSpPr>
          <p:cNvPr id="6120" name="Google Shape;6120;p472"/>
          <p:cNvSpPr/>
          <p:nvPr/>
        </p:nvSpPr>
        <p:spPr>
          <a:xfrm rot="-1200617">
            <a:off x="4821362" y="2908434"/>
            <a:ext cx="1728870" cy="610421"/>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21" name="Google Shape;6121;p472"/>
          <p:cNvSpPr/>
          <p:nvPr/>
        </p:nvSpPr>
        <p:spPr>
          <a:xfrm rot="1497568">
            <a:off x="4545543" y="4376383"/>
            <a:ext cx="1374246" cy="610278"/>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22" name="Google Shape;6122;p472"/>
          <p:cNvSpPr/>
          <p:nvPr/>
        </p:nvSpPr>
        <p:spPr>
          <a:xfrm rot="-3002">
            <a:off x="8396329" y="4995066"/>
            <a:ext cx="1374301" cy="610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23" name="Google Shape;6123;p472"/>
          <p:cNvSpPr/>
          <p:nvPr/>
        </p:nvSpPr>
        <p:spPr>
          <a:xfrm rot="-3132">
            <a:off x="9084140" y="2307043"/>
            <a:ext cx="987900" cy="610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24" name="Google Shape;6124;p472"/>
          <p:cNvSpPr/>
          <p:nvPr/>
        </p:nvSpPr>
        <p:spPr>
          <a:xfrm rot="-3002">
            <a:off x="805762" y="3579732"/>
            <a:ext cx="1374301" cy="610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28" name="Shape 6128"/>
        <p:cNvGrpSpPr/>
        <p:nvPr/>
      </p:nvGrpSpPr>
      <p:grpSpPr>
        <a:xfrm>
          <a:off x="0" y="0"/>
          <a:ext cx="0" cy="0"/>
          <a:chOff x="0" y="0"/>
          <a:chExt cx="0" cy="0"/>
        </a:xfrm>
      </p:grpSpPr>
      <p:sp>
        <p:nvSpPr>
          <p:cNvPr id="6129" name="Google Shape;6129;p47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Today's Microservice Architecture (MSA 1.0)</a:t>
            </a:r>
            <a:endParaRPr/>
          </a:p>
        </p:txBody>
      </p:sp>
      <p:sp>
        <p:nvSpPr>
          <p:cNvPr id="6130" name="Google Shape;6130;p473"/>
          <p:cNvSpPr/>
          <p:nvPr/>
        </p:nvSpPr>
        <p:spPr>
          <a:xfrm>
            <a:off x="3904200" y="2910767"/>
            <a:ext cx="4383600" cy="354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31" name="Google Shape;6131;p473"/>
          <p:cNvSpPr/>
          <p:nvPr/>
        </p:nvSpPr>
        <p:spPr>
          <a:xfrm>
            <a:off x="3996933" y="3722751"/>
            <a:ext cx="1218300" cy="84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Apache</a:t>
            </a:r>
            <a:endParaRPr b="0" i="0" sz="1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a:t>
            </a:r>
            <a:endParaRPr b="0" i="0" sz="1900" u="none" cap="none" strike="noStrike">
              <a:solidFill>
                <a:srgbClr val="000000"/>
              </a:solidFill>
              <a:latin typeface="Arial"/>
              <a:ea typeface="Arial"/>
              <a:cs typeface="Arial"/>
              <a:sym typeface="Arial"/>
            </a:endParaRPr>
          </a:p>
        </p:txBody>
      </p:sp>
      <p:sp>
        <p:nvSpPr>
          <p:cNvPr id="6132" name="Google Shape;6132;p473"/>
          <p:cNvSpPr/>
          <p:nvPr/>
        </p:nvSpPr>
        <p:spPr>
          <a:xfrm>
            <a:off x="3986800" y="5732400"/>
            <a:ext cx="4218300" cy="5700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Apache Tomcat</a:t>
            </a:r>
            <a:endParaRPr b="0" i="0" sz="1900" u="none" cap="none" strike="noStrike">
              <a:solidFill>
                <a:srgbClr val="000000"/>
              </a:solidFill>
              <a:latin typeface="Arial"/>
              <a:ea typeface="Arial"/>
              <a:cs typeface="Arial"/>
              <a:sym typeface="Arial"/>
            </a:endParaRPr>
          </a:p>
        </p:txBody>
      </p:sp>
      <p:sp>
        <p:nvSpPr>
          <p:cNvPr id="6133" name="Google Shape;6133;p473"/>
          <p:cNvSpPr/>
          <p:nvPr/>
        </p:nvSpPr>
        <p:spPr>
          <a:xfrm>
            <a:off x="5404184" y="3722767"/>
            <a:ext cx="1218300" cy="84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Spring Rest</a:t>
            </a:r>
            <a:endParaRPr b="0" i="0" sz="1900" u="none" cap="none" strike="noStrike">
              <a:solidFill>
                <a:srgbClr val="000000"/>
              </a:solidFill>
              <a:latin typeface="Arial"/>
              <a:ea typeface="Arial"/>
              <a:cs typeface="Arial"/>
              <a:sym typeface="Arial"/>
            </a:endParaRPr>
          </a:p>
        </p:txBody>
      </p:sp>
      <p:sp>
        <p:nvSpPr>
          <p:cNvPr id="6134" name="Google Shape;6134;p473"/>
          <p:cNvSpPr/>
          <p:nvPr/>
        </p:nvSpPr>
        <p:spPr>
          <a:xfrm>
            <a:off x="3996917" y="3005884"/>
            <a:ext cx="963300" cy="4989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135" name="Google Shape;6135;p473"/>
          <p:cNvSpPr/>
          <p:nvPr/>
        </p:nvSpPr>
        <p:spPr>
          <a:xfrm>
            <a:off x="4199233" y="4727584"/>
            <a:ext cx="1834500" cy="8472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Spring Framework</a:t>
            </a:r>
            <a:endParaRPr b="0" i="0" sz="1900" u="none" cap="none" strike="noStrike">
              <a:solidFill>
                <a:srgbClr val="000000"/>
              </a:solidFill>
              <a:latin typeface="Arial"/>
              <a:ea typeface="Arial"/>
              <a:cs typeface="Arial"/>
              <a:sym typeface="Arial"/>
            </a:endParaRPr>
          </a:p>
        </p:txBody>
      </p:sp>
      <p:sp>
        <p:nvSpPr>
          <p:cNvPr id="6136" name="Google Shape;6136;p473"/>
          <p:cNvSpPr/>
          <p:nvPr/>
        </p:nvSpPr>
        <p:spPr>
          <a:xfrm>
            <a:off x="6218300" y="4727584"/>
            <a:ext cx="1758000" cy="8472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Spring Boot</a:t>
            </a:r>
            <a:endParaRPr b="0" i="0" sz="1900" u="none" cap="none" strike="noStrike">
              <a:solidFill>
                <a:srgbClr val="000000"/>
              </a:solidFill>
              <a:latin typeface="Arial"/>
              <a:ea typeface="Arial"/>
              <a:cs typeface="Arial"/>
              <a:sym typeface="Arial"/>
            </a:endParaRPr>
          </a:p>
        </p:txBody>
      </p:sp>
      <p:sp>
        <p:nvSpPr>
          <p:cNvPr id="6137" name="Google Shape;6137;p473"/>
          <p:cNvSpPr txBox="1"/>
          <p:nvPr/>
        </p:nvSpPr>
        <p:spPr>
          <a:xfrm>
            <a:off x="1632333" y="3828167"/>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Integration</a:t>
            </a:r>
            <a:endParaRPr b="0" i="0" sz="1900" u="none" cap="none" strike="noStrike">
              <a:solidFill>
                <a:srgbClr val="000000"/>
              </a:solidFill>
              <a:latin typeface="Arial"/>
              <a:ea typeface="Arial"/>
              <a:cs typeface="Arial"/>
              <a:sym typeface="Arial"/>
            </a:endParaRPr>
          </a:p>
        </p:txBody>
      </p:sp>
      <p:sp>
        <p:nvSpPr>
          <p:cNvPr id="6138" name="Google Shape;6138;p473"/>
          <p:cNvSpPr txBox="1"/>
          <p:nvPr/>
        </p:nvSpPr>
        <p:spPr>
          <a:xfrm>
            <a:off x="1632333" y="5063867"/>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Core</a:t>
            </a:r>
            <a:endParaRPr b="0" i="0" sz="1900" u="none" cap="none" strike="noStrike">
              <a:solidFill>
                <a:srgbClr val="000000"/>
              </a:solidFill>
              <a:latin typeface="Arial"/>
              <a:ea typeface="Arial"/>
              <a:cs typeface="Arial"/>
              <a:sym typeface="Arial"/>
            </a:endParaRPr>
          </a:p>
        </p:txBody>
      </p:sp>
      <p:sp>
        <p:nvSpPr>
          <p:cNvPr id="6139" name="Google Shape;6139;p473"/>
          <p:cNvSpPr txBox="1"/>
          <p:nvPr/>
        </p:nvSpPr>
        <p:spPr>
          <a:xfrm>
            <a:off x="1696200" y="3005900"/>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Application</a:t>
            </a:r>
            <a:endParaRPr b="0" i="0" sz="1900" u="none" cap="none" strike="noStrike">
              <a:solidFill>
                <a:srgbClr val="000000"/>
              </a:solidFill>
              <a:latin typeface="Arial"/>
              <a:ea typeface="Arial"/>
              <a:cs typeface="Arial"/>
              <a:sym typeface="Arial"/>
            </a:endParaRPr>
          </a:p>
        </p:txBody>
      </p:sp>
      <p:sp>
        <p:nvSpPr>
          <p:cNvPr id="6140" name="Google Shape;6140;p473"/>
          <p:cNvSpPr txBox="1"/>
          <p:nvPr/>
        </p:nvSpPr>
        <p:spPr>
          <a:xfrm>
            <a:off x="9863700" y="5049417"/>
            <a:ext cx="1834500" cy="498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Spring Boot</a:t>
            </a:r>
            <a:endParaRPr b="0" i="0" sz="1900" u="none" cap="none" strike="noStrike">
              <a:solidFill>
                <a:srgbClr val="000000"/>
              </a:solidFill>
              <a:latin typeface="Arial"/>
              <a:ea typeface="Arial"/>
              <a:cs typeface="Arial"/>
              <a:sym typeface="Arial"/>
            </a:endParaRPr>
          </a:p>
        </p:txBody>
      </p:sp>
      <p:pic>
        <p:nvPicPr>
          <p:cNvPr id="6141" name="Google Shape;6141;p473"/>
          <p:cNvPicPr preferRelativeResize="0"/>
          <p:nvPr/>
        </p:nvPicPr>
        <p:blipFill rotWithShape="1">
          <a:blip r:embed="rId3">
            <a:alphaModFix/>
          </a:blip>
          <a:srcRect b="0" l="0" r="0" t="0"/>
          <a:stretch/>
        </p:blipFill>
        <p:spPr>
          <a:xfrm>
            <a:off x="8710741" y="4835191"/>
            <a:ext cx="1031734" cy="927266"/>
          </a:xfrm>
          <a:prstGeom prst="rect">
            <a:avLst/>
          </a:prstGeom>
          <a:noFill/>
          <a:ln>
            <a:noFill/>
          </a:ln>
        </p:spPr>
      </p:pic>
      <p:sp>
        <p:nvSpPr>
          <p:cNvPr id="6142" name="Google Shape;6142;p473"/>
          <p:cNvSpPr/>
          <p:nvPr/>
        </p:nvSpPr>
        <p:spPr>
          <a:xfrm>
            <a:off x="6811451" y="3722800"/>
            <a:ext cx="1218300" cy="847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Hystrix Circuit Breaker</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46" name="Shape 6146"/>
        <p:cNvGrpSpPr/>
        <p:nvPr/>
      </p:nvGrpSpPr>
      <p:grpSpPr>
        <a:xfrm>
          <a:off x="0" y="0"/>
          <a:ext cx="0" cy="0"/>
          <a:chOff x="0" y="0"/>
          <a:chExt cx="0" cy="0"/>
        </a:xfrm>
      </p:grpSpPr>
      <p:sp>
        <p:nvSpPr>
          <p:cNvPr id="6147" name="Google Shape;6147;p47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Integration Architectures</a:t>
            </a:r>
            <a:endParaRPr/>
          </a:p>
        </p:txBody>
      </p:sp>
      <p:pic>
        <p:nvPicPr>
          <p:cNvPr id="6148" name="Google Shape;6148;p474"/>
          <p:cNvPicPr preferRelativeResize="0"/>
          <p:nvPr/>
        </p:nvPicPr>
        <p:blipFill rotWithShape="1">
          <a:blip r:embed="rId3">
            <a:alphaModFix/>
          </a:blip>
          <a:srcRect b="0" l="0" r="0" t="0"/>
          <a:stretch/>
        </p:blipFill>
        <p:spPr>
          <a:xfrm>
            <a:off x="87133" y="2071467"/>
            <a:ext cx="12192000" cy="4104643"/>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52" name="Shape 6152"/>
        <p:cNvGrpSpPr/>
        <p:nvPr/>
      </p:nvGrpSpPr>
      <p:grpSpPr>
        <a:xfrm>
          <a:off x="0" y="0"/>
          <a:ext cx="0" cy="0"/>
          <a:chOff x="0" y="0"/>
          <a:chExt cx="0" cy="0"/>
        </a:xfrm>
      </p:grpSpPr>
      <p:sp>
        <p:nvSpPr>
          <p:cNvPr id="6153" name="Google Shape;6153;p47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Cloud Native Architecture</a:t>
            </a:r>
            <a:endParaRPr/>
          </a:p>
        </p:txBody>
      </p:sp>
      <p:grpSp>
        <p:nvGrpSpPr>
          <p:cNvPr id="6154" name="Google Shape;6154;p475"/>
          <p:cNvGrpSpPr/>
          <p:nvPr/>
        </p:nvGrpSpPr>
        <p:grpSpPr>
          <a:xfrm>
            <a:off x="2425906" y="2524737"/>
            <a:ext cx="7809405" cy="4181962"/>
            <a:chOff x="1819475" y="1893600"/>
            <a:chExt cx="5857200" cy="3136550"/>
          </a:xfrm>
        </p:grpSpPr>
        <p:sp>
          <p:nvSpPr>
            <p:cNvPr id="6155" name="Google Shape;6155;p475"/>
            <p:cNvSpPr/>
            <p:nvPr/>
          </p:nvSpPr>
          <p:spPr>
            <a:xfrm>
              <a:off x="3343175" y="1893600"/>
              <a:ext cx="3210300" cy="2806200"/>
            </a:xfrm>
            <a:prstGeom prst="rect">
              <a:avLst/>
            </a:prstGeom>
            <a:noFill/>
            <a:ln cap="flat" cmpd="sng" w="19050">
              <a:solidFill>
                <a:srgbClr val="B7B7B7"/>
              </a:solidFill>
              <a:prstDash val="dash"/>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56" name="Google Shape;6156;p475"/>
            <p:cNvSpPr/>
            <p:nvPr/>
          </p:nvSpPr>
          <p:spPr>
            <a:xfrm>
              <a:off x="3475475" y="2010425"/>
              <a:ext cx="1444800" cy="264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57" name="Google Shape;6157;p475"/>
            <p:cNvSpPr/>
            <p:nvPr/>
          </p:nvSpPr>
          <p:spPr>
            <a:xfrm>
              <a:off x="3545025" y="2724125"/>
              <a:ext cx="1241700" cy="306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a:t>
              </a:r>
              <a:endParaRPr b="0" i="0" sz="1900" u="none" cap="none" strike="noStrike">
                <a:solidFill>
                  <a:srgbClr val="000000"/>
                </a:solidFill>
                <a:latin typeface="Arial"/>
                <a:ea typeface="Arial"/>
                <a:cs typeface="Arial"/>
                <a:sym typeface="Arial"/>
              </a:endParaRPr>
            </a:p>
          </p:txBody>
        </p:sp>
        <p:sp>
          <p:nvSpPr>
            <p:cNvPr id="6158" name="Google Shape;6158;p475"/>
            <p:cNvSpPr/>
            <p:nvPr/>
          </p:nvSpPr>
          <p:spPr>
            <a:xfrm>
              <a:off x="3545024" y="2227100"/>
              <a:ext cx="1241700" cy="3741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159" name="Google Shape;6159;p475"/>
            <p:cNvSpPr txBox="1"/>
            <p:nvPr/>
          </p:nvSpPr>
          <p:spPr>
            <a:xfrm>
              <a:off x="1819475" y="2679675"/>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Integration</a:t>
              </a:r>
              <a:endParaRPr b="0" i="0" sz="19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Core</a:t>
              </a:r>
              <a:endParaRPr b="0" i="0" sz="1900" u="none" cap="none" strike="noStrike">
                <a:solidFill>
                  <a:srgbClr val="000000"/>
                </a:solidFill>
                <a:latin typeface="Arial"/>
                <a:ea typeface="Arial"/>
                <a:cs typeface="Arial"/>
                <a:sym typeface="Arial"/>
              </a:endParaRPr>
            </a:p>
          </p:txBody>
        </p:sp>
        <p:sp>
          <p:nvSpPr>
            <p:cNvPr id="6160" name="Google Shape;6160;p475"/>
            <p:cNvSpPr txBox="1"/>
            <p:nvPr/>
          </p:nvSpPr>
          <p:spPr>
            <a:xfrm>
              <a:off x="1819475" y="2123900"/>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Application</a:t>
              </a:r>
              <a:endParaRPr b="0" i="0" sz="1900" u="none" cap="none" strike="noStrike">
                <a:solidFill>
                  <a:srgbClr val="000000"/>
                </a:solidFill>
                <a:latin typeface="Arial"/>
                <a:ea typeface="Arial"/>
                <a:cs typeface="Arial"/>
                <a:sym typeface="Arial"/>
              </a:endParaRPr>
            </a:p>
          </p:txBody>
        </p:sp>
        <p:sp>
          <p:nvSpPr>
            <p:cNvPr id="6161" name="Google Shape;6161;p475"/>
            <p:cNvSpPr/>
            <p:nvPr/>
          </p:nvSpPr>
          <p:spPr>
            <a:xfrm>
              <a:off x="5190875" y="2724125"/>
              <a:ext cx="1170900" cy="63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62" name="Google Shape;6162;p475"/>
            <p:cNvSpPr/>
            <p:nvPr/>
          </p:nvSpPr>
          <p:spPr>
            <a:xfrm>
              <a:off x="5221925" y="2828075"/>
              <a:ext cx="1108800" cy="4275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Service Mesh</a:t>
              </a:r>
              <a:endParaRPr b="0" i="0" sz="1900" u="none" cap="none" strike="noStrike">
                <a:solidFill>
                  <a:srgbClr val="000000"/>
                </a:solidFill>
                <a:latin typeface="Arial"/>
                <a:ea typeface="Arial"/>
                <a:cs typeface="Arial"/>
                <a:sym typeface="Arial"/>
              </a:endParaRPr>
            </a:p>
          </p:txBody>
        </p:sp>
        <p:sp>
          <p:nvSpPr>
            <p:cNvPr id="6163" name="Google Shape;6163;p475"/>
            <p:cNvSpPr txBox="1"/>
            <p:nvPr/>
          </p:nvSpPr>
          <p:spPr>
            <a:xfrm>
              <a:off x="5977850" y="4656050"/>
              <a:ext cx="5310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Pod</a:t>
              </a:r>
              <a:endParaRPr b="0" i="0" sz="1900" u="none" cap="none" strike="noStrike">
                <a:solidFill>
                  <a:srgbClr val="000000"/>
                </a:solidFill>
                <a:latin typeface="Arial"/>
                <a:ea typeface="Arial"/>
                <a:cs typeface="Arial"/>
                <a:sym typeface="Arial"/>
              </a:endParaRPr>
            </a:p>
          </p:txBody>
        </p:sp>
        <p:sp>
          <p:nvSpPr>
            <p:cNvPr id="6164" name="Google Shape;6164;p475"/>
            <p:cNvSpPr txBox="1"/>
            <p:nvPr/>
          </p:nvSpPr>
          <p:spPr>
            <a:xfrm>
              <a:off x="6632375" y="2854775"/>
              <a:ext cx="10443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Sidecar</a:t>
              </a:r>
              <a:endParaRPr b="0" i="0" sz="1900" u="none" cap="none" strike="noStrike">
                <a:solidFill>
                  <a:srgbClr val="000000"/>
                </a:solidFill>
                <a:latin typeface="Arial"/>
                <a:ea typeface="Arial"/>
                <a:cs typeface="Arial"/>
                <a:sym typeface="Arial"/>
              </a:endParaRPr>
            </a:p>
          </p:txBody>
        </p:sp>
        <p:sp>
          <p:nvSpPr>
            <p:cNvPr id="6165" name="Google Shape;6165;p475"/>
            <p:cNvSpPr/>
            <p:nvPr/>
          </p:nvSpPr>
          <p:spPr>
            <a:xfrm>
              <a:off x="3545025" y="3153650"/>
              <a:ext cx="1241700" cy="4275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 Spring Boot</a:t>
              </a:r>
              <a:endParaRPr b="0" i="0" sz="1900" u="none" cap="none" strike="noStrike">
                <a:solidFill>
                  <a:srgbClr val="000000"/>
                </a:solidFill>
                <a:latin typeface="Arial"/>
                <a:ea typeface="Arial"/>
                <a:cs typeface="Arial"/>
                <a:sym typeface="Arial"/>
              </a:endParaRPr>
            </a:p>
          </p:txBody>
        </p:sp>
      </p:grpSp>
      <p:sp>
        <p:nvSpPr>
          <p:cNvPr id="6166" name="Google Shape;6166;p475"/>
          <p:cNvSpPr/>
          <p:nvPr/>
        </p:nvSpPr>
        <p:spPr>
          <a:xfrm>
            <a:off x="4732633" y="4872233"/>
            <a:ext cx="1655700" cy="5700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Spring Boot</a:t>
            </a:r>
            <a:endParaRPr b="0" i="0" sz="1900" u="none" cap="none" strike="noStrike">
              <a:solidFill>
                <a:srgbClr val="000000"/>
              </a:solidFill>
              <a:latin typeface="Arial"/>
              <a:ea typeface="Arial"/>
              <a:cs typeface="Arial"/>
              <a:sym typeface="Arial"/>
            </a:endParaRPr>
          </a:p>
        </p:txBody>
      </p:sp>
      <p:sp>
        <p:nvSpPr>
          <p:cNvPr id="6167" name="Google Shape;6167;p475"/>
          <p:cNvSpPr/>
          <p:nvPr/>
        </p:nvSpPr>
        <p:spPr>
          <a:xfrm>
            <a:off x="4732633" y="5504800"/>
            <a:ext cx="1655700" cy="5700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Tomcat</a:t>
            </a:r>
            <a:endParaRPr b="0" i="0" sz="1900" u="none" cap="none" strike="noStrike">
              <a:solidFill>
                <a:srgbClr val="000000"/>
              </a:solidFill>
              <a:latin typeface="Arial"/>
              <a:ea typeface="Arial"/>
              <a:cs typeface="Arial"/>
              <a:sym typeface="Arial"/>
            </a:endParaRPr>
          </a:p>
        </p:txBody>
      </p:sp>
      <p:pic>
        <p:nvPicPr>
          <p:cNvPr id="6168" name="Google Shape;6168;p475"/>
          <p:cNvPicPr preferRelativeResize="0"/>
          <p:nvPr/>
        </p:nvPicPr>
        <p:blipFill rotWithShape="1">
          <a:blip r:embed="rId3">
            <a:alphaModFix/>
          </a:blip>
          <a:srcRect b="0" l="0" r="0" t="0"/>
          <a:stretch/>
        </p:blipFill>
        <p:spPr>
          <a:xfrm>
            <a:off x="6262274" y="593357"/>
            <a:ext cx="1031734" cy="927266"/>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72" name="Shape 6172"/>
        <p:cNvGrpSpPr/>
        <p:nvPr/>
      </p:nvGrpSpPr>
      <p:grpSpPr>
        <a:xfrm>
          <a:off x="0" y="0"/>
          <a:ext cx="0" cy="0"/>
          <a:chOff x="0" y="0"/>
          <a:chExt cx="0" cy="0"/>
        </a:xfrm>
      </p:grpSpPr>
      <p:sp>
        <p:nvSpPr>
          <p:cNvPr id="6173" name="Google Shape;6173;p47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Cloud Native Architecture</a:t>
            </a:r>
            <a:endParaRPr/>
          </a:p>
        </p:txBody>
      </p:sp>
      <p:grpSp>
        <p:nvGrpSpPr>
          <p:cNvPr id="6174" name="Google Shape;6174;p476"/>
          <p:cNvGrpSpPr/>
          <p:nvPr/>
        </p:nvGrpSpPr>
        <p:grpSpPr>
          <a:xfrm>
            <a:off x="2425906" y="2524737"/>
            <a:ext cx="7809405" cy="2812730"/>
            <a:chOff x="1819475" y="1893600"/>
            <a:chExt cx="5857200" cy="2109600"/>
          </a:xfrm>
        </p:grpSpPr>
        <p:sp>
          <p:nvSpPr>
            <p:cNvPr id="6175" name="Google Shape;6175;p476"/>
            <p:cNvSpPr/>
            <p:nvPr/>
          </p:nvSpPr>
          <p:spPr>
            <a:xfrm>
              <a:off x="3343175" y="1893600"/>
              <a:ext cx="3210300" cy="1735500"/>
            </a:xfrm>
            <a:prstGeom prst="rect">
              <a:avLst/>
            </a:prstGeom>
            <a:noFill/>
            <a:ln cap="flat" cmpd="sng" w="19050">
              <a:solidFill>
                <a:srgbClr val="B7B7B7"/>
              </a:solidFill>
              <a:prstDash val="dash"/>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76" name="Google Shape;6176;p476"/>
            <p:cNvSpPr/>
            <p:nvPr/>
          </p:nvSpPr>
          <p:spPr>
            <a:xfrm>
              <a:off x="3475475" y="2010425"/>
              <a:ext cx="1444800" cy="150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77" name="Google Shape;6177;p476"/>
            <p:cNvSpPr/>
            <p:nvPr/>
          </p:nvSpPr>
          <p:spPr>
            <a:xfrm>
              <a:off x="3545025" y="2724125"/>
              <a:ext cx="1241700" cy="306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a:t>
              </a:r>
              <a:endParaRPr b="0" i="0" sz="1900" u="none" cap="none" strike="noStrike">
                <a:solidFill>
                  <a:srgbClr val="000000"/>
                </a:solidFill>
                <a:latin typeface="Arial"/>
                <a:ea typeface="Arial"/>
                <a:cs typeface="Arial"/>
                <a:sym typeface="Arial"/>
              </a:endParaRPr>
            </a:p>
          </p:txBody>
        </p:sp>
        <p:sp>
          <p:nvSpPr>
            <p:cNvPr id="6178" name="Google Shape;6178;p476"/>
            <p:cNvSpPr/>
            <p:nvPr/>
          </p:nvSpPr>
          <p:spPr>
            <a:xfrm>
              <a:off x="3545024" y="2227100"/>
              <a:ext cx="1241700" cy="3741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179" name="Google Shape;6179;p476"/>
            <p:cNvSpPr txBox="1"/>
            <p:nvPr/>
          </p:nvSpPr>
          <p:spPr>
            <a:xfrm>
              <a:off x="1819475" y="2679675"/>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Integration</a:t>
              </a:r>
              <a:endParaRPr b="0" i="0" sz="19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Core</a:t>
              </a:r>
              <a:endParaRPr b="0" i="0" sz="1900" u="none" cap="none" strike="noStrike">
                <a:solidFill>
                  <a:srgbClr val="000000"/>
                </a:solidFill>
                <a:latin typeface="Arial"/>
                <a:ea typeface="Arial"/>
                <a:cs typeface="Arial"/>
                <a:sym typeface="Arial"/>
              </a:endParaRPr>
            </a:p>
          </p:txBody>
        </p:sp>
        <p:sp>
          <p:nvSpPr>
            <p:cNvPr id="6180" name="Google Shape;6180;p476"/>
            <p:cNvSpPr txBox="1"/>
            <p:nvPr/>
          </p:nvSpPr>
          <p:spPr>
            <a:xfrm>
              <a:off x="1819475" y="2123900"/>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Application</a:t>
              </a:r>
              <a:endParaRPr b="0" i="0" sz="1900" u="none" cap="none" strike="noStrike">
                <a:solidFill>
                  <a:srgbClr val="000000"/>
                </a:solidFill>
                <a:latin typeface="Arial"/>
                <a:ea typeface="Arial"/>
                <a:cs typeface="Arial"/>
                <a:sym typeface="Arial"/>
              </a:endParaRPr>
            </a:p>
          </p:txBody>
        </p:sp>
        <p:sp>
          <p:nvSpPr>
            <p:cNvPr id="6181" name="Google Shape;6181;p476"/>
            <p:cNvSpPr/>
            <p:nvPr/>
          </p:nvSpPr>
          <p:spPr>
            <a:xfrm>
              <a:off x="5190875" y="2724125"/>
              <a:ext cx="1170900" cy="63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82" name="Google Shape;6182;p476"/>
            <p:cNvSpPr/>
            <p:nvPr/>
          </p:nvSpPr>
          <p:spPr>
            <a:xfrm>
              <a:off x="5221925" y="2828075"/>
              <a:ext cx="1108800" cy="4275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Service Mesh</a:t>
              </a:r>
              <a:endParaRPr b="0" i="0" sz="1900" u="none" cap="none" strike="noStrike">
                <a:solidFill>
                  <a:srgbClr val="000000"/>
                </a:solidFill>
                <a:latin typeface="Arial"/>
                <a:ea typeface="Arial"/>
                <a:cs typeface="Arial"/>
                <a:sym typeface="Arial"/>
              </a:endParaRPr>
            </a:p>
          </p:txBody>
        </p:sp>
        <p:sp>
          <p:nvSpPr>
            <p:cNvPr id="6183" name="Google Shape;6183;p476"/>
            <p:cNvSpPr txBox="1"/>
            <p:nvPr/>
          </p:nvSpPr>
          <p:spPr>
            <a:xfrm>
              <a:off x="5969125" y="3629100"/>
              <a:ext cx="5310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Pod</a:t>
              </a:r>
              <a:endParaRPr b="0" i="0" sz="1900" u="none" cap="none" strike="noStrike">
                <a:solidFill>
                  <a:srgbClr val="000000"/>
                </a:solidFill>
                <a:latin typeface="Arial"/>
                <a:ea typeface="Arial"/>
                <a:cs typeface="Arial"/>
                <a:sym typeface="Arial"/>
              </a:endParaRPr>
            </a:p>
          </p:txBody>
        </p:sp>
        <p:sp>
          <p:nvSpPr>
            <p:cNvPr id="6184" name="Google Shape;6184;p476"/>
            <p:cNvSpPr txBox="1"/>
            <p:nvPr/>
          </p:nvSpPr>
          <p:spPr>
            <a:xfrm>
              <a:off x="6632375" y="2854775"/>
              <a:ext cx="10443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Sidecar</a:t>
              </a:r>
              <a:endParaRPr b="0" i="0" sz="1900" u="none" cap="none" strike="noStrike">
                <a:solidFill>
                  <a:srgbClr val="000000"/>
                </a:solidFill>
                <a:latin typeface="Arial"/>
                <a:ea typeface="Arial"/>
                <a:cs typeface="Arial"/>
                <a:sym typeface="Arial"/>
              </a:endParaRPr>
            </a:p>
          </p:txBody>
        </p:sp>
        <p:sp>
          <p:nvSpPr>
            <p:cNvPr id="6185" name="Google Shape;6185;p476"/>
            <p:cNvSpPr/>
            <p:nvPr/>
          </p:nvSpPr>
          <p:spPr>
            <a:xfrm>
              <a:off x="3545025" y="3153650"/>
              <a:ext cx="1241700" cy="286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 Main</a:t>
              </a:r>
              <a:endParaRPr b="0" i="0" sz="1900" u="none" cap="none" strike="noStrike">
                <a:solidFill>
                  <a:srgbClr val="000000"/>
                </a:solidFill>
                <a:latin typeface="Arial"/>
                <a:ea typeface="Arial"/>
                <a:cs typeface="Arial"/>
                <a:sym typeface="Arial"/>
              </a:endParaRPr>
            </a:p>
          </p:txBody>
        </p:sp>
      </p:grpSp>
      <p:pic>
        <p:nvPicPr>
          <p:cNvPr id="6186" name="Google Shape;6186;p476"/>
          <p:cNvPicPr preferRelativeResize="0"/>
          <p:nvPr/>
        </p:nvPicPr>
        <p:blipFill rotWithShape="1">
          <a:blip r:embed="rId3">
            <a:alphaModFix/>
          </a:blip>
          <a:srcRect b="0" l="0" r="0" t="0"/>
          <a:stretch/>
        </p:blipFill>
        <p:spPr>
          <a:xfrm>
            <a:off x="6274824" y="644009"/>
            <a:ext cx="866096" cy="866096"/>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190" name="Shape 6190"/>
        <p:cNvGrpSpPr/>
        <p:nvPr/>
      </p:nvGrpSpPr>
      <p:grpSpPr>
        <a:xfrm>
          <a:off x="0" y="0"/>
          <a:ext cx="0" cy="0"/>
          <a:chOff x="0" y="0"/>
          <a:chExt cx="0" cy="0"/>
        </a:xfrm>
      </p:grpSpPr>
      <p:sp>
        <p:nvSpPr>
          <p:cNvPr id="6191" name="Google Shape;6191;p47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Cloud Native Architecture</a:t>
            </a:r>
            <a:endParaRPr/>
          </a:p>
        </p:txBody>
      </p:sp>
      <p:grpSp>
        <p:nvGrpSpPr>
          <p:cNvPr id="6192" name="Google Shape;6192;p477"/>
          <p:cNvGrpSpPr/>
          <p:nvPr/>
        </p:nvGrpSpPr>
        <p:grpSpPr>
          <a:xfrm>
            <a:off x="2425906" y="2524737"/>
            <a:ext cx="7809405" cy="3474313"/>
            <a:chOff x="1819475" y="1893600"/>
            <a:chExt cx="5857200" cy="2605800"/>
          </a:xfrm>
        </p:grpSpPr>
        <p:sp>
          <p:nvSpPr>
            <p:cNvPr id="6193" name="Google Shape;6193;p477"/>
            <p:cNvSpPr/>
            <p:nvPr/>
          </p:nvSpPr>
          <p:spPr>
            <a:xfrm>
              <a:off x="3343175" y="1893600"/>
              <a:ext cx="3210300" cy="2231700"/>
            </a:xfrm>
            <a:prstGeom prst="rect">
              <a:avLst/>
            </a:prstGeom>
            <a:noFill/>
            <a:ln cap="flat" cmpd="sng" w="19050">
              <a:solidFill>
                <a:srgbClr val="B7B7B7"/>
              </a:solidFill>
              <a:prstDash val="dash"/>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94" name="Google Shape;6194;p477"/>
            <p:cNvSpPr/>
            <p:nvPr/>
          </p:nvSpPr>
          <p:spPr>
            <a:xfrm>
              <a:off x="3475475" y="2010425"/>
              <a:ext cx="1444800" cy="2053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95" name="Google Shape;6195;p477"/>
            <p:cNvSpPr/>
            <p:nvPr/>
          </p:nvSpPr>
          <p:spPr>
            <a:xfrm>
              <a:off x="3545025" y="2750475"/>
              <a:ext cx="1241700" cy="3357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a:t>
              </a:r>
              <a:endParaRPr b="0" i="0" sz="1900" u="none" cap="none" strike="noStrike">
                <a:solidFill>
                  <a:srgbClr val="000000"/>
                </a:solidFill>
                <a:latin typeface="Arial"/>
                <a:ea typeface="Arial"/>
                <a:cs typeface="Arial"/>
                <a:sym typeface="Arial"/>
              </a:endParaRPr>
            </a:p>
          </p:txBody>
        </p:sp>
        <p:sp>
          <p:nvSpPr>
            <p:cNvPr id="6196" name="Google Shape;6196;p477"/>
            <p:cNvSpPr/>
            <p:nvPr/>
          </p:nvSpPr>
          <p:spPr>
            <a:xfrm>
              <a:off x="3545024" y="2227100"/>
              <a:ext cx="1241700" cy="3741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197" name="Google Shape;6197;p477"/>
            <p:cNvSpPr txBox="1"/>
            <p:nvPr/>
          </p:nvSpPr>
          <p:spPr>
            <a:xfrm>
              <a:off x="1819475" y="2679675"/>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Integration</a:t>
              </a:r>
              <a:endParaRPr b="0" i="0" sz="1900" u="none" cap="none" strike="noStrike">
                <a:solidFill>
                  <a:srgbClr val="000000"/>
                </a:solidFill>
                <a:latin typeface="Arial"/>
                <a:ea typeface="Arial"/>
                <a:cs typeface="Arial"/>
                <a:sym typeface="Arial"/>
              </a:endParaRPr>
            </a:p>
          </p:txBody>
        </p:sp>
        <p:sp>
          <p:nvSpPr>
            <p:cNvPr id="6198" name="Google Shape;6198;p477"/>
            <p:cNvSpPr txBox="1"/>
            <p:nvPr/>
          </p:nvSpPr>
          <p:spPr>
            <a:xfrm>
              <a:off x="1819475" y="2123900"/>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Application</a:t>
              </a:r>
              <a:endParaRPr b="0" i="0" sz="1900" u="none" cap="none" strike="noStrike">
                <a:solidFill>
                  <a:srgbClr val="000000"/>
                </a:solidFill>
                <a:latin typeface="Arial"/>
                <a:ea typeface="Arial"/>
                <a:cs typeface="Arial"/>
                <a:sym typeface="Arial"/>
              </a:endParaRPr>
            </a:p>
          </p:txBody>
        </p:sp>
        <p:sp>
          <p:nvSpPr>
            <p:cNvPr id="6199" name="Google Shape;6199;p477"/>
            <p:cNvSpPr/>
            <p:nvPr/>
          </p:nvSpPr>
          <p:spPr>
            <a:xfrm>
              <a:off x="5190875" y="2724125"/>
              <a:ext cx="1170900" cy="63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00" name="Google Shape;6200;p477"/>
            <p:cNvSpPr/>
            <p:nvPr/>
          </p:nvSpPr>
          <p:spPr>
            <a:xfrm>
              <a:off x="5221925" y="2828075"/>
              <a:ext cx="1108800" cy="4275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Service Mesh</a:t>
              </a:r>
              <a:endParaRPr b="0" i="0" sz="1900" u="none" cap="none" strike="noStrike">
                <a:solidFill>
                  <a:srgbClr val="000000"/>
                </a:solidFill>
                <a:latin typeface="Arial"/>
                <a:ea typeface="Arial"/>
                <a:cs typeface="Arial"/>
                <a:sym typeface="Arial"/>
              </a:endParaRPr>
            </a:p>
          </p:txBody>
        </p:sp>
        <p:sp>
          <p:nvSpPr>
            <p:cNvPr id="6201" name="Google Shape;6201;p477"/>
            <p:cNvSpPr txBox="1"/>
            <p:nvPr/>
          </p:nvSpPr>
          <p:spPr>
            <a:xfrm>
              <a:off x="5977825" y="4125300"/>
              <a:ext cx="5310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Pod</a:t>
              </a:r>
              <a:endParaRPr b="0" i="0" sz="1900" u="none" cap="none" strike="noStrike">
                <a:solidFill>
                  <a:srgbClr val="000000"/>
                </a:solidFill>
                <a:latin typeface="Arial"/>
                <a:ea typeface="Arial"/>
                <a:cs typeface="Arial"/>
                <a:sym typeface="Arial"/>
              </a:endParaRPr>
            </a:p>
          </p:txBody>
        </p:sp>
        <p:sp>
          <p:nvSpPr>
            <p:cNvPr id="6202" name="Google Shape;6202;p477"/>
            <p:cNvSpPr txBox="1"/>
            <p:nvPr/>
          </p:nvSpPr>
          <p:spPr>
            <a:xfrm>
              <a:off x="6632375" y="2854775"/>
              <a:ext cx="10443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Sidecar</a:t>
              </a:r>
              <a:endParaRPr b="0" i="0" sz="1900" u="none" cap="none" strike="noStrike">
                <a:solidFill>
                  <a:srgbClr val="000000"/>
                </a:solidFill>
                <a:latin typeface="Arial"/>
                <a:ea typeface="Arial"/>
                <a:cs typeface="Arial"/>
                <a:sym typeface="Arial"/>
              </a:endParaRPr>
            </a:p>
          </p:txBody>
        </p:sp>
        <p:sp>
          <p:nvSpPr>
            <p:cNvPr id="6203" name="Google Shape;6203;p477"/>
            <p:cNvSpPr/>
            <p:nvPr/>
          </p:nvSpPr>
          <p:spPr>
            <a:xfrm>
              <a:off x="3545025" y="3159225"/>
              <a:ext cx="1241700" cy="4275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 Quarkus</a:t>
              </a:r>
              <a:endParaRPr b="0" i="0" sz="1900" u="none" cap="none" strike="noStrike">
                <a:solidFill>
                  <a:srgbClr val="000000"/>
                </a:solidFill>
                <a:latin typeface="Arial"/>
                <a:ea typeface="Arial"/>
                <a:cs typeface="Arial"/>
                <a:sym typeface="Arial"/>
              </a:endParaRPr>
            </a:p>
          </p:txBody>
        </p:sp>
      </p:grpSp>
      <p:sp>
        <p:nvSpPr>
          <p:cNvPr id="6204" name="Google Shape;6204;p477"/>
          <p:cNvSpPr/>
          <p:nvPr/>
        </p:nvSpPr>
        <p:spPr>
          <a:xfrm>
            <a:off x="4740500" y="4862100"/>
            <a:ext cx="1664700" cy="4476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Quarkus</a:t>
            </a:r>
            <a:endParaRPr b="0" i="0" sz="1900" u="none" cap="none" strike="noStrike">
              <a:solidFill>
                <a:srgbClr val="000000"/>
              </a:solidFill>
              <a:latin typeface="Arial"/>
              <a:ea typeface="Arial"/>
              <a:cs typeface="Arial"/>
              <a:sym typeface="Arial"/>
            </a:endParaRPr>
          </a:p>
        </p:txBody>
      </p:sp>
      <p:sp>
        <p:nvSpPr>
          <p:cNvPr id="6205" name="Google Shape;6205;p477"/>
          <p:cNvSpPr txBox="1"/>
          <p:nvPr/>
        </p:nvSpPr>
        <p:spPr>
          <a:xfrm>
            <a:off x="2356367" y="4408000"/>
            <a:ext cx="1926300" cy="636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Core</a:t>
            </a:r>
            <a:endParaRPr b="0" i="0" sz="1900" u="none" cap="none" strike="noStrike">
              <a:solidFill>
                <a:srgbClr val="000000"/>
              </a:solidFill>
              <a:latin typeface="Arial"/>
              <a:ea typeface="Arial"/>
              <a:cs typeface="Arial"/>
              <a:sym typeface="Arial"/>
            </a:endParaRPr>
          </a:p>
        </p:txBody>
      </p:sp>
      <p:pic>
        <p:nvPicPr>
          <p:cNvPr id="6206" name="Google Shape;6206;p477"/>
          <p:cNvPicPr preferRelativeResize="0"/>
          <p:nvPr/>
        </p:nvPicPr>
        <p:blipFill rotWithShape="1">
          <a:blip r:embed="rId3">
            <a:alphaModFix/>
          </a:blip>
          <a:srcRect b="0" l="0" r="0" t="0"/>
          <a:stretch/>
        </p:blipFill>
        <p:spPr>
          <a:xfrm>
            <a:off x="6096000" y="683067"/>
            <a:ext cx="4980000" cy="763600"/>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10" name="Shape 6210"/>
        <p:cNvGrpSpPr/>
        <p:nvPr/>
      </p:nvGrpSpPr>
      <p:grpSpPr>
        <a:xfrm>
          <a:off x="0" y="0"/>
          <a:ext cx="0" cy="0"/>
          <a:chOff x="0" y="0"/>
          <a:chExt cx="0" cy="0"/>
        </a:xfrm>
      </p:grpSpPr>
      <p:sp>
        <p:nvSpPr>
          <p:cNvPr id="6211" name="Google Shape;6211;p47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700"/>
              <a:buNone/>
            </a:pPr>
            <a:r>
              <a:rPr lang="en"/>
              <a:t>Serverless Architecture</a:t>
            </a:r>
            <a:endParaRPr/>
          </a:p>
        </p:txBody>
      </p:sp>
      <p:grpSp>
        <p:nvGrpSpPr>
          <p:cNvPr id="6212" name="Google Shape;6212;p478"/>
          <p:cNvGrpSpPr/>
          <p:nvPr/>
        </p:nvGrpSpPr>
        <p:grpSpPr>
          <a:xfrm>
            <a:off x="2425906" y="2524737"/>
            <a:ext cx="7809405" cy="2812730"/>
            <a:chOff x="1819475" y="1893600"/>
            <a:chExt cx="5857200" cy="2109600"/>
          </a:xfrm>
        </p:grpSpPr>
        <p:sp>
          <p:nvSpPr>
            <p:cNvPr id="6213" name="Google Shape;6213;p478"/>
            <p:cNvSpPr/>
            <p:nvPr/>
          </p:nvSpPr>
          <p:spPr>
            <a:xfrm>
              <a:off x="3343175" y="1893600"/>
              <a:ext cx="3210300" cy="1735500"/>
            </a:xfrm>
            <a:prstGeom prst="rect">
              <a:avLst/>
            </a:prstGeom>
            <a:noFill/>
            <a:ln cap="flat" cmpd="sng" w="19050">
              <a:solidFill>
                <a:srgbClr val="B7B7B7"/>
              </a:solidFill>
              <a:prstDash val="dash"/>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14" name="Google Shape;6214;p478"/>
            <p:cNvSpPr/>
            <p:nvPr/>
          </p:nvSpPr>
          <p:spPr>
            <a:xfrm>
              <a:off x="3475475" y="2010425"/>
              <a:ext cx="1444800" cy="1505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15" name="Google Shape;6215;p478"/>
            <p:cNvSpPr/>
            <p:nvPr/>
          </p:nvSpPr>
          <p:spPr>
            <a:xfrm>
              <a:off x="3545025" y="2724125"/>
              <a:ext cx="1241700" cy="306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a:t>
              </a:r>
              <a:endParaRPr b="0" i="0" sz="1900" u="none" cap="none" strike="noStrike">
                <a:solidFill>
                  <a:srgbClr val="000000"/>
                </a:solidFill>
                <a:latin typeface="Arial"/>
                <a:ea typeface="Arial"/>
                <a:cs typeface="Arial"/>
                <a:sym typeface="Arial"/>
              </a:endParaRPr>
            </a:p>
          </p:txBody>
        </p:sp>
        <p:sp>
          <p:nvSpPr>
            <p:cNvPr id="6216" name="Google Shape;6216;p478"/>
            <p:cNvSpPr/>
            <p:nvPr/>
          </p:nvSpPr>
          <p:spPr>
            <a:xfrm>
              <a:off x="3545025" y="2227100"/>
              <a:ext cx="1241700" cy="286800"/>
            </a:xfrm>
            <a:prstGeom prst="rect">
              <a:avLst/>
            </a:prstGeom>
            <a:solidFill>
              <a:srgbClr val="4A86E8"/>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a:t>
              </a:r>
              <a:endParaRPr b="0" i="0" sz="1900" u="none" cap="none" strike="noStrike">
                <a:solidFill>
                  <a:srgbClr val="000000"/>
                </a:solidFill>
                <a:latin typeface="Arial"/>
                <a:ea typeface="Arial"/>
                <a:cs typeface="Arial"/>
                <a:sym typeface="Arial"/>
              </a:endParaRPr>
            </a:p>
          </p:txBody>
        </p:sp>
        <p:sp>
          <p:nvSpPr>
            <p:cNvPr id="6217" name="Google Shape;6217;p478"/>
            <p:cNvSpPr txBox="1"/>
            <p:nvPr/>
          </p:nvSpPr>
          <p:spPr>
            <a:xfrm>
              <a:off x="1819475" y="2679675"/>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Integration</a:t>
              </a:r>
              <a:endParaRPr b="0" i="0" sz="19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Core</a:t>
              </a:r>
              <a:endParaRPr b="0" i="0" sz="1900" u="none" cap="none" strike="noStrike">
                <a:solidFill>
                  <a:srgbClr val="000000"/>
                </a:solidFill>
                <a:latin typeface="Arial"/>
                <a:ea typeface="Arial"/>
                <a:cs typeface="Arial"/>
                <a:sym typeface="Arial"/>
              </a:endParaRPr>
            </a:p>
          </p:txBody>
        </p:sp>
        <p:sp>
          <p:nvSpPr>
            <p:cNvPr id="6218" name="Google Shape;6218;p478"/>
            <p:cNvSpPr txBox="1"/>
            <p:nvPr/>
          </p:nvSpPr>
          <p:spPr>
            <a:xfrm>
              <a:off x="1819475" y="2123900"/>
              <a:ext cx="1444800" cy="4773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Application</a:t>
              </a:r>
              <a:endParaRPr b="0" i="0" sz="1900" u="none" cap="none" strike="noStrike">
                <a:solidFill>
                  <a:srgbClr val="000000"/>
                </a:solidFill>
                <a:latin typeface="Arial"/>
                <a:ea typeface="Arial"/>
                <a:cs typeface="Arial"/>
                <a:sym typeface="Arial"/>
              </a:endParaRPr>
            </a:p>
          </p:txBody>
        </p:sp>
        <p:sp>
          <p:nvSpPr>
            <p:cNvPr id="6219" name="Google Shape;6219;p478"/>
            <p:cNvSpPr/>
            <p:nvPr/>
          </p:nvSpPr>
          <p:spPr>
            <a:xfrm>
              <a:off x="5190875" y="2724125"/>
              <a:ext cx="1170900" cy="63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20" name="Google Shape;6220;p478"/>
            <p:cNvSpPr/>
            <p:nvPr/>
          </p:nvSpPr>
          <p:spPr>
            <a:xfrm>
              <a:off x="5221925" y="2828075"/>
              <a:ext cx="1108800" cy="4275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Knative</a:t>
              </a:r>
              <a:endParaRPr b="0" i="0" sz="1900" u="none" cap="none" strike="noStrike">
                <a:solidFill>
                  <a:srgbClr val="000000"/>
                </a:solidFill>
                <a:latin typeface="Arial"/>
                <a:ea typeface="Arial"/>
                <a:cs typeface="Arial"/>
                <a:sym typeface="Arial"/>
              </a:endParaRPr>
            </a:p>
          </p:txBody>
        </p:sp>
        <p:sp>
          <p:nvSpPr>
            <p:cNvPr id="6221" name="Google Shape;6221;p478"/>
            <p:cNvSpPr txBox="1"/>
            <p:nvPr/>
          </p:nvSpPr>
          <p:spPr>
            <a:xfrm>
              <a:off x="5969125" y="3629100"/>
              <a:ext cx="5310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Pod</a:t>
              </a:r>
              <a:endParaRPr b="0" i="0" sz="1900" u="none" cap="none" strike="noStrike">
                <a:solidFill>
                  <a:srgbClr val="000000"/>
                </a:solidFill>
                <a:latin typeface="Arial"/>
                <a:ea typeface="Arial"/>
                <a:cs typeface="Arial"/>
                <a:sym typeface="Arial"/>
              </a:endParaRPr>
            </a:p>
          </p:txBody>
        </p:sp>
        <p:sp>
          <p:nvSpPr>
            <p:cNvPr id="6222" name="Google Shape;6222;p478"/>
            <p:cNvSpPr txBox="1"/>
            <p:nvPr/>
          </p:nvSpPr>
          <p:spPr>
            <a:xfrm>
              <a:off x="6632375" y="2854775"/>
              <a:ext cx="1044300" cy="374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Sidecar</a:t>
              </a:r>
              <a:endParaRPr b="0" i="0" sz="1900" u="none" cap="none" strike="noStrike">
                <a:solidFill>
                  <a:srgbClr val="000000"/>
                </a:solidFill>
                <a:latin typeface="Arial"/>
                <a:ea typeface="Arial"/>
                <a:cs typeface="Arial"/>
                <a:sym typeface="Arial"/>
              </a:endParaRPr>
            </a:p>
          </p:txBody>
        </p:sp>
        <p:sp>
          <p:nvSpPr>
            <p:cNvPr id="6223" name="Google Shape;6223;p478"/>
            <p:cNvSpPr/>
            <p:nvPr/>
          </p:nvSpPr>
          <p:spPr>
            <a:xfrm>
              <a:off x="3545025" y="3153650"/>
              <a:ext cx="1241700" cy="286800"/>
            </a:xfrm>
            <a:prstGeom prst="rect">
              <a:avLst/>
            </a:prstGeom>
            <a:solidFill>
              <a:srgbClr val="B4A7D6"/>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000000"/>
                  </a:solidFill>
                  <a:latin typeface="Arial"/>
                  <a:ea typeface="Arial"/>
                  <a:cs typeface="Arial"/>
                  <a:sym typeface="Arial"/>
                </a:rPr>
                <a:t>Camel K</a:t>
              </a:r>
              <a:endParaRPr b="0" i="0" sz="1900" u="none" cap="none" strike="noStrike">
                <a:solidFill>
                  <a:srgbClr val="000000"/>
                </a:solidFill>
                <a:latin typeface="Arial"/>
                <a:ea typeface="Arial"/>
                <a:cs typeface="Arial"/>
                <a:sym typeface="Arial"/>
              </a:endParaRPr>
            </a:p>
          </p:txBody>
        </p:sp>
      </p:grpSp>
      <p:pic>
        <p:nvPicPr>
          <p:cNvPr id="6224" name="Google Shape;6224;p478"/>
          <p:cNvPicPr preferRelativeResize="0"/>
          <p:nvPr/>
        </p:nvPicPr>
        <p:blipFill rotWithShape="1">
          <a:blip r:embed="rId3">
            <a:alphaModFix/>
          </a:blip>
          <a:srcRect b="0" l="0" r="0" t="0"/>
          <a:stretch/>
        </p:blipFill>
        <p:spPr>
          <a:xfrm>
            <a:off x="6274824" y="644009"/>
            <a:ext cx="866096" cy="866096"/>
          </a:xfrm>
          <a:prstGeom prst="rect">
            <a:avLst/>
          </a:prstGeom>
          <a:noFill/>
          <a:ln>
            <a:noFill/>
          </a:ln>
        </p:spPr>
      </p:pic>
      <p:sp>
        <p:nvSpPr>
          <p:cNvPr id="6225" name="Google Shape;6225;p478"/>
          <p:cNvSpPr txBox="1"/>
          <p:nvPr/>
        </p:nvSpPr>
        <p:spPr>
          <a:xfrm>
            <a:off x="6765167" y="964900"/>
            <a:ext cx="765900" cy="5451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Arial"/>
                <a:ea typeface="Arial"/>
                <a:cs typeface="Arial"/>
                <a:sym typeface="Arial"/>
              </a:rPr>
              <a:t>K</a:t>
            </a:r>
            <a:endParaRPr b="0" i="0" sz="2400" u="none" cap="none" strike="noStrike">
              <a:solidFill>
                <a:srgbClr val="000000"/>
              </a:solidFill>
              <a:latin typeface="Arial"/>
              <a:ea typeface="Arial"/>
              <a:cs typeface="Arial"/>
              <a:sym typeface="Arial"/>
            </a:endParaRPr>
          </a:p>
        </p:txBody>
      </p:sp>
      <p:pic>
        <p:nvPicPr>
          <p:cNvPr id="6226" name="Google Shape;6226;p478"/>
          <p:cNvPicPr preferRelativeResize="0"/>
          <p:nvPr/>
        </p:nvPicPr>
        <p:blipFill rotWithShape="1">
          <a:blip r:embed="rId4">
            <a:alphaModFix/>
          </a:blip>
          <a:srcRect b="0" l="0" r="0" t="0"/>
          <a:stretch/>
        </p:blipFill>
        <p:spPr>
          <a:xfrm>
            <a:off x="7328100" y="520051"/>
            <a:ext cx="1279915" cy="1114000"/>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30" name="Shape 6230"/>
        <p:cNvGrpSpPr/>
        <p:nvPr/>
      </p:nvGrpSpPr>
      <p:grpSpPr>
        <a:xfrm>
          <a:off x="0" y="0"/>
          <a:ext cx="0" cy="0"/>
          <a:chOff x="0" y="0"/>
          <a:chExt cx="0" cy="0"/>
        </a:xfrm>
      </p:grpSpPr>
      <p:pic>
        <p:nvPicPr>
          <p:cNvPr id="6231" name="Google Shape;6231;p479"/>
          <p:cNvPicPr preferRelativeResize="0"/>
          <p:nvPr/>
        </p:nvPicPr>
        <p:blipFill>
          <a:blip r:embed="rId3">
            <a:alphaModFix/>
          </a:blip>
          <a:stretch>
            <a:fillRect/>
          </a:stretch>
        </p:blipFill>
        <p:spPr>
          <a:xfrm>
            <a:off x="9327100" y="4216833"/>
            <a:ext cx="2864900" cy="1970567"/>
          </a:xfrm>
          <a:prstGeom prst="rect">
            <a:avLst/>
          </a:prstGeom>
          <a:noFill/>
          <a:ln>
            <a:noFill/>
          </a:ln>
        </p:spPr>
      </p:pic>
      <p:sp>
        <p:nvSpPr>
          <p:cNvPr id="6232" name="Google Shape;6232;p479"/>
          <p:cNvSpPr txBox="1"/>
          <p:nvPr/>
        </p:nvSpPr>
        <p:spPr>
          <a:xfrm>
            <a:off x="1740000" y="406400"/>
            <a:ext cx="8712000" cy="1027500"/>
          </a:xfrm>
          <a:prstGeom prst="rect">
            <a:avLst/>
          </a:prstGeom>
          <a:noFill/>
          <a:ln>
            <a:noFill/>
          </a:ln>
        </p:spPr>
        <p:txBody>
          <a:bodyPr anchorCtr="0" anchor="t" bIns="121900" lIns="121900" spcFirstLastPara="1" rIns="121900" wrap="square" tIns="121900">
            <a:noAutofit/>
          </a:bodyPr>
          <a:lstStyle/>
          <a:p>
            <a:pPr indent="0" lvl="0" marL="0" rtl="0" algn="ctr">
              <a:spcBef>
                <a:spcPts val="0"/>
              </a:spcBef>
              <a:spcAft>
                <a:spcPts val="0"/>
              </a:spcAft>
              <a:buNone/>
            </a:pPr>
            <a:r>
              <a:rPr lang="en" sz="4000">
                <a:latin typeface="Overpass"/>
                <a:ea typeface="Overpass"/>
                <a:cs typeface="Overpass"/>
                <a:sym typeface="Overpass"/>
              </a:rPr>
              <a:t>Serverless Requirements</a:t>
            </a:r>
            <a:endParaRPr sz="4000">
              <a:latin typeface="Overpass"/>
              <a:ea typeface="Overpass"/>
              <a:cs typeface="Overpass"/>
              <a:sym typeface="Overpass"/>
            </a:endParaRPr>
          </a:p>
        </p:txBody>
      </p:sp>
      <p:sp>
        <p:nvSpPr>
          <p:cNvPr id="6233" name="Google Shape;6233;p479"/>
          <p:cNvSpPr txBox="1"/>
          <p:nvPr/>
        </p:nvSpPr>
        <p:spPr>
          <a:xfrm>
            <a:off x="518900" y="1626633"/>
            <a:ext cx="5577300" cy="34860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None/>
            </a:pPr>
            <a:r>
              <a:rPr b="1" lang="en" sz="2400">
                <a:solidFill>
                  <a:schemeClr val="dk1"/>
                </a:solidFill>
                <a:latin typeface="Overpass"/>
                <a:ea typeface="Overpass"/>
                <a:cs typeface="Overpass"/>
                <a:sym typeface="Overpass"/>
              </a:rPr>
              <a:t>For the platform</a:t>
            </a:r>
            <a:endParaRPr b="1"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Scaling to zero</a:t>
            </a:r>
            <a:endParaRPr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Rapid scaling up and down</a:t>
            </a:r>
            <a:endParaRPr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Eventing mechanism</a:t>
            </a:r>
            <a:endParaRPr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Routing and networking</a:t>
            </a:r>
            <a:endParaRPr sz="2400">
              <a:solidFill>
                <a:schemeClr val="dk1"/>
              </a:solidFill>
              <a:latin typeface="Overpass"/>
              <a:ea typeface="Overpass"/>
              <a:cs typeface="Overpass"/>
              <a:sym typeface="Overpass"/>
            </a:endParaRPr>
          </a:p>
        </p:txBody>
      </p:sp>
      <p:sp>
        <p:nvSpPr>
          <p:cNvPr id="6234" name="Google Shape;6234;p479"/>
          <p:cNvSpPr txBox="1"/>
          <p:nvPr/>
        </p:nvSpPr>
        <p:spPr>
          <a:xfrm>
            <a:off x="6152433" y="1626633"/>
            <a:ext cx="5837700" cy="3486000"/>
          </a:xfrm>
          <a:prstGeom prst="rect">
            <a:avLst/>
          </a:prstGeom>
          <a:noFill/>
          <a:ln>
            <a:noFill/>
          </a:ln>
        </p:spPr>
        <p:txBody>
          <a:bodyPr anchorCtr="0" anchor="t" bIns="121900" lIns="121900" spcFirstLastPara="1" rIns="121900" wrap="square" tIns="121900">
            <a:noAutofit/>
          </a:bodyPr>
          <a:lstStyle/>
          <a:p>
            <a:pPr indent="0" lvl="0" marL="0" rtl="0" algn="l">
              <a:lnSpc>
                <a:spcPct val="150000"/>
              </a:lnSpc>
              <a:spcBef>
                <a:spcPts val="0"/>
              </a:spcBef>
              <a:spcAft>
                <a:spcPts val="0"/>
              </a:spcAft>
              <a:buClr>
                <a:schemeClr val="dk1"/>
              </a:buClr>
              <a:buSzPts val="1500"/>
              <a:buFont typeface="Arial"/>
              <a:buNone/>
            </a:pPr>
            <a:r>
              <a:rPr b="1" lang="en" sz="2400">
                <a:solidFill>
                  <a:schemeClr val="dk1"/>
                </a:solidFill>
                <a:latin typeface="Overpass"/>
                <a:ea typeface="Overpass"/>
                <a:cs typeface="Overpass"/>
                <a:sym typeface="Overpass"/>
              </a:rPr>
              <a:t>For the application runtime</a:t>
            </a:r>
            <a:endParaRPr b="1"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Fast startup</a:t>
            </a:r>
            <a:endParaRPr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Fast first response</a:t>
            </a:r>
            <a:endParaRPr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Low on memory and CPU</a:t>
            </a:r>
            <a:endParaRPr sz="2400">
              <a:solidFill>
                <a:schemeClr val="dk1"/>
              </a:solidFill>
              <a:latin typeface="Overpass"/>
              <a:ea typeface="Overpass"/>
              <a:cs typeface="Overpass"/>
              <a:sym typeface="Overpass"/>
            </a:endParaRPr>
          </a:p>
          <a:p>
            <a:pPr indent="-457200" lvl="0" marL="609600" rtl="0" algn="l">
              <a:lnSpc>
                <a:spcPct val="150000"/>
              </a:lnSpc>
              <a:spcBef>
                <a:spcPts val="0"/>
              </a:spcBef>
              <a:spcAft>
                <a:spcPts val="0"/>
              </a:spcAft>
              <a:buClr>
                <a:schemeClr val="dk1"/>
              </a:buClr>
              <a:buSzPts val="2400"/>
              <a:buFont typeface="Overpass"/>
              <a:buChar char="●"/>
            </a:pPr>
            <a:r>
              <a:rPr lang="en" sz="2400">
                <a:solidFill>
                  <a:schemeClr val="dk1"/>
                </a:solidFill>
                <a:latin typeface="Overpass"/>
                <a:ea typeface="Overpass"/>
                <a:cs typeface="Overpass"/>
                <a:sym typeface="Overpass"/>
              </a:rPr>
              <a:t>Small size on disk</a:t>
            </a:r>
            <a:endParaRPr b="1" sz="2400">
              <a:latin typeface="Overpass"/>
              <a:ea typeface="Overpass"/>
              <a:cs typeface="Overpass"/>
              <a:sym typeface="Overpass"/>
            </a:endParaRPr>
          </a:p>
        </p:txBody>
      </p:sp>
      <p:pic>
        <p:nvPicPr>
          <p:cNvPr descr="Image result for kubernetes logo" id="6235" name="Google Shape;6235;p479"/>
          <p:cNvPicPr preferRelativeResize="0"/>
          <p:nvPr/>
        </p:nvPicPr>
        <p:blipFill>
          <a:blip r:embed="rId4">
            <a:alphaModFix/>
          </a:blip>
          <a:stretch>
            <a:fillRect/>
          </a:stretch>
        </p:blipFill>
        <p:spPr>
          <a:xfrm>
            <a:off x="873968" y="4934733"/>
            <a:ext cx="1027572" cy="1027600"/>
          </a:xfrm>
          <a:prstGeom prst="rect">
            <a:avLst/>
          </a:prstGeom>
          <a:noFill/>
          <a:ln>
            <a:noFill/>
          </a:ln>
        </p:spPr>
      </p:pic>
      <p:pic>
        <p:nvPicPr>
          <p:cNvPr descr="Image result for knative logo" id="6236" name="Google Shape;6236;p479"/>
          <p:cNvPicPr preferRelativeResize="0"/>
          <p:nvPr/>
        </p:nvPicPr>
        <p:blipFill>
          <a:blip r:embed="rId5">
            <a:alphaModFix/>
          </a:blip>
          <a:stretch>
            <a:fillRect/>
          </a:stretch>
        </p:blipFill>
        <p:spPr>
          <a:xfrm>
            <a:off x="3236467" y="4995367"/>
            <a:ext cx="1121834" cy="906335"/>
          </a:xfrm>
          <a:prstGeom prst="rect">
            <a:avLst/>
          </a:prstGeom>
          <a:noFill/>
          <a:ln>
            <a:noFill/>
          </a:ln>
        </p:spPr>
      </p:pic>
      <p:grpSp>
        <p:nvGrpSpPr>
          <p:cNvPr id="6237" name="Google Shape;6237;p479"/>
          <p:cNvGrpSpPr/>
          <p:nvPr/>
        </p:nvGrpSpPr>
        <p:grpSpPr>
          <a:xfrm>
            <a:off x="6659528" y="4845256"/>
            <a:ext cx="2615968" cy="906312"/>
            <a:chOff x="1168675" y="1832025"/>
            <a:chExt cx="1962025" cy="679751"/>
          </a:xfrm>
        </p:grpSpPr>
        <p:pic>
          <p:nvPicPr>
            <p:cNvPr descr="Image result for apache camel logo" id="6238" name="Google Shape;6238;p479"/>
            <p:cNvPicPr preferRelativeResize="0"/>
            <p:nvPr/>
          </p:nvPicPr>
          <p:blipFill>
            <a:blip r:embed="rId6">
              <a:alphaModFix/>
            </a:blip>
            <a:stretch>
              <a:fillRect/>
            </a:stretch>
          </p:blipFill>
          <p:spPr>
            <a:xfrm>
              <a:off x="1168675" y="2061501"/>
              <a:ext cx="1552700" cy="450275"/>
            </a:xfrm>
            <a:prstGeom prst="rect">
              <a:avLst/>
            </a:prstGeom>
            <a:noFill/>
            <a:ln>
              <a:noFill/>
            </a:ln>
          </p:spPr>
        </p:pic>
        <p:sp>
          <p:nvSpPr>
            <p:cNvPr id="6239" name="Google Shape;6239;p479"/>
            <p:cNvSpPr txBox="1"/>
            <p:nvPr/>
          </p:nvSpPr>
          <p:spPr>
            <a:xfrm>
              <a:off x="2672000" y="1832025"/>
              <a:ext cx="458700" cy="474000"/>
            </a:xfrm>
            <a:prstGeom prst="rect">
              <a:avLst/>
            </a:prstGeom>
            <a:noFill/>
            <a:ln>
              <a:noFill/>
            </a:ln>
          </p:spPr>
          <p:txBody>
            <a:bodyPr anchorCtr="0" anchor="t" bIns="121900" lIns="121900" spcFirstLastPara="1" rIns="121900" wrap="square" tIns="121900">
              <a:noAutofit/>
            </a:bodyPr>
            <a:lstStyle/>
            <a:p>
              <a:pPr indent="0" lvl="0" marL="0" rtl="0" algn="l">
                <a:spcBef>
                  <a:spcPts val="0"/>
                </a:spcBef>
                <a:spcAft>
                  <a:spcPts val="0"/>
                </a:spcAft>
                <a:buNone/>
              </a:pPr>
              <a:r>
                <a:rPr b="1" lang="en" sz="4000">
                  <a:solidFill>
                    <a:srgbClr val="A61C00"/>
                  </a:solidFill>
                  <a:latin typeface="Overpass"/>
                  <a:ea typeface="Overpass"/>
                  <a:cs typeface="Overpass"/>
                  <a:sym typeface="Overpass"/>
                </a:rPr>
                <a:t>K</a:t>
              </a:r>
              <a:endParaRPr b="1" sz="4000">
                <a:solidFill>
                  <a:srgbClr val="A61C00"/>
                </a:solidFill>
                <a:latin typeface="Overpass"/>
                <a:ea typeface="Overpass"/>
                <a:cs typeface="Overpass"/>
                <a:sym typeface="Overpass"/>
              </a:endParaRPr>
            </a:p>
          </p:txBody>
        </p:sp>
      </p:grpSp>
      <p:pic>
        <p:nvPicPr>
          <p:cNvPr id="6240" name="Google Shape;6240;p479"/>
          <p:cNvPicPr preferRelativeResize="0"/>
          <p:nvPr/>
        </p:nvPicPr>
        <p:blipFill>
          <a:blip r:embed="rId7">
            <a:alphaModFix/>
          </a:blip>
          <a:stretch>
            <a:fillRect/>
          </a:stretch>
        </p:blipFill>
        <p:spPr>
          <a:xfrm>
            <a:off x="2081504" y="4965934"/>
            <a:ext cx="961887" cy="1027600"/>
          </a:xfrm>
          <a:prstGeom prst="rect">
            <a:avLst/>
          </a:prstGeom>
          <a:noFill/>
          <a:ln>
            <a:noFill/>
          </a:ln>
        </p:spPr>
      </p:pic>
      <p:pic>
        <p:nvPicPr>
          <p:cNvPr id="6241" name="Google Shape;6241;p479"/>
          <p:cNvPicPr preferRelativeResize="0"/>
          <p:nvPr/>
        </p:nvPicPr>
        <p:blipFill rotWithShape="1">
          <a:blip r:embed="rId8">
            <a:alphaModFix/>
          </a:blip>
          <a:srcRect b="36391" l="29424" r="29952" t="0"/>
          <a:stretch/>
        </p:blipFill>
        <p:spPr>
          <a:xfrm>
            <a:off x="9305417" y="5066100"/>
            <a:ext cx="869766" cy="83560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45" name="Shape 6245"/>
        <p:cNvGrpSpPr/>
        <p:nvPr/>
      </p:nvGrpSpPr>
      <p:grpSpPr>
        <a:xfrm>
          <a:off x="0" y="0"/>
          <a:ext cx="0" cy="0"/>
          <a:chOff x="0" y="0"/>
          <a:chExt cx="0" cy="0"/>
        </a:xfrm>
      </p:grpSpPr>
      <p:sp>
        <p:nvSpPr>
          <p:cNvPr id="6246" name="Google Shape;6246;p480"/>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6247" name="Google Shape;6247;p480"/>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Camel CLI</a:t>
            </a:r>
            <a:endParaRPr/>
          </a:p>
        </p:txBody>
      </p:sp>
      <p:sp>
        <p:nvSpPr>
          <p:cNvPr id="6248" name="Google Shape;6248;p480"/>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49" name="Google Shape;6249;p480"/>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6250" name="Google Shape;6250;p480"/>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251" name="Google Shape;6251;p480"/>
          <p:cNvSpPr txBox="1"/>
          <p:nvPr>
            <p:ph idx="4" type="body"/>
          </p:nvPr>
        </p:nvSpPr>
        <p:spPr>
          <a:xfrm>
            <a:off x="2438400" y="2286000"/>
            <a:ext cx="7315200" cy="3657600"/>
          </a:xfrm>
          <a:prstGeom prst="rect">
            <a:avLst/>
          </a:prstGeom>
        </p:spPr>
        <p:txBody>
          <a:bodyPr anchorCtr="0" anchor="t" bIns="0" lIns="0" spcFirstLastPara="1" rIns="0" wrap="square" tIns="0">
            <a:noAutofit/>
          </a:bodyPr>
          <a:lstStyle/>
          <a:p>
            <a:pPr indent="-317500" lvl="0" marL="457200" rtl="0" algn="l">
              <a:spcBef>
                <a:spcPts val="1000"/>
              </a:spcBef>
              <a:spcAft>
                <a:spcPts val="0"/>
              </a:spcAft>
              <a:buSzPts val="1400"/>
              <a:buChar char="▸"/>
            </a:pPr>
            <a:r>
              <a:rPr lang="en" u="sng">
                <a:solidFill>
                  <a:schemeClr val="hlink"/>
                </a:solidFill>
                <a:hlinkClick r:id="rId3"/>
              </a:rPr>
              <a:t>https://docs.google.com/presentation/d/10BrgzUFaJssZkKPxgAclIkzu2LFYZG-qDc5k6cLNDQs/edit#slide=id.p</a:t>
            </a:r>
            <a:r>
              <a:rPr lang="en"/>
              <a:t> </a:t>
            </a:r>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55" name="Shape 6255"/>
        <p:cNvGrpSpPr/>
        <p:nvPr/>
      </p:nvGrpSpPr>
      <p:grpSpPr>
        <a:xfrm>
          <a:off x="0" y="0"/>
          <a:ext cx="0" cy="0"/>
          <a:chOff x="0" y="0"/>
          <a:chExt cx="0" cy="0"/>
        </a:xfrm>
      </p:grpSpPr>
      <p:sp>
        <p:nvSpPr>
          <p:cNvPr id="6256" name="Google Shape;6256;p481"/>
          <p:cNvSpPr txBox="1"/>
          <p:nvPr>
            <p:ph idx="1" type="subTitle"/>
          </p:nvPr>
        </p:nvSpPr>
        <p:spPr>
          <a:xfrm>
            <a:off x="447775" y="55441"/>
            <a:ext cx="5148900" cy="816300"/>
          </a:xfrm>
          <a:prstGeom prst="rect">
            <a:avLst/>
          </a:prstGeom>
        </p:spPr>
        <p:txBody>
          <a:bodyPr anchorCtr="0" anchor="ctr" bIns="91425" lIns="438900" spcFirstLastPara="1" rIns="91425" wrap="square" tIns="91425">
            <a:noAutofit/>
          </a:bodyPr>
          <a:lstStyle/>
          <a:p>
            <a:pPr indent="0" lvl="0" marL="0" rtl="0" algn="l">
              <a:spcBef>
                <a:spcPts val="0"/>
              </a:spcBef>
              <a:spcAft>
                <a:spcPts val="0"/>
              </a:spcAft>
              <a:buNone/>
            </a:pPr>
            <a:r>
              <a:t/>
            </a:r>
            <a:endParaRPr/>
          </a:p>
        </p:txBody>
      </p:sp>
      <p:sp>
        <p:nvSpPr>
          <p:cNvPr id="6257" name="Google Shape;6257;p481"/>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Content-based Router</a:t>
            </a:r>
            <a:endParaRPr/>
          </a:p>
        </p:txBody>
      </p:sp>
      <p:sp>
        <p:nvSpPr>
          <p:cNvPr id="6258" name="Google Shape;6258;p481"/>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59" name="Google Shape;6259;p481"/>
          <p:cNvSpPr txBox="1"/>
          <p:nvPr>
            <p:ph idx="2" type="subTitle"/>
          </p:nvPr>
        </p:nvSpPr>
        <p:spPr>
          <a:xfrm>
            <a:off x="885125" y="1424950"/>
            <a:ext cx="10422000" cy="705600"/>
          </a:xfrm>
          <a:prstGeom prst="rect">
            <a:avLst/>
          </a:prstGeom>
        </p:spPr>
        <p:txBody>
          <a:bodyPr anchorCtr="0" anchor="t" bIns="0" lIns="0" spcFirstLastPara="1" rIns="0" wrap="square" tIns="0">
            <a:noAutofit/>
          </a:bodyPr>
          <a:lstStyle/>
          <a:p>
            <a:pPr indent="0" lvl="0" marL="0" rtl="0" algn="ctr">
              <a:spcBef>
                <a:spcPts val="0"/>
              </a:spcBef>
              <a:spcAft>
                <a:spcPts val="500"/>
              </a:spcAft>
              <a:buNone/>
            </a:pPr>
            <a:r>
              <a:t/>
            </a:r>
            <a:endParaRPr/>
          </a:p>
        </p:txBody>
      </p:sp>
      <p:sp>
        <p:nvSpPr>
          <p:cNvPr id="6260" name="Google Shape;6260;p481"/>
          <p:cNvSpPr txBox="1"/>
          <p:nvPr>
            <p:ph idx="3" type="subTitle"/>
          </p:nvPr>
        </p:nvSpPr>
        <p:spPr>
          <a:xfrm>
            <a:off x="885050" y="6169550"/>
            <a:ext cx="8002500" cy="5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t/>
            </a:r>
            <a:endParaRPr/>
          </a:p>
        </p:txBody>
      </p:sp>
      <p:sp>
        <p:nvSpPr>
          <p:cNvPr id="6261" name="Google Shape;6261;p481"/>
          <p:cNvSpPr txBox="1"/>
          <p:nvPr/>
        </p:nvSpPr>
        <p:spPr>
          <a:xfrm>
            <a:off x="1474350" y="2683750"/>
            <a:ext cx="4178100" cy="10035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1000"/>
              </a:spcBef>
              <a:spcAft>
                <a:spcPts val="1000"/>
              </a:spcAft>
              <a:buNone/>
            </a:pPr>
            <a:r>
              <a:rPr lang="en">
                <a:solidFill>
                  <a:schemeClr val="dk1"/>
                </a:solidFill>
                <a:latin typeface="Red Hat Text Medium"/>
                <a:ea typeface="Red Hat Text Medium"/>
                <a:cs typeface="Red Hat Text Medium"/>
                <a:sym typeface="Red Hat Text Medium"/>
              </a:rPr>
              <a:t>Content-based Router </a:t>
            </a:r>
            <a:r>
              <a:rPr lang="en">
                <a:solidFill>
                  <a:schemeClr val="dk1"/>
                </a:solidFill>
                <a:latin typeface="Red Hat Text"/>
                <a:ea typeface="Red Hat Text"/>
                <a:cs typeface="Red Hat Text"/>
                <a:sym typeface="Red Hat Text"/>
              </a:rPr>
              <a:t>receives a message and examines the content of the message to determine its destination</a:t>
            </a:r>
            <a:endParaRPr>
              <a:solidFill>
                <a:schemeClr val="dk1"/>
              </a:solidFill>
              <a:latin typeface="Red Hat Text"/>
              <a:ea typeface="Red Hat Text"/>
              <a:cs typeface="Red Hat Text"/>
              <a:sym typeface="Red Hat Text"/>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65" name="Shape 6265"/>
        <p:cNvGrpSpPr/>
        <p:nvPr/>
      </p:nvGrpSpPr>
      <p:grpSpPr>
        <a:xfrm>
          <a:off x="0" y="0"/>
          <a:ext cx="0" cy="0"/>
          <a:chOff x="0" y="0"/>
          <a:chExt cx="0" cy="0"/>
        </a:xfrm>
      </p:grpSpPr>
      <p:sp>
        <p:nvSpPr>
          <p:cNvPr id="6266" name="Google Shape;6266;p482"/>
          <p:cNvSpPr txBox="1"/>
          <p:nvPr>
            <p:ph type="title"/>
          </p:nvPr>
        </p:nvSpPr>
        <p:spPr>
          <a:xfrm>
            <a:off x="885050" y="871750"/>
            <a:ext cx="10422000" cy="5532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Message Filter</a:t>
            </a:r>
            <a:endParaRPr/>
          </a:p>
        </p:txBody>
      </p:sp>
      <p:sp>
        <p:nvSpPr>
          <p:cNvPr id="6267" name="Google Shape;6267;p482"/>
          <p:cNvSpPr txBox="1"/>
          <p:nvPr>
            <p:ph idx="12" type="sldNum"/>
          </p:nvPr>
        </p:nvSpPr>
        <p:spPr>
          <a:xfrm>
            <a:off x="81975" y="6169556"/>
            <a:ext cx="731700" cy="143700"/>
          </a:xfrm>
          <a:prstGeom prst="rect">
            <a:avLst/>
          </a:prstGeom>
        </p:spPr>
        <p:txBody>
          <a:bodyPr anchorCtr="0" anchor="b"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268" name="Google Shape;6268;p482"/>
          <p:cNvSpPr txBox="1"/>
          <p:nvPr>
            <p:ph idx="4" type="body"/>
          </p:nvPr>
        </p:nvSpPr>
        <p:spPr>
          <a:xfrm>
            <a:off x="1432550" y="1677025"/>
            <a:ext cx="4706100" cy="1720200"/>
          </a:xfrm>
          <a:prstGeom prst="rect">
            <a:avLst/>
          </a:prstGeom>
        </p:spPr>
        <p:txBody>
          <a:bodyPr anchorCtr="0" anchor="t" bIns="0" lIns="0" spcFirstLastPara="1" rIns="0" wrap="square" tIns="0">
            <a:noAutofit/>
          </a:bodyPr>
          <a:lstStyle/>
          <a:p>
            <a:pPr indent="0" lvl="0" marL="0" rtl="0" algn="l">
              <a:spcBef>
                <a:spcPts val="1000"/>
              </a:spcBef>
              <a:spcAft>
                <a:spcPts val="0"/>
              </a:spcAft>
              <a:buNone/>
            </a:pPr>
            <a:r>
              <a:rPr lang="en">
                <a:latin typeface="Red Hat Text Medium"/>
                <a:ea typeface="Red Hat Text Medium"/>
                <a:cs typeface="Red Hat Text Medium"/>
                <a:sym typeface="Red Hat Text Medium"/>
              </a:rPr>
              <a:t>Message filter </a:t>
            </a:r>
            <a:r>
              <a:rPr lang="en"/>
              <a:t>passes the message to another channel if the message content matches certain criteria, otherwise discards the message</a:t>
            </a:r>
            <a:endParaRPr/>
          </a:p>
          <a:p>
            <a:pPr indent="0" lvl="0" marL="0" rtl="0" algn="l">
              <a:spcBef>
                <a:spcPts val="1000"/>
              </a:spcBef>
              <a:spcAft>
                <a:spcPts val="1000"/>
              </a:spcAft>
              <a:buNone/>
            </a:pPr>
            <a:r>
              <a:rPr lang="en">
                <a:latin typeface="Red Hat Text Medium"/>
                <a:ea typeface="Red Hat Text Medium"/>
                <a:cs typeface="Red Hat Text Medium"/>
                <a:sym typeface="Red Hat Text Medium"/>
              </a:rPr>
              <a:t>Filter predicate</a:t>
            </a:r>
            <a:r>
              <a:rPr lang="en"/>
              <a:t> evaluates to either true or false based on the message content</a:t>
            </a:r>
            <a:endParaRPr/>
          </a:p>
        </p:txBody>
      </p:sp>
      <p:sp>
        <p:nvSpPr>
          <p:cNvPr id="6269" name="Google Shape;6269;p482"/>
          <p:cNvSpPr/>
          <p:nvPr/>
        </p:nvSpPr>
        <p:spPr>
          <a:xfrm>
            <a:off x="2533750" y="3873325"/>
            <a:ext cx="7489500" cy="2382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Clr>
                <a:schemeClr val="dk1"/>
              </a:buClr>
              <a:buSzPts val="1100"/>
              <a:buFont typeface="Arial"/>
              <a:buNone/>
            </a:pPr>
            <a:r>
              <a:rPr lang="en">
                <a:solidFill>
                  <a:schemeClr val="dk1"/>
                </a:solidFill>
                <a:latin typeface="Roboto Mono"/>
                <a:ea typeface="Roboto Mono"/>
                <a:cs typeface="Roboto Mono"/>
                <a:sym typeface="Roboto Mono"/>
              </a:rPr>
              <a:t>from("direct:a")  </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.filter(header("foo").isEqualTo("bar")))  </a:t>
            </a:r>
            <a:endParaRPr>
              <a:solidFill>
                <a:schemeClr val="dk1"/>
              </a:solidFill>
              <a:latin typeface="Roboto Mono"/>
              <a:ea typeface="Roboto Mono"/>
              <a:cs typeface="Roboto Mono"/>
              <a:sym typeface="Roboto Mono"/>
            </a:endParaRPr>
          </a:p>
          <a:p>
            <a:pPr indent="342900" lvl="0" marL="114300" rtl="0" algn="l">
              <a:spcBef>
                <a:spcPts val="0"/>
              </a:spcBef>
              <a:spcAft>
                <a:spcPts val="0"/>
              </a:spcAft>
              <a:buNone/>
            </a:pPr>
            <a:r>
              <a:rPr lang="en">
                <a:solidFill>
                  <a:schemeClr val="dk1"/>
                </a:solidFill>
                <a:latin typeface="Roboto Mono"/>
                <a:ea typeface="Roboto Mono"/>
                <a:cs typeface="Roboto Mono"/>
                <a:sym typeface="Roboto Mono"/>
              </a:rPr>
              <a:t>.filter(body().convertToString().contains("MyValue"))</a:t>
            </a:r>
            <a:endParaRPr>
              <a:solidFill>
                <a:schemeClr val="dk1"/>
              </a:solidFill>
              <a:latin typeface="Roboto Mono"/>
              <a:ea typeface="Roboto Mono"/>
              <a:cs typeface="Roboto Mono"/>
              <a:sym typeface="Roboto Mono"/>
            </a:endParaRPr>
          </a:p>
          <a:p>
            <a:pPr indent="342900" lvl="0" marL="114300" rtl="0" algn="l">
              <a:spcBef>
                <a:spcPts val="0"/>
              </a:spcBef>
              <a:spcAft>
                <a:spcPts val="0"/>
              </a:spcAft>
              <a:buClr>
                <a:schemeClr val="dk1"/>
              </a:buClr>
              <a:buSzPts val="1100"/>
              <a:buFont typeface="Arial"/>
              <a:buNone/>
            </a:pPr>
            <a:r>
              <a:rPr lang="en">
                <a:solidFill>
                  <a:schemeClr val="dk1"/>
                </a:solidFill>
                <a:latin typeface="Roboto Mono"/>
                <a:ea typeface="Roboto Mono"/>
                <a:cs typeface="Roboto Mono"/>
                <a:sym typeface="Roboto Mono"/>
              </a:rPr>
              <a:t>.filter().jsonpath("$.[?(@.customerId == '${header.ID}')]")</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.to("direct:b")</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from("file:orders/incoming?include=order.*xml") </a:t>
            </a:r>
            <a:endParaRPr>
              <a:solidFill>
                <a:schemeClr val="dk1"/>
              </a:solidFill>
              <a:latin typeface="Roboto Mono"/>
              <a:ea typeface="Roboto Mono"/>
              <a:cs typeface="Roboto Mono"/>
              <a:sym typeface="Roboto Mono"/>
            </a:endParaRPr>
          </a:p>
          <a:p>
            <a:pPr indent="457200" lvl="0" marL="0" rtl="0" algn="l">
              <a:spcBef>
                <a:spcPts val="0"/>
              </a:spcBef>
              <a:spcAft>
                <a:spcPts val="0"/>
              </a:spcAft>
              <a:buNone/>
            </a:pPr>
            <a:r>
              <a:rPr lang="en">
                <a:solidFill>
                  <a:schemeClr val="dk1"/>
                </a:solidFill>
                <a:latin typeface="Roboto Mono"/>
                <a:ea typeface="Roboto Mono"/>
                <a:cs typeface="Roboto Mono"/>
                <a:sym typeface="Roboto Mono"/>
              </a:rPr>
              <a:t>.filter(xpath("/order/orderId/text() = 'Hello World'"))</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.to("file:orders/outgoing/?fileExist=Fail");</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.end()</a:t>
            </a:r>
            <a:endParaRPr>
              <a:solidFill>
                <a:schemeClr val="dk1"/>
              </a:solidFill>
              <a:latin typeface="Roboto Mono"/>
              <a:ea typeface="Roboto Mono"/>
              <a:cs typeface="Roboto Mono"/>
              <a:sym typeface="Roboto Mono"/>
            </a:endParaRPr>
          </a:p>
        </p:txBody>
      </p:sp>
      <p:sp>
        <p:nvSpPr>
          <p:cNvPr id="6270" name="Google Shape;6270;p482"/>
          <p:cNvSpPr txBox="1"/>
          <p:nvPr/>
        </p:nvSpPr>
        <p:spPr>
          <a:xfrm>
            <a:off x="8854600" y="3873313"/>
            <a:ext cx="1284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ed Hat Text"/>
                <a:ea typeface="Red Hat Text"/>
                <a:cs typeface="Red Hat Text"/>
                <a:sym typeface="Red Hat Text"/>
              </a:rPr>
              <a:t>&lt;Java DSL&gt;</a:t>
            </a:r>
            <a:endParaRPr>
              <a:solidFill>
                <a:schemeClr val="dk2"/>
              </a:solidFill>
              <a:latin typeface="Red Hat Text"/>
              <a:ea typeface="Red Hat Text"/>
              <a:cs typeface="Red Hat Text"/>
              <a:sym typeface="Red Hat Text"/>
            </a:endParaRPr>
          </a:p>
        </p:txBody>
      </p:sp>
      <p:sp>
        <p:nvSpPr>
          <p:cNvPr id="6271" name="Google Shape;6271;p482"/>
          <p:cNvSpPr/>
          <p:nvPr/>
        </p:nvSpPr>
        <p:spPr>
          <a:xfrm>
            <a:off x="6588350" y="2168800"/>
            <a:ext cx="4462800" cy="1331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114300" rtl="0" algn="l">
              <a:spcBef>
                <a:spcPts val="0"/>
              </a:spcBef>
              <a:spcAft>
                <a:spcPts val="0"/>
              </a:spcAft>
              <a:buNone/>
            </a:pPr>
            <a:r>
              <a:rPr lang="en">
                <a:solidFill>
                  <a:schemeClr val="dk1"/>
                </a:solidFill>
                <a:latin typeface="Roboto Mono"/>
                <a:ea typeface="Roboto Mono"/>
                <a:cs typeface="Roboto Mono"/>
                <a:sym typeface="Roboto Mono"/>
              </a:rPr>
              <a:t>&lt;order&gt;</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&lt;orderId&gt;100&lt;/orderId&gt;</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&lt;shippingAddress&gt;</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&lt;zipCode&gt;22322&lt;/zipCode&gt;</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	&lt;/shippingAddress&gt;</a:t>
            </a:r>
            <a:endParaRPr>
              <a:solidFill>
                <a:schemeClr val="dk1"/>
              </a:solidFill>
              <a:latin typeface="Roboto Mono"/>
              <a:ea typeface="Roboto Mono"/>
              <a:cs typeface="Roboto Mono"/>
              <a:sym typeface="Roboto Mono"/>
            </a:endParaRPr>
          </a:p>
          <a:p>
            <a:pPr indent="0" lvl="0" marL="114300" rtl="0" algn="l">
              <a:spcBef>
                <a:spcPts val="0"/>
              </a:spcBef>
              <a:spcAft>
                <a:spcPts val="0"/>
              </a:spcAft>
              <a:buNone/>
            </a:pPr>
            <a:r>
              <a:rPr lang="en">
                <a:solidFill>
                  <a:schemeClr val="dk1"/>
                </a:solidFill>
                <a:latin typeface="Roboto Mono"/>
                <a:ea typeface="Roboto Mono"/>
                <a:cs typeface="Roboto Mono"/>
                <a:sym typeface="Roboto Mono"/>
              </a:rPr>
              <a:t>&lt;/order&gt;</a:t>
            </a:r>
            <a:endParaRPr>
              <a:solidFill>
                <a:schemeClr val="dk1"/>
              </a:solidFill>
              <a:latin typeface="Roboto Mono"/>
              <a:ea typeface="Roboto Mono"/>
              <a:cs typeface="Roboto Mono"/>
              <a:sym typeface="Roboto Mono"/>
            </a:endParaRPr>
          </a:p>
        </p:txBody>
      </p:sp>
      <p:sp>
        <p:nvSpPr>
          <p:cNvPr id="6272" name="Google Shape;6272;p482"/>
          <p:cNvSpPr txBox="1"/>
          <p:nvPr/>
        </p:nvSpPr>
        <p:spPr>
          <a:xfrm>
            <a:off x="9507278" y="2168800"/>
            <a:ext cx="174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Red Hat Text"/>
                <a:ea typeface="Red Hat Text"/>
                <a:cs typeface="Red Hat Text"/>
                <a:sym typeface="Red Hat Text"/>
              </a:rPr>
              <a:t>&lt;XML Message&gt;</a:t>
            </a:r>
            <a:endParaRPr>
              <a:solidFill>
                <a:schemeClr val="dk2"/>
              </a:solidFill>
              <a:latin typeface="Red Hat Text"/>
              <a:ea typeface="Red Hat Text"/>
              <a:cs typeface="Red Hat Text"/>
              <a:sym typeface="Red Hat Text"/>
            </a:endParaR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42" y="384057"/>
            <a:ext cx="11055372" cy="292615"/>
          </a:xfrm>
          <a:prstGeom prst="rect">
            <a:avLst/>
          </a:prstGeom>
          <a:noFill/>
        </p:spPr>
        <p:txBody>
          <a:bodyPr wrap="square" lIns="0" rIns="0" tIns="0" bIns="0" anchor="ctr">
            <a:spAutoFit/>
          </a:bodyPr>
          <a:lstStyle/>
          <a:p>
            <a:pPr algn="l"/>
            <a:r>
              <a:rPr sz="1200" b="1" i="0" spc="400">
                <a:solidFill>
                  <a:srgbClr val="EE0000"/>
                </a:solidFill>
                <a:latin typeface="Overpass"/>
                <a:cs typeface="Overpass"/>
              </a:rPr>
              <a:t>SCAN TO EXPLORE</a:t>
            </a:r>
          </a:p>
        </p:txBody>
      </p:sp>
      <p:sp>
        <p:nvSpPr>
          <p:cNvPr id="3" name="TextBox 2"/>
          <p:cNvSpPr txBox="1"/>
          <p:nvPr/>
        </p:nvSpPr>
        <p:spPr>
          <a:xfrm>
            <a:off x="566942" y="676672"/>
            <a:ext cx="11055372" cy="1005865"/>
          </a:xfrm>
          <a:prstGeom prst="rect">
            <a:avLst/>
          </a:prstGeom>
          <a:noFill/>
        </p:spPr>
        <p:txBody>
          <a:bodyPr wrap="square" lIns="0" rIns="0" tIns="0" bIns="0" anchor="t">
            <a:spAutoFit/>
          </a:bodyPr>
          <a:lstStyle/>
          <a:p>
            <a:pPr algn="l"/>
            <a:r>
              <a:rPr sz="3000" b="1" i="0">
                <a:solidFill>
                  <a:srgbClr val="151515"/>
                </a:solidFill>
                <a:latin typeface="Overpass"/>
                <a:cs typeface="Overpass"/>
              </a:rPr>
              <a:t>Take it with you</a:t>
            </a:r>
          </a:p>
        </p:txBody>
      </p:sp>
      <p:pic>
        <p:nvPicPr>
          <p:cNvPr id="4" name="Picture 3" descr="qr-eip-site.png"/>
          <p:cNvPicPr>
            <a:picLocks noChangeAspect="1"/>
          </p:cNvPicPr>
          <p:nvPr/>
        </p:nvPicPr>
        <p:blipFill>
          <a:blip r:embed="rId2"/>
          <a:stretch>
            <a:fillRect/>
          </a:stretch>
        </p:blipFill>
        <p:spPr>
          <a:xfrm>
            <a:off x="2103172" y="1627672"/>
            <a:ext cx="2834710" cy="2834710"/>
          </a:xfrm>
          <a:prstGeom prst="rect">
            <a:avLst/>
          </a:prstGeom>
        </p:spPr>
      </p:pic>
      <p:sp>
        <p:nvSpPr>
          <p:cNvPr id="5" name="TextBox 4"/>
          <p:cNvSpPr txBox="1"/>
          <p:nvPr/>
        </p:nvSpPr>
        <p:spPr>
          <a:xfrm>
            <a:off x="1417355" y="4553825"/>
            <a:ext cx="4206345" cy="365769"/>
          </a:xfrm>
          <a:prstGeom prst="rect">
            <a:avLst/>
          </a:prstGeom>
          <a:noFill/>
        </p:spPr>
        <p:txBody>
          <a:bodyPr wrap="square" lIns="0" rIns="0" tIns="0" bIns="0" anchor="ctr">
            <a:spAutoFit/>
          </a:bodyPr>
          <a:lstStyle/>
          <a:p>
            <a:pPr algn="ctr"/>
            <a:r>
              <a:rPr sz="1800" b="1" i="0">
                <a:solidFill>
                  <a:srgbClr val="151515"/>
                </a:solidFill>
                <a:latin typeface="Overpass"/>
                <a:cs typeface="Overpass"/>
              </a:rPr>
              <a:t>The site</a:t>
            </a:r>
          </a:p>
        </p:txBody>
      </p:sp>
      <p:sp>
        <p:nvSpPr>
          <p:cNvPr id="6" name="TextBox 5"/>
          <p:cNvSpPr txBox="1"/>
          <p:nvPr/>
        </p:nvSpPr>
        <p:spPr>
          <a:xfrm>
            <a:off x="1325913" y="4937883"/>
            <a:ext cx="4389229" cy="658384"/>
          </a:xfrm>
          <a:prstGeom prst="rect">
            <a:avLst/>
          </a:prstGeom>
          <a:noFill/>
        </p:spPr>
        <p:txBody>
          <a:bodyPr wrap="square" lIns="0" rIns="0" tIns="0" bIns="0" anchor="t">
            <a:spAutoFit/>
          </a:bodyPr>
          <a:lstStyle/>
          <a:p>
            <a:pPr algn="ctr"/>
            <a:r>
              <a:rPr sz="1300" b="0" i="1">
                <a:solidFill>
                  <a:srgbClr val="5A5A5A"/>
                </a:solidFill>
                <a:latin typeface="Red Hat Text"/>
                <a:cs typeface="Red Hat Text"/>
              </a:rPr>
              <a:t>Chapters, runnable Camel routes, and the labs</a:t>
            </a:r>
          </a:p>
        </p:txBody>
      </p:sp>
      <p:sp>
        <p:nvSpPr>
          <p:cNvPr id="7" name="TextBox 6"/>
          <p:cNvSpPr txBox="1"/>
          <p:nvPr/>
        </p:nvSpPr>
        <p:spPr>
          <a:xfrm>
            <a:off x="1325913" y="5596267"/>
            <a:ext cx="4389229" cy="292615"/>
          </a:xfrm>
          <a:prstGeom prst="rect">
            <a:avLst/>
          </a:prstGeom>
          <a:noFill/>
        </p:spPr>
        <p:txBody>
          <a:bodyPr wrap="square" lIns="0" rIns="0" tIns="0" bIns="0" anchor="ctr">
            <a:spAutoFit/>
          </a:bodyPr>
          <a:lstStyle/>
          <a:p>
            <a:pPr algn="ctr"/>
            <a:r>
              <a:rPr sz="900" b="0" i="0">
                <a:solidFill>
                  <a:srgbClr val="EE0000"/>
                </a:solidFill>
                <a:latin typeface="Red Hat Mono"/>
                <a:cs typeface="Red Hat Mono"/>
              </a:rPr>
              <a:t>patterncatalyst.github.io/enterprise-integration-patterns-with-camel</a:t>
            </a:r>
          </a:p>
        </p:txBody>
      </p:sp>
      <p:pic>
        <p:nvPicPr>
          <p:cNvPr id="8" name="Picture 7" descr="qr-hub.png"/>
          <p:cNvPicPr>
            <a:picLocks noChangeAspect="1"/>
          </p:cNvPicPr>
          <p:nvPr/>
        </p:nvPicPr>
        <p:blipFill>
          <a:blip r:embed="rId3"/>
          <a:stretch>
            <a:fillRect/>
          </a:stretch>
        </p:blipFill>
        <p:spPr>
          <a:xfrm>
            <a:off x="7251373" y="1627672"/>
            <a:ext cx="2834710" cy="2834710"/>
          </a:xfrm>
          <a:prstGeom prst="rect">
            <a:avLst/>
          </a:prstGeom>
        </p:spPr>
      </p:pic>
      <p:sp>
        <p:nvSpPr>
          <p:cNvPr id="9" name="TextBox 8"/>
          <p:cNvSpPr txBox="1"/>
          <p:nvPr/>
        </p:nvSpPr>
        <p:spPr>
          <a:xfrm>
            <a:off x="6565556" y="4553825"/>
            <a:ext cx="4206345" cy="365769"/>
          </a:xfrm>
          <a:prstGeom prst="rect">
            <a:avLst/>
          </a:prstGeom>
          <a:noFill/>
        </p:spPr>
        <p:txBody>
          <a:bodyPr wrap="square" lIns="0" rIns="0" tIns="0" bIns="0" anchor="ctr">
            <a:spAutoFit/>
          </a:bodyPr>
          <a:lstStyle/>
          <a:p>
            <a:pPr algn="ctr"/>
            <a:r>
              <a:rPr sz="1800" b="1" i="0">
                <a:solidFill>
                  <a:srgbClr val="151515"/>
                </a:solidFill>
                <a:latin typeface="Overpass"/>
                <a:cs typeface="Overpass"/>
              </a:rPr>
              <a:t>Workshops &amp; Tutorials</a:t>
            </a:r>
          </a:p>
        </p:txBody>
      </p:sp>
      <p:sp>
        <p:nvSpPr>
          <p:cNvPr id="10" name="TextBox 9"/>
          <p:cNvSpPr txBox="1"/>
          <p:nvPr/>
        </p:nvSpPr>
        <p:spPr>
          <a:xfrm>
            <a:off x="6474113" y="4937883"/>
            <a:ext cx="4389229" cy="658384"/>
          </a:xfrm>
          <a:prstGeom prst="rect">
            <a:avLst/>
          </a:prstGeom>
          <a:noFill/>
        </p:spPr>
        <p:txBody>
          <a:bodyPr wrap="square" lIns="0" rIns="0" tIns="0" bIns="0" anchor="t">
            <a:spAutoFit/>
          </a:bodyPr>
          <a:lstStyle/>
          <a:p>
            <a:pPr algn="ctr"/>
            <a:r>
              <a:rPr sz="1300"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4113" y="5596267"/>
            <a:ext cx="4389229" cy="292615"/>
          </a:xfrm>
          <a:prstGeom prst="rect">
            <a:avLst/>
          </a:prstGeom>
          <a:noFill/>
        </p:spPr>
        <p:txBody>
          <a:bodyPr wrap="square" lIns="0" rIns="0" tIns="0" bIns="0" anchor="ctr">
            <a:spAutoFit/>
          </a:bodyPr>
          <a:lstStyle/>
          <a:p>
            <a:pPr algn="ctr"/>
            <a:r>
              <a:rPr sz="900"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42" y="6364383"/>
            <a:ext cx="914422" cy="274326"/>
          </a:xfrm>
          <a:prstGeom prst="rect">
            <a:avLst/>
          </a:prstGeom>
          <a:noFill/>
        </p:spPr>
        <p:txBody>
          <a:bodyPr wrap="square" lIns="0" rIns="0" tIns="0" bIns="0" anchor="ctr">
            <a:spAutoFit/>
          </a:bodyPr>
          <a:lstStyle/>
          <a:p>
            <a:pPr algn="l"/>
            <a:r>
              <a:rPr sz="1000" b="0" i="0">
                <a:solidFill>
                  <a:srgbClr val="8A8A8A"/>
                </a:solidFill>
                <a:latin typeface="Red Hat Text"/>
                <a:cs typeface="Red Hat Text"/>
              </a:rPr>
              <a:t>127</a:t>
            </a:r>
          </a:p>
        </p:txBody>
      </p:sp>
      <p:pic>
        <p:nvPicPr>
          <p:cNvPr id="13" name="Picture 12" descr="image.png"/>
          <p:cNvPicPr>
            <a:picLocks noChangeAspect="1"/>
          </p:cNvPicPr>
          <p:nvPr/>
        </p:nvPicPr>
        <p:blipFill>
          <a:blip r:embed="rId4"/>
          <a:stretch>
            <a:fillRect/>
          </a:stretch>
        </p:blipFill>
        <p:spPr>
          <a:xfrm>
            <a:off x="10561584" y="6355238"/>
            <a:ext cx="1033297" cy="24689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Red Hat widescreen template">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d Hat widescreen template">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Red Hat widescreen template">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Red Hat widescreen template">
  <a:themeElements>
    <a:clrScheme name="Simple Light">
      <a:dk1>
        <a:srgbClr val="000000"/>
      </a:dk1>
      <a:lt1>
        <a:srgbClr val="FFFFFF"/>
      </a:lt1>
      <a:dk2>
        <a:srgbClr val="595959"/>
      </a:dk2>
      <a:lt2>
        <a:srgbClr val="EEEEEE"/>
      </a:lt2>
      <a:accent1>
        <a:srgbClr val="EE0000"/>
      </a:accent1>
      <a:accent2>
        <a:srgbClr val="CC0000"/>
      </a:accent2>
      <a:accent3>
        <a:srgbClr val="A30000"/>
      </a:accent3>
      <a:accent4>
        <a:srgbClr val="820000"/>
      </a:accent4>
      <a:accent5>
        <a:srgbClr val="BFBFBF"/>
      </a:accent5>
      <a:accent6>
        <a:srgbClr val="808080"/>
      </a:accent6>
      <a:hlink>
        <a:srgbClr val="EE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